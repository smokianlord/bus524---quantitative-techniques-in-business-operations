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Lst>
  <p:sldSz cy="6858000" cx="9144000"/>
  <p:notesSz cx="6858000" cy="9144000"/>
  <p:embeddedFontLst>
    <p:embeddedFont>
      <p:font typeface="Garamond"/>
      <p:regular r:id="rId78"/>
      <p:bold r:id="rId79"/>
      <p:italic r:id="rId80"/>
      <p:boldItalic r:id="rId81"/>
    </p:embeddedFont>
    <p:embeddedFont>
      <p:font typeface="Tahoma"/>
      <p:regular r:id="rId82"/>
      <p:bold r:id="rId83"/>
    </p:embeddedFont>
    <p:embeddedFont>
      <p:font typeface="Helvetica Neue"/>
      <p:regular r:id="rId84"/>
      <p:bold r:id="rId85"/>
      <p:italic r:id="rId86"/>
      <p:boldItalic r:id="rId87"/>
    </p:embeddedFont>
    <p:embeddedFont>
      <p:font typeface="Noto Sans Symbols"/>
      <p:regular r:id="rId88"/>
      <p:bold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C748D7D-4720-4B89-A903-5095EC961F0C}">
  <a:tblStyle styleId="{0C748D7D-4720-4B89-A903-5095EC961F0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HelveticaNeue-regular.fntdata"/><Relationship Id="rId83" Type="http://schemas.openxmlformats.org/officeDocument/2006/relationships/font" Target="fonts/Tahoma-bold.fntdata"/><Relationship Id="rId42" Type="http://schemas.openxmlformats.org/officeDocument/2006/relationships/slide" Target="slides/slide36.xml"/><Relationship Id="rId86" Type="http://schemas.openxmlformats.org/officeDocument/2006/relationships/font" Target="fonts/HelveticaNeue-italic.fntdata"/><Relationship Id="rId41" Type="http://schemas.openxmlformats.org/officeDocument/2006/relationships/slide" Target="slides/slide35.xml"/><Relationship Id="rId85" Type="http://schemas.openxmlformats.org/officeDocument/2006/relationships/font" Target="fonts/HelveticaNeue-bold.fntdata"/><Relationship Id="rId44" Type="http://schemas.openxmlformats.org/officeDocument/2006/relationships/slide" Target="slides/slide38.xml"/><Relationship Id="rId88" Type="http://schemas.openxmlformats.org/officeDocument/2006/relationships/font" Target="fonts/NotoSansSymbols-regular.fntdata"/><Relationship Id="rId43" Type="http://schemas.openxmlformats.org/officeDocument/2006/relationships/slide" Target="slides/slide37.xml"/><Relationship Id="rId87" Type="http://schemas.openxmlformats.org/officeDocument/2006/relationships/font" Target="fonts/HelveticaNeue-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NotoSansSymbols-bold.fntdata"/><Relationship Id="rId80" Type="http://schemas.openxmlformats.org/officeDocument/2006/relationships/font" Target="fonts/Garamond-italic.fntdata"/><Relationship Id="rId82" Type="http://schemas.openxmlformats.org/officeDocument/2006/relationships/font" Target="fonts/Tahoma-regular.fntdata"/><Relationship Id="rId81" Type="http://schemas.openxmlformats.org/officeDocument/2006/relationships/font" Target="fonts/Garamon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Garamond-bold.fntdata"/><Relationship Id="rId34" Type="http://schemas.openxmlformats.org/officeDocument/2006/relationships/slide" Target="slides/slide28.xml"/><Relationship Id="rId78" Type="http://schemas.openxmlformats.org/officeDocument/2006/relationships/font" Target="fonts/Garamond-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 name="Google Shape;4;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6" name="Google Shape;6;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 name="Google Shape;7;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9" name="Google Shape;9;n"/>
          <p:cNvSpPr txBox="1"/>
          <p:nvPr>
            <p:ph idx="4"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 name="Google Shape;3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36" name="Google Shape;3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7" name="Google Shape;37;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7" name="Google Shape;101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2" name="Google Shape;10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7" name="Google Shape;111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2" name="Google Shape;113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8" name="Google Shape;113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4" name="Google Shape;114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9" name="Google Shape;115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6" name="Google Shape;116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4" name="Google Shape;1274;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2" name="Google Shape;132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8" name="Google Shape;132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6" name="Google Shape;133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2" name="Google Shape;134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9" name="Google Shape;134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6" name="Google Shape;135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3" name="Google Shape;136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0" name="Google Shape;137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7" name="Google Shape;137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3" name="Google Shape;138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0" name="Google Shape;139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7" name="Google Shape;139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4" name="Google Shape;140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0" name="Google Shape;14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7" name="Google Shape;141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3" name="Google Shape;1423;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9" name="Google Shape;142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5" name="Google Shape;143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2" name="Google Shape;1442;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9" name="Google Shape;1449;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6" name="Google Shape;145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3" name="Google Shape;146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0" name="Google Shape;147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7" name="Google Shape;147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4" name="Google Shape;148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9" name="Shape 1489"/>
        <p:cNvGrpSpPr/>
        <p:nvPr/>
      </p:nvGrpSpPr>
      <p:grpSpPr>
        <a:xfrm>
          <a:off x="0" y="0"/>
          <a:ext cx="0" cy="0"/>
          <a:chOff x="0" y="0"/>
          <a:chExt cx="0" cy="0"/>
        </a:xfrm>
      </p:grpSpPr>
      <p:sp>
        <p:nvSpPr>
          <p:cNvPr id="1490" name="Google Shape;1490;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1" name="Google Shape;149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8" name="Google Shape;149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5" name="Google Shape;150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2" name="Google Shape;151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9" name="Google Shape;151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6" name="Google Shape;152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3" name="Google Shape;1533;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0" name="Google Shape;1540;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7" name="Google Shape;1547;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4" name="Google Shape;155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3" name="Shape 1573"/>
        <p:cNvGrpSpPr/>
        <p:nvPr/>
      </p:nvGrpSpPr>
      <p:grpSpPr>
        <a:xfrm>
          <a:off x="0" y="0"/>
          <a:ext cx="0" cy="0"/>
          <a:chOff x="0" y="0"/>
          <a:chExt cx="0" cy="0"/>
        </a:xfrm>
      </p:grpSpPr>
      <p:sp>
        <p:nvSpPr>
          <p:cNvPr id="1574" name="Google Shape;1574;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5" name="Google Shape;1575;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1" name="Google Shape;1581;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p61: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593" name="Google Shape;1593;p61: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94" name="Google Shape;1594;p61: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6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600" name="Google Shape;1600;p62: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01" name="Google Shape;1601;p62: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p63: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636" name="Google Shape;1636;p63: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37" name="Google Shape;1637;p63: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p64: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643" name="Google Shape;1643;p64: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44" name="Google Shape;1644;p64: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9" name="Shape 1649"/>
        <p:cNvGrpSpPr/>
        <p:nvPr/>
      </p:nvGrpSpPr>
      <p:grpSpPr>
        <a:xfrm>
          <a:off x="0" y="0"/>
          <a:ext cx="0" cy="0"/>
          <a:chOff x="0" y="0"/>
          <a:chExt cx="0" cy="0"/>
        </a:xfrm>
      </p:grpSpPr>
      <p:sp>
        <p:nvSpPr>
          <p:cNvPr id="1650" name="Google Shape;1650;p65: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
        <p:nvSpPr>
          <p:cNvPr id="1651" name="Google Shape;1651;p65:notes"/>
          <p:cNvSpPr/>
          <p:nvPr>
            <p:ph idx="2" type="sldImg"/>
          </p:nvPr>
        </p:nvSpPr>
        <p:spPr>
          <a:xfrm>
            <a:off x="1150938" y="692150"/>
            <a:ext cx="4556125" cy="34163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52" name="Google Shape;1652;p65: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9" name="Google Shape;1659;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5" name="Google Shape;1665;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1" name="Google Shape;1691;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9" name="Google Shape;1699;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6" name="Google Shape;1706;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4" name="Google Shape;1714;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5" name="Google Shape;15;p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16" name="Google Shape;16;p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7" name="Shape 17"/>
        <p:cNvGrpSpPr/>
        <p:nvPr/>
      </p:nvGrpSpPr>
      <p:grpSpPr>
        <a:xfrm>
          <a:off x="0" y="0"/>
          <a:ext cx="0" cy="0"/>
          <a:chOff x="0" y="0"/>
          <a:chExt cx="0" cy="0"/>
        </a:xfrm>
      </p:grpSpPr>
      <p:sp>
        <p:nvSpPr>
          <p:cNvPr id="18" name="Google Shape;18;p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21" name="Google Shape;21;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22" name="Google Shape;22;p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26" name="Google Shape;26;p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Times New Roman"/>
                <a:ea typeface="Times New Roman"/>
                <a:cs typeface="Times New Roman"/>
                <a:sym typeface="Times New Roman"/>
              </a:defRPr>
            </a:lvl9pPr>
          </a:lstStyle>
          <a:p/>
        </p:txBody>
      </p:sp>
      <p:sp>
        <p:nvSpPr>
          <p:cNvPr id="27" name="Google Shape;27;p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rgbClr val="000000"/>
              </a:buClr>
              <a:buSzPts val="2400"/>
              <a:buFont typeface="Arial"/>
              <a:buNone/>
              <a:defRPr b="0" i="0" sz="2400" u="none" cap="none" strike="noStrike">
                <a:solidFill>
                  <a:schemeClr val="dk1"/>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 name="Shape 10"/>
        <p:cNvGrpSpPr/>
        <p:nvPr/>
      </p:nvGrpSpPr>
      <p:grpSpPr>
        <a:xfrm>
          <a:off x="0" y="0"/>
          <a:ext cx="0" cy="0"/>
          <a:chOff x="0" y="0"/>
          <a:chExt cx="0" cy="0"/>
        </a:xfrm>
      </p:grpSpPr>
      <p:sp>
        <p:nvSpPr>
          <p:cNvPr id="11" name="Google Shape;11;p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Garamond"/>
                <a:ea typeface="Garamond"/>
                <a:cs typeface="Garamond"/>
                <a:sym typeface="Garamond"/>
              </a:defRPr>
            </a:lvl9pPr>
          </a:lstStyle>
          <a:p/>
        </p:txBody>
      </p:sp>
      <p:sp>
        <p:nvSpPr>
          <p:cNvPr id="12" name="Google Shape;12;p1"/>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100000"/>
              </a:lnSpc>
              <a:spcBef>
                <a:spcPts val="560"/>
              </a:spcBef>
              <a:spcAft>
                <a:spcPts val="0"/>
              </a:spcAft>
              <a:buClr>
                <a:schemeClr val="dk1"/>
              </a:buClr>
              <a:buSzPts val="2800"/>
              <a:buFont typeface="Garamond"/>
              <a:buChar char="•"/>
              <a:defRPr b="0" i="0" sz="2800" u="none" cap="none" strike="noStrike">
                <a:solidFill>
                  <a:schemeClr val="dk1"/>
                </a:solidFill>
                <a:latin typeface="Garamond"/>
                <a:ea typeface="Garamond"/>
                <a:cs typeface="Garamond"/>
                <a:sym typeface="Garamond"/>
              </a:defRPr>
            </a:lvl1pPr>
            <a:lvl2pPr indent="-381000" lvl="1" marL="914400" marR="0" rtl="0" algn="l">
              <a:lnSpc>
                <a:spcPct val="100000"/>
              </a:lnSpc>
              <a:spcBef>
                <a:spcPts val="480"/>
              </a:spcBef>
              <a:spcAft>
                <a:spcPts val="0"/>
              </a:spcAft>
              <a:buClr>
                <a:schemeClr val="dk1"/>
              </a:buClr>
              <a:buSzPts val="2400"/>
              <a:buFont typeface="Garamond"/>
              <a:buChar char="–"/>
              <a:defRPr b="0" i="0" sz="2400" u="none" cap="none" strike="noStrike">
                <a:solidFill>
                  <a:schemeClr val="dk1"/>
                </a:solidFill>
                <a:latin typeface="Garamond"/>
                <a:ea typeface="Garamond"/>
                <a:cs typeface="Garamond"/>
                <a:sym typeface="Garamond"/>
              </a:defRPr>
            </a:lvl2pPr>
            <a:lvl3pPr indent="-355600" lvl="2" marL="1371600" marR="0" rtl="0" algn="l">
              <a:lnSpc>
                <a:spcPct val="100000"/>
              </a:lnSpc>
              <a:spcBef>
                <a:spcPts val="400"/>
              </a:spcBef>
              <a:spcAft>
                <a:spcPts val="0"/>
              </a:spcAft>
              <a:buClr>
                <a:schemeClr val="dk1"/>
              </a:buClr>
              <a:buSzPts val="2000"/>
              <a:buFont typeface="Garamond"/>
              <a:buChar char="•"/>
              <a:defRPr b="0" i="0" sz="2000" u="none" cap="none" strike="noStrike">
                <a:solidFill>
                  <a:schemeClr val="dk1"/>
                </a:solidFill>
                <a:latin typeface="Garamond"/>
                <a:ea typeface="Garamond"/>
                <a:cs typeface="Garamond"/>
                <a:sym typeface="Garamond"/>
              </a:defRPr>
            </a:lvl3pPr>
            <a:lvl4pPr indent="-342900" lvl="3" marL="18288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4pPr>
            <a:lvl5pPr indent="-342900" lvl="4" marL="22860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5pPr>
            <a:lvl6pPr indent="-342900" lvl="5" marL="27432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6pPr>
            <a:lvl7pPr indent="-342900" lvl="6" marL="32004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7pPr>
            <a:lvl8pPr indent="-342900" lvl="7" marL="36576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8pPr>
            <a:lvl9pPr indent="-342900" lvl="8" marL="4114800" marR="0" rtl="0" algn="l">
              <a:lnSpc>
                <a:spcPct val="100000"/>
              </a:lnSpc>
              <a:spcBef>
                <a:spcPts val="360"/>
              </a:spcBef>
              <a:spcAft>
                <a:spcPts val="0"/>
              </a:spcAft>
              <a:buClr>
                <a:schemeClr val="dk1"/>
              </a:buClr>
              <a:buSzPts val="1800"/>
              <a:buFont typeface="Garamond"/>
              <a:buChar char="»"/>
              <a:defRPr b="0" i="0" sz="1800" u="none" cap="none" strike="noStrike">
                <a:solidFill>
                  <a:schemeClr val="dk1"/>
                </a:solidFill>
                <a:latin typeface="Garamond"/>
                <a:ea typeface="Garamond"/>
                <a:cs typeface="Garamond"/>
                <a:sym typeface="Garamo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 name="Shape 31"/>
        <p:cNvGrpSpPr/>
        <p:nvPr/>
      </p:nvGrpSpPr>
      <p:grpSpPr>
        <a:xfrm>
          <a:off x="0" y="0"/>
          <a:ext cx="0" cy="0"/>
          <a:chOff x="0" y="0"/>
          <a:chExt cx="0" cy="0"/>
        </a:xfrm>
      </p:grpSpPr>
      <p:sp>
        <p:nvSpPr>
          <p:cNvPr id="32" name="Google Shape;32;p5"/>
          <p:cNvSpPr txBox="1"/>
          <p:nvPr>
            <p:ph idx="4294967295" type="ctrTitle"/>
          </p:nvPr>
        </p:nvSpPr>
        <p:spPr>
          <a:xfrm>
            <a:off x="533400" y="990600"/>
            <a:ext cx="8458200" cy="2147887"/>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   Project Management</a:t>
            </a:r>
            <a:endParaRPr b="0" i="0" sz="4000" u="none" cap="none" strike="noStrike">
              <a:solidFill>
                <a:schemeClr val="dk2"/>
              </a:solidFill>
              <a:latin typeface="Garamond"/>
              <a:ea typeface="Garamond"/>
              <a:cs typeface="Garamond"/>
              <a:sym typeface="Garamond"/>
            </a:endParaRPr>
          </a:p>
        </p:txBody>
      </p:sp>
      <p:sp>
        <p:nvSpPr>
          <p:cNvPr id="33" name="Google Shape;33;p5"/>
          <p:cNvSpPr txBox="1"/>
          <p:nvPr>
            <p:ph idx="4294967295" type="subTitle"/>
          </p:nvPr>
        </p:nvSpPr>
        <p:spPr>
          <a:xfrm>
            <a:off x="3657600" y="5257800"/>
            <a:ext cx="5334000" cy="1371600"/>
          </a:xfrm>
          <a:prstGeom prst="rect">
            <a:avLst/>
          </a:prstGeom>
          <a:noFill/>
          <a:ln>
            <a:noFill/>
          </a:ln>
        </p:spPr>
        <p:txBody>
          <a:bodyPr anchorCtr="0" anchor="t" bIns="45700" lIns="91425" spcFirstLastPara="1" rIns="91425" wrap="square" tIns="45700">
            <a:noAutofit/>
          </a:bodyPr>
          <a:lstStyle/>
          <a:p>
            <a:pPr indent="0" lvl="0" marL="0" marR="0" rtl="0" algn="r">
              <a:lnSpc>
                <a:spcPct val="9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Syed Mahbubur Rahman</a:t>
            </a:r>
            <a:endParaRPr b="0" i="0" sz="2800" u="none" cap="none" strike="noStrike">
              <a:solidFill>
                <a:schemeClr val="dk1"/>
              </a:solidFill>
              <a:latin typeface="Garamond"/>
              <a:ea typeface="Garamond"/>
              <a:cs typeface="Garamond"/>
              <a:sym typeface="Garamond"/>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 name="Shape 38"/>
        <p:cNvGrpSpPr/>
        <p:nvPr/>
      </p:nvGrpSpPr>
      <p:grpSpPr>
        <a:xfrm>
          <a:off x="0" y="0"/>
          <a:ext cx="0" cy="0"/>
          <a:chOff x="0" y="0"/>
          <a:chExt cx="0" cy="0"/>
        </a:xfrm>
      </p:grpSpPr>
      <p:grpSp>
        <p:nvGrpSpPr>
          <p:cNvPr id="39" name="Google Shape;39;p6"/>
          <p:cNvGrpSpPr/>
          <p:nvPr/>
        </p:nvGrpSpPr>
        <p:grpSpPr>
          <a:xfrm>
            <a:off x="5141912" y="509587"/>
            <a:ext cx="1612900" cy="1517650"/>
            <a:chOff x="3104" y="645"/>
            <a:chExt cx="1016" cy="956"/>
          </a:xfrm>
        </p:grpSpPr>
        <p:sp>
          <p:nvSpPr>
            <p:cNvPr id="40" name="Google Shape;40;p6"/>
            <p:cNvSpPr/>
            <p:nvPr/>
          </p:nvSpPr>
          <p:spPr>
            <a:xfrm>
              <a:off x="3108" y="645"/>
              <a:ext cx="1012" cy="741"/>
            </a:xfrm>
            <a:custGeom>
              <a:rect b="b" l="l" r="r" t="t"/>
              <a:pathLst>
                <a:path extrusionOk="0" h="741" w="1012">
                  <a:moveTo>
                    <a:pt x="161" y="175"/>
                  </a:moveTo>
                  <a:lnTo>
                    <a:pt x="169" y="155"/>
                  </a:lnTo>
                  <a:lnTo>
                    <a:pt x="182" y="134"/>
                  </a:lnTo>
                  <a:lnTo>
                    <a:pt x="202" y="118"/>
                  </a:lnTo>
                  <a:lnTo>
                    <a:pt x="227" y="104"/>
                  </a:lnTo>
                  <a:lnTo>
                    <a:pt x="248" y="97"/>
                  </a:lnTo>
                  <a:lnTo>
                    <a:pt x="274" y="89"/>
                  </a:lnTo>
                  <a:lnTo>
                    <a:pt x="313" y="86"/>
                  </a:lnTo>
                  <a:lnTo>
                    <a:pt x="351" y="89"/>
                  </a:lnTo>
                  <a:lnTo>
                    <a:pt x="386" y="98"/>
                  </a:lnTo>
                  <a:lnTo>
                    <a:pt x="412" y="108"/>
                  </a:lnTo>
                  <a:lnTo>
                    <a:pt x="427" y="74"/>
                  </a:lnTo>
                  <a:lnTo>
                    <a:pt x="447" y="48"/>
                  </a:lnTo>
                  <a:lnTo>
                    <a:pt x="474" y="27"/>
                  </a:lnTo>
                  <a:lnTo>
                    <a:pt x="509" y="12"/>
                  </a:lnTo>
                  <a:lnTo>
                    <a:pt x="552" y="1"/>
                  </a:lnTo>
                  <a:lnTo>
                    <a:pt x="594" y="0"/>
                  </a:lnTo>
                  <a:lnTo>
                    <a:pt x="632" y="6"/>
                  </a:lnTo>
                  <a:lnTo>
                    <a:pt x="674" y="19"/>
                  </a:lnTo>
                  <a:lnTo>
                    <a:pt x="706" y="42"/>
                  </a:lnTo>
                  <a:lnTo>
                    <a:pt x="729" y="65"/>
                  </a:lnTo>
                  <a:lnTo>
                    <a:pt x="744" y="87"/>
                  </a:lnTo>
                  <a:lnTo>
                    <a:pt x="747" y="115"/>
                  </a:lnTo>
                  <a:lnTo>
                    <a:pt x="777" y="106"/>
                  </a:lnTo>
                  <a:lnTo>
                    <a:pt x="812" y="109"/>
                  </a:lnTo>
                  <a:lnTo>
                    <a:pt x="841" y="118"/>
                  </a:lnTo>
                  <a:lnTo>
                    <a:pt x="866" y="138"/>
                  </a:lnTo>
                  <a:lnTo>
                    <a:pt x="884" y="163"/>
                  </a:lnTo>
                  <a:lnTo>
                    <a:pt x="891" y="192"/>
                  </a:lnTo>
                  <a:lnTo>
                    <a:pt x="890" y="213"/>
                  </a:lnTo>
                  <a:lnTo>
                    <a:pt x="907" y="211"/>
                  </a:lnTo>
                  <a:lnTo>
                    <a:pt x="928" y="216"/>
                  </a:lnTo>
                  <a:lnTo>
                    <a:pt x="949" y="226"/>
                  </a:lnTo>
                  <a:lnTo>
                    <a:pt x="966" y="237"/>
                  </a:lnTo>
                  <a:lnTo>
                    <a:pt x="977" y="247"/>
                  </a:lnTo>
                  <a:lnTo>
                    <a:pt x="987" y="260"/>
                  </a:lnTo>
                  <a:lnTo>
                    <a:pt x="998" y="276"/>
                  </a:lnTo>
                  <a:lnTo>
                    <a:pt x="1004" y="296"/>
                  </a:lnTo>
                  <a:lnTo>
                    <a:pt x="1005" y="311"/>
                  </a:lnTo>
                  <a:lnTo>
                    <a:pt x="1002" y="327"/>
                  </a:lnTo>
                  <a:lnTo>
                    <a:pt x="995" y="347"/>
                  </a:lnTo>
                  <a:lnTo>
                    <a:pt x="1004" y="368"/>
                  </a:lnTo>
                  <a:lnTo>
                    <a:pt x="1008" y="386"/>
                  </a:lnTo>
                  <a:lnTo>
                    <a:pt x="1010" y="407"/>
                  </a:lnTo>
                  <a:lnTo>
                    <a:pt x="1005" y="432"/>
                  </a:lnTo>
                  <a:lnTo>
                    <a:pt x="1001" y="447"/>
                  </a:lnTo>
                  <a:lnTo>
                    <a:pt x="990" y="465"/>
                  </a:lnTo>
                  <a:lnTo>
                    <a:pt x="1005" y="490"/>
                  </a:lnTo>
                  <a:lnTo>
                    <a:pt x="1010" y="506"/>
                  </a:lnTo>
                  <a:lnTo>
                    <a:pt x="1011" y="529"/>
                  </a:lnTo>
                  <a:lnTo>
                    <a:pt x="1008" y="551"/>
                  </a:lnTo>
                  <a:lnTo>
                    <a:pt x="999" y="577"/>
                  </a:lnTo>
                  <a:lnTo>
                    <a:pt x="987" y="595"/>
                  </a:lnTo>
                  <a:lnTo>
                    <a:pt x="969" y="612"/>
                  </a:lnTo>
                  <a:lnTo>
                    <a:pt x="939" y="629"/>
                  </a:lnTo>
                  <a:lnTo>
                    <a:pt x="907" y="635"/>
                  </a:lnTo>
                  <a:lnTo>
                    <a:pt x="878" y="630"/>
                  </a:lnTo>
                  <a:lnTo>
                    <a:pt x="859" y="621"/>
                  </a:lnTo>
                  <a:lnTo>
                    <a:pt x="846" y="639"/>
                  </a:lnTo>
                  <a:lnTo>
                    <a:pt x="832" y="653"/>
                  </a:lnTo>
                  <a:lnTo>
                    <a:pt x="820" y="662"/>
                  </a:lnTo>
                  <a:lnTo>
                    <a:pt x="797" y="674"/>
                  </a:lnTo>
                  <a:lnTo>
                    <a:pt x="777" y="682"/>
                  </a:lnTo>
                  <a:lnTo>
                    <a:pt x="747" y="688"/>
                  </a:lnTo>
                  <a:lnTo>
                    <a:pt x="718" y="687"/>
                  </a:lnTo>
                  <a:lnTo>
                    <a:pt x="689" y="679"/>
                  </a:lnTo>
                  <a:lnTo>
                    <a:pt x="664" y="665"/>
                  </a:lnTo>
                  <a:lnTo>
                    <a:pt x="649" y="689"/>
                  </a:lnTo>
                  <a:lnTo>
                    <a:pt x="635" y="703"/>
                  </a:lnTo>
                  <a:lnTo>
                    <a:pt x="617" y="715"/>
                  </a:lnTo>
                  <a:lnTo>
                    <a:pt x="596" y="725"/>
                  </a:lnTo>
                  <a:lnTo>
                    <a:pt x="572" y="729"/>
                  </a:lnTo>
                  <a:lnTo>
                    <a:pt x="550" y="729"/>
                  </a:lnTo>
                  <a:lnTo>
                    <a:pt x="529" y="725"/>
                  </a:lnTo>
                  <a:lnTo>
                    <a:pt x="503" y="712"/>
                  </a:lnTo>
                  <a:lnTo>
                    <a:pt x="488" y="700"/>
                  </a:lnTo>
                  <a:lnTo>
                    <a:pt x="474" y="715"/>
                  </a:lnTo>
                  <a:lnTo>
                    <a:pt x="459" y="725"/>
                  </a:lnTo>
                  <a:lnTo>
                    <a:pt x="441" y="733"/>
                  </a:lnTo>
                  <a:lnTo>
                    <a:pt x="415" y="740"/>
                  </a:lnTo>
                  <a:lnTo>
                    <a:pt x="388" y="738"/>
                  </a:lnTo>
                  <a:lnTo>
                    <a:pt x="360" y="731"/>
                  </a:lnTo>
                  <a:lnTo>
                    <a:pt x="339" y="719"/>
                  </a:lnTo>
                  <a:lnTo>
                    <a:pt x="319" y="699"/>
                  </a:lnTo>
                  <a:lnTo>
                    <a:pt x="307" y="679"/>
                  </a:lnTo>
                  <a:lnTo>
                    <a:pt x="286" y="686"/>
                  </a:lnTo>
                  <a:lnTo>
                    <a:pt x="262" y="691"/>
                  </a:lnTo>
                  <a:lnTo>
                    <a:pt x="233" y="689"/>
                  </a:lnTo>
                  <a:lnTo>
                    <a:pt x="208" y="680"/>
                  </a:lnTo>
                  <a:lnTo>
                    <a:pt x="189" y="667"/>
                  </a:lnTo>
                  <a:lnTo>
                    <a:pt x="173" y="653"/>
                  </a:lnTo>
                  <a:lnTo>
                    <a:pt x="160" y="633"/>
                  </a:lnTo>
                  <a:lnTo>
                    <a:pt x="157" y="612"/>
                  </a:lnTo>
                  <a:lnTo>
                    <a:pt x="143" y="617"/>
                  </a:lnTo>
                  <a:lnTo>
                    <a:pt x="120" y="618"/>
                  </a:lnTo>
                  <a:lnTo>
                    <a:pt x="94" y="612"/>
                  </a:lnTo>
                  <a:lnTo>
                    <a:pt x="68" y="598"/>
                  </a:lnTo>
                  <a:lnTo>
                    <a:pt x="50" y="579"/>
                  </a:lnTo>
                  <a:lnTo>
                    <a:pt x="35" y="554"/>
                  </a:lnTo>
                  <a:lnTo>
                    <a:pt x="26" y="529"/>
                  </a:lnTo>
                  <a:lnTo>
                    <a:pt x="23" y="494"/>
                  </a:lnTo>
                  <a:lnTo>
                    <a:pt x="24" y="470"/>
                  </a:lnTo>
                  <a:lnTo>
                    <a:pt x="32" y="435"/>
                  </a:lnTo>
                  <a:lnTo>
                    <a:pt x="14" y="415"/>
                  </a:lnTo>
                  <a:lnTo>
                    <a:pt x="5" y="389"/>
                  </a:lnTo>
                  <a:lnTo>
                    <a:pt x="0" y="361"/>
                  </a:lnTo>
                  <a:lnTo>
                    <a:pt x="0" y="332"/>
                  </a:lnTo>
                  <a:lnTo>
                    <a:pt x="6" y="301"/>
                  </a:lnTo>
                  <a:lnTo>
                    <a:pt x="18" y="278"/>
                  </a:lnTo>
                  <a:lnTo>
                    <a:pt x="38" y="253"/>
                  </a:lnTo>
                  <a:lnTo>
                    <a:pt x="59" y="234"/>
                  </a:lnTo>
                  <a:lnTo>
                    <a:pt x="84" y="216"/>
                  </a:lnTo>
                  <a:lnTo>
                    <a:pt x="116" y="204"/>
                  </a:lnTo>
                  <a:lnTo>
                    <a:pt x="146" y="197"/>
                  </a:lnTo>
                  <a:lnTo>
                    <a:pt x="160" y="194"/>
                  </a:lnTo>
                  <a:lnTo>
                    <a:pt x="161" y="175"/>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 name="Google Shape;41;p6"/>
            <p:cNvSpPr/>
            <p:nvPr/>
          </p:nvSpPr>
          <p:spPr>
            <a:xfrm>
              <a:off x="3189" y="1338"/>
              <a:ext cx="142" cy="99"/>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 name="Google Shape;42;p6"/>
            <p:cNvSpPr/>
            <p:nvPr/>
          </p:nvSpPr>
          <p:spPr>
            <a:xfrm>
              <a:off x="3122" y="1469"/>
              <a:ext cx="108" cy="63"/>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 name="Google Shape;43;p6"/>
            <p:cNvSpPr/>
            <p:nvPr/>
          </p:nvSpPr>
          <p:spPr>
            <a:xfrm>
              <a:off x="3104" y="1554"/>
              <a:ext cx="59" cy="47"/>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4" name="Google Shape;44;p6"/>
          <p:cNvGrpSpPr/>
          <p:nvPr/>
        </p:nvGrpSpPr>
        <p:grpSpPr>
          <a:xfrm>
            <a:off x="6170612" y="1531937"/>
            <a:ext cx="1612900" cy="1517650"/>
            <a:chOff x="3752" y="1289"/>
            <a:chExt cx="1016" cy="956"/>
          </a:xfrm>
        </p:grpSpPr>
        <p:sp>
          <p:nvSpPr>
            <p:cNvPr id="45" name="Google Shape;45;p6"/>
            <p:cNvSpPr/>
            <p:nvPr/>
          </p:nvSpPr>
          <p:spPr>
            <a:xfrm>
              <a:off x="3756" y="1289"/>
              <a:ext cx="1012" cy="741"/>
            </a:xfrm>
            <a:custGeom>
              <a:rect b="b" l="l" r="r" t="t"/>
              <a:pathLst>
                <a:path extrusionOk="0" h="741" w="1012">
                  <a:moveTo>
                    <a:pt x="161" y="175"/>
                  </a:moveTo>
                  <a:lnTo>
                    <a:pt x="169" y="155"/>
                  </a:lnTo>
                  <a:lnTo>
                    <a:pt x="182" y="134"/>
                  </a:lnTo>
                  <a:lnTo>
                    <a:pt x="202" y="118"/>
                  </a:lnTo>
                  <a:lnTo>
                    <a:pt x="227" y="104"/>
                  </a:lnTo>
                  <a:lnTo>
                    <a:pt x="248" y="97"/>
                  </a:lnTo>
                  <a:lnTo>
                    <a:pt x="274" y="89"/>
                  </a:lnTo>
                  <a:lnTo>
                    <a:pt x="313" y="86"/>
                  </a:lnTo>
                  <a:lnTo>
                    <a:pt x="351" y="89"/>
                  </a:lnTo>
                  <a:lnTo>
                    <a:pt x="386" y="98"/>
                  </a:lnTo>
                  <a:lnTo>
                    <a:pt x="412" y="108"/>
                  </a:lnTo>
                  <a:lnTo>
                    <a:pt x="427" y="74"/>
                  </a:lnTo>
                  <a:lnTo>
                    <a:pt x="447" y="48"/>
                  </a:lnTo>
                  <a:lnTo>
                    <a:pt x="474" y="27"/>
                  </a:lnTo>
                  <a:lnTo>
                    <a:pt x="509" y="12"/>
                  </a:lnTo>
                  <a:lnTo>
                    <a:pt x="552" y="1"/>
                  </a:lnTo>
                  <a:lnTo>
                    <a:pt x="594" y="0"/>
                  </a:lnTo>
                  <a:lnTo>
                    <a:pt x="632" y="6"/>
                  </a:lnTo>
                  <a:lnTo>
                    <a:pt x="674" y="19"/>
                  </a:lnTo>
                  <a:lnTo>
                    <a:pt x="706" y="42"/>
                  </a:lnTo>
                  <a:lnTo>
                    <a:pt x="729" y="65"/>
                  </a:lnTo>
                  <a:lnTo>
                    <a:pt x="744" y="87"/>
                  </a:lnTo>
                  <a:lnTo>
                    <a:pt x="747" y="115"/>
                  </a:lnTo>
                  <a:lnTo>
                    <a:pt x="777" y="106"/>
                  </a:lnTo>
                  <a:lnTo>
                    <a:pt x="812" y="109"/>
                  </a:lnTo>
                  <a:lnTo>
                    <a:pt x="841" y="118"/>
                  </a:lnTo>
                  <a:lnTo>
                    <a:pt x="866" y="138"/>
                  </a:lnTo>
                  <a:lnTo>
                    <a:pt x="884" y="163"/>
                  </a:lnTo>
                  <a:lnTo>
                    <a:pt x="891" y="192"/>
                  </a:lnTo>
                  <a:lnTo>
                    <a:pt x="890" y="213"/>
                  </a:lnTo>
                  <a:lnTo>
                    <a:pt x="907" y="211"/>
                  </a:lnTo>
                  <a:lnTo>
                    <a:pt x="928" y="216"/>
                  </a:lnTo>
                  <a:lnTo>
                    <a:pt x="949" y="226"/>
                  </a:lnTo>
                  <a:lnTo>
                    <a:pt x="966" y="237"/>
                  </a:lnTo>
                  <a:lnTo>
                    <a:pt x="977" y="247"/>
                  </a:lnTo>
                  <a:lnTo>
                    <a:pt x="987" y="260"/>
                  </a:lnTo>
                  <a:lnTo>
                    <a:pt x="998" y="276"/>
                  </a:lnTo>
                  <a:lnTo>
                    <a:pt x="1004" y="296"/>
                  </a:lnTo>
                  <a:lnTo>
                    <a:pt x="1005" y="311"/>
                  </a:lnTo>
                  <a:lnTo>
                    <a:pt x="1002" y="327"/>
                  </a:lnTo>
                  <a:lnTo>
                    <a:pt x="995" y="347"/>
                  </a:lnTo>
                  <a:lnTo>
                    <a:pt x="1004" y="368"/>
                  </a:lnTo>
                  <a:lnTo>
                    <a:pt x="1008" y="386"/>
                  </a:lnTo>
                  <a:lnTo>
                    <a:pt x="1010" y="407"/>
                  </a:lnTo>
                  <a:lnTo>
                    <a:pt x="1005" y="432"/>
                  </a:lnTo>
                  <a:lnTo>
                    <a:pt x="1001" y="447"/>
                  </a:lnTo>
                  <a:lnTo>
                    <a:pt x="990" y="465"/>
                  </a:lnTo>
                  <a:lnTo>
                    <a:pt x="1005" y="490"/>
                  </a:lnTo>
                  <a:lnTo>
                    <a:pt x="1010" y="506"/>
                  </a:lnTo>
                  <a:lnTo>
                    <a:pt x="1011" y="529"/>
                  </a:lnTo>
                  <a:lnTo>
                    <a:pt x="1008" y="551"/>
                  </a:lnTo>
                  <a:lnTo>
                    <a:pt x="999" y="577"/>
                  </a:lnTo>
                  <a:lnTo>
                    <a:pt x="987" y="595"/>
                  </a:lnTo>
                  <a:lnTo>
                    <a:pt x="969" y="612"/>
                  </a:lnTo>
                  <a:lnTo>
                    <a:pt x="939" y="629"/>
                  </a:lnTo>
                  <a:lnTo>
                    <a:pt x="907" y="635"/>
                  </a:lnTo>
                  <a:lnTo>
                    <a:pt x="878" y="630"/>
                  </a:lnTo>
                  <a:lnTo>
                    <a:pt x="859" y="621"/>
                  </a:lnTo>
                  <a:lnTo>
                    <a:pt x="846" y="639"/>
                  </a:lnTo>
                  <a:lnTo>
                    <a:pt x="832" y="653"/>
                  </a:lnTo>
                  <a:lnTo>
                    <a:pt x="820" y="662"/>
                  </a:lnTo>
                  <a:lnTo>
                    <a:pt x="797" y="674"/>
                  </a:lnTo>
                  <a:lnTo>
                    <a:pt x="777" y="682"/>
                  </a:lnTo>
                  <a:lnTo>
                    <a:pt x="747" y="688"/>
                  </a:lnTo>
                  <a:lnTo>
                    <a:pt x="718" y="687"/>
                  </a:lnTo>
                  <a:lnTo>
                    <a:pt x="689" y="679"/>
                  </a:lnTo>
                  <a:lnTo>
                    <a:pt x="664" y="665"/>
                  </a:lnTo>
                  <a:lnTo>
                    <a:pt x="649" y="689"/>
                  </a:lnTo>
                  <a:lnTo>
                    <a:pt x="635" y="703"/>
                  </a:lnTo>
                  <a:lnTo>
                    <a:pt x="617" y="715"/>
                  </a:lnTo>
                  <a:lnTo>
                    <a:pt x="596" y="725"/>
                  </a:lnTo>
                  <a:lnTo>
                    <a:pt x="572" y="729"/>
                  </a:lnTo>
                  <a:lnTo>
                    <a:pt x="550" y="729"/>
                  </a:lnTo>
                  <a:lnTo>
                    <a:pt x="529" y="725"/>
                  </a:lnTo>
                  <a:lnTo>
                    <a:pt x="503" y="712"/>
                  </a:lnTo>
                  <a:lnTo>
                    <a:pt x="488" y="700"/>
                  </a:lnTo>
                  <a:lnTo>
                    <a:pt x="474" y="715"/>
                  </a:lnTo>
                  <a:lnTo>
                    <a:pt x="459" y="725"/>
                  </a:lnTo>
                  <a:lnTo>
                    <a:pt x="441" y="733"/>
                  </a:lnTo>
                  <a:lnTo>
                    <a:pt x="415" y="740"/>
                  </a:lnTo>
                  <a:lnTo>
                    <a:pt x="388" y="738"/>
                  </a:lnTo>
                  <a:lnTo>
                    <a:pt x="360" y="731"/>
                  </a:lnTo>
                  <a:lnTo>
                    <a:pt x="339" y="719"/>
                  </a:lnTo>
                  <a:lnTo>
                    <a:pt x="319" y="699"/>
                  </a:lnTo>
                  <a:lnTo>
                    <a:pt x="307" y="679"/>
                  </a:lnTo>
                  <a:lnTo>
                    <a:pt x="286" y="686"/>
                  </a:lnTo>
                  <a:lnTo>
                    <a:pt x="262" y="691"/>
                  </a:lnTo>
                  <a:lnTo>
                    <a:pt x="233" y="689"/>
                  </a:lnTo>
                  <a:lnTo>
                    <a:pt x="208" y="680"/>
                  </a:lnTo>
                  <a:lnTo>
                    <a:pt x="189" y="667"/>
                  </a:lnTo>
                  <a:lnTo>
                    <a:pt x="173" y="653"/>
                  </a:lnTo>
                  <a:lnTo>
                    <a:pt x="160" y="633"/>
                  </a:lnTo>
                  <a:lnTo>
                    <a:pt x="157" y="612"/>
                  </a:lnTo>
                  <a:lnTo>
                    <a:pt x="143" y="617"/>
                  </a:lnTo>
                  <a:lnTo>
                    <a:pt x="120" y="618"/>
                  </a:lnTo>
                  <a:lnTo>
                    <a:pt x="94" y="612"/>
                  </a:lnTo>
                  <a:lnTo>
                    <a:pt x="68" y="598"/>
                  </a:lnTo>
                  <a:lnTo>
                    <a:pt x="50" y="579"/>
                  </a:lnTo>
                  <a:lnTo>
                    <a:pt x="35" y="554"/>
                  </a:lnTo>
                  <a:lnTo>
                    <a:pt x="26" y="529"/>
                  </a:lnTo>
                  <a:lnTo>
                    <a:pt x="23" y="494"/>
                  </a:lnTo>
                  <a:lnTo>
                    <a:pt x="24" y="470"/>
                  </a:lnTo>
                  <a:lnTo>
                    <a:pt x="32" y="435"/>
                  </a:lnTo>
                  <a:lnTo>
                    <a:pt x="14" y="415"/>
                  </a:lnTo>
                  <a:lnTo>
                    <a:pt x="5" y="389"/>
                  </a:lnTo>
                  <a:lnTo>
                    <a:pt x="0" y="361"/>
                  </a:lnTo>
                  <a:lnTo>
                    <a:pt x="0" y="332"/>
                  </a:lnTo>
                  <a:lnTo>
                    <a:pt x="6" y="301"/>
                  </a:lnTo>
                  <a:lnTo>
                    <a:pt x="18" y="278"/>
                  </a:lnTo>
                  <a:lnTo>
                    <a:pt x="38" y="253"/>
                  </a:lnTo>
                  <a:lnTo>
                    <a:pt x="59" y="234"/>
                  </a:lnTo>
                  <a:lnTo>
                    <a:pt x="84" y="216"/>
                  </a:lnTo>
                  <a:lnTo>
                    <a:pt x="116" y="204"/>
                  </a:lnTo>
                  <a:lnTo>
                    <a:pt x="146" y="197"/>
                  </a:lnTo>
                  <a:lnTo>
                    <a:pt x="160" y="194"/>
                  </a:lnTo>
                  <a:lnTo>
                    <a:pt x="161" y="175"/>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 name="Google Shape;46;p6"/>
            <p:cNvSpPr/>
            <p:nvPr/>
          </p:nvSpPr>
          <p:spPr>
            <a:xfrm>
              <a:off x="3837" y="1982"/>
              <a:ext cx="142" cy="99"/>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 name="Google Shape;47;p6"/>
            <p:cNvSpPr/>
            <p:nvPr/>
          </p:nvSpPr>
          <p:spPr>
            <a:xfrm>
              <a:off x="3770" y="2113"/>
              <a:ext cx="108" cy="63"/>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 name="Google Shape;48;p6"/>
            <p:cNvSpPr/>
            <p:nvPr/>
          </p:nvSpPr>
          <p:spPr>
            <a:xfrm>
              <a:off x="3752" y="2198"/>
              <a:ext cx="59" cy="47"/>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9" name="Google Shape;49;p6"/>
          <p:cNvSpPr/>
          <p:nvPr/>
        </p:nvSpPr>
        <p:spPr>
          <a:xfrm>
            <a:off x="6729412" y="2713037"/>
            <a:ext cx="1606550" cy="1176337"/>
          </a:xfrm>
          <a:custGeom>
            <a:rect b="b" l="l" r="r" t="t"/>
            <a:pathLst>
              <a:path extrusionOk="0" h="741" w="1012">
                <a:moveTo>
                  <a:pt x="161" y="175"/>
                </a:moveTo>
                <a:lnTo>
                  <a:pt x="169" y="155"/>
                </a:lnTo>
                <a:lnTo>
                  <a:pt x="182" y="134"/>
                </a:lnTo>
                <a:lnTo>
                  <a:pt x="202" y="118"/>
                </a:lnTo>
                <a:lnTo>
                  <a:pt x="227" y="104"/>
                </a:lnTo>
                <a:lnTo>
                  <a:pt x="248" y="97"/>
                </a:lnTo>
                <a:lnTo>
                  <a:pt x="274" y="89"/>
                </a:lnTo>
                <a:lnTo>
                  <a:pt x="313" y="86"/>
                </a:lnTo>
                <a:lnTo>
                  <a:pt x="351" y="89"/>
                </a:lnTo>
                <a:lnTo>
                  <a:pt x="386" y="98"/>
                </a:lnTo>
                <a:lnTo>
                  <a:pt x="412" y="108"/>
                </a:lnTo>
                <a:lnTo>
                  <a:pt x="427" y="74"/>
                </a:lnTo>
                <a:lnTo>
                  <a:pt x="447" y="48"/>
                </a:lnTo>
                <a:lnTo>
                  <a:pt x="474" y="27"/>
                </a:lnTo>
                <a:lnTo>
                  <a:pt x="509" y="12"/>
                </a:lnTo>
                <a:lnTo>
                  <a:pt x="552" y="1"/>
                </a:lnTo>
                <a:lnTo>
                  <a:pt x="594" y="0"/>
                </a:lnTo>
                <a:lnTo>
                  <a:pt x="632" y="6"/>
                </a:lnTo>
                <a:lnTo>
                  <a:pt x="674" y="19"/>
                </a:lnTo>
                <a:lnTo>
                  <a:pt x="706" y="42"/>
                </a:lnTo>
                <a:lnTo>
                  <a:pt x="729" y="65"/>
                </a:lnTo>
                <a:lnTo>
                  <a:pt x="744" y="87"/>
                </a:lnTo>
                <a:lnTo>
                  <a:pt x="747" y="115"/>
                </a:lnTo>
                <a:lnTo>
                  <a:pt x="777" y="106"/>
                </a:lnTo>
                <a:lnTo>
                  <a:pt x="812" y="109"/>
                </a:lnTo>
                <a:lnTo>
                  <a:pt x="841" y="118"/>
                </a:lnTo>
                <a:lnTo>
                  <a:pt x="866" y="138"/>
                </a:lnTo>
                <a:lnTo>
                  <a:pt x="884" y="163"/>
                </a:lnTo>
                <a:lnTo>
                  <a:pt x="891" y="192"/>
                </a:lnTo>
                <a:lnTo>
                  <a:pt x="890" y="213"/>
                </a:lnTo>
                <a:lnTo>
                  <a:pt x="907" y="211"/>
                </a:lnTo>
                <a:lnTo>
                  <a:pt x="928" y="216"/>
                </a:lnTo>
                <a:lnTo>
                  <a:pt x="949" y="226"/>
                </a:lnTo>
                <a:lnTo>
                  <a:pt x="966" y="237"/>
                </a:lnTo>
                <a:lnTo>
                  <a:pt x="977" y="247"/>
                </a:lnTo>
                <a:lnTo>
                  <a:pt x="987" y="260"/>
                </a:lnTo>
                <a:lnTo>
                  <a:pt x="998" y="276"/>
                </a:lnTo>
                <a:lnTo>
                  <a:pt x="1004" y="296"/>
                </a:lnTo>
                <a:lnTo>
                  <a:pt x="1005" y="311"/>
                </a:lnTo>
                <a:lnTo>
                  <a:pt x="1002" y="327"/>
                </a:lnTo>
                <a:lnTo>
                  <a:pt x="995" y="347"/>
                </a:lnTo>
                <a:lnTo>
                  <a:pt x="1004" y="368"/>
                </a:lnTo>
                <a:lnTo>
                  <a:pt x="1008" y="386"/>
                </a:lnTo>
                <a:lnTo>
                  <a:pt x="1010" y="407"/>
                </a:lnTo>
                <a:lnTo>
                  <a:pt x="1005" y="432"/>
                </a:lnTo>
                <a:lnTo>
                  <a:pt x="1001" y="447"/>
                </a:lnTo>
                <a:lnTo>
                  <a:pt x="990" y="465"/>
                </a:lnTo>
                <a:lnTo>
                  <a:pt x="1005" y="490"/>
                </a:lnTo>
                <a:lnTo>
                  <a:pt x="1010" y="506"/>
                </a:lnTo>
                <a:lnTo>
                  <a:pt x="1011" y="529"/>
                </a:lnTo>
                <a:lnTo>
                  <a:pt x="1008" y="551"/>
                </a:lnTo>
                <a:lnTo>
                  <a:pt x="999" y="577"/>
                </a:lnTo>
                <a:lnTo>
                  <a:pt x="987" y="595"/>
                </a:lnTo>
                <a:lnTo>
                  <a:pt x="969" y="612"/>
                </a:lnTo>
                <a:lnTo>
                  <a:pt x="939" y="629"/>
                </a:lnTo>
                <a:lnTo>
                  <a:pt x="907" y="635"/>
                </a:lnTo>
                <a:lnTo>
                  <a:pt x="878" y="630"/>
                </a:lnTo>
                <a:lnTo>
                  <a:pt x="859" y="621"/>
                </a:lnTo>
                <a:lnTo>
                  <a:pt x="846" y="639"/>
                </a:lnTo>
                <a:lnTo>
                  <a:pt x="832" y="653"/>
                </a:lnTo>
                <a:lnTo>
                  <a:pt x="820" y="662"/>
                </a:lnTo>
                <a:lnTo>
                  <a:pt x="797" y="674"/>
                </a:lnTo>
                <a:lnTo>
                  <a:pt x="777" y="682"/>
                </a:lnTo>
                <a:lnTo>
                  <a:pt x="747" y="688"/>
                </a:lnTo>
                <a:lnTo>
                  <a:pt x="718" y="687"/>
                </a:lnTo>
                <a:lnTo>
                  <a:pt x="689" y="679"/>
                </a:lnTo>
                <a:lnTo>
                  <a:pt x="664" y="665"/>
                </a:lnTo>
                <a:lnTo>
                  <a:pt x="649" y="689"/>
                </a:lnTo>
                <a:lnTo>
                  <a:pt x="635" y="703"/>
                </a:lnTo>
                <a:lnTo>
                  <a:pt x="617" y="715"/>
                </a:lnTo>
                <a:lnTo>
                  <a:pt x="596" y="725"/>
                </a:lnTo>
                <a:lnTo>
                  <a:pt x="572" y="729"/>
                </a:lnTo>
                <a:lnTo>
                  <a:pt x="550" y="729"/>
                </a:lnTo>
                <a:lnTo>
                  <a:pt x="529" y="725"/>
                </a:lnTo>
                <a:lnTo>
                  <a:pt x="503" y="712"/>
                </a:lnTo>
                <a:lnTo>
                  <a:pt x="488" y="700"/>
                </a:lnTo>
                <a:lnTo>
                  <a:pt x="474" y="715"/>
                </a:lnTo>
                <a:lnTo>
                  <a:pt x="459" y="725"/>
                </a:lnTo>
                <a:lnTo>
                  <a:pt x="441" y="733"/>
                </a:lnTo>
                <a:lnTo>
                  <a:pt x="415" y="740"/>
                </a:lnTo>
                <a:lnTo>
                  <a:pt x="388" y="738"/>
                </a:lnTo>
                <a:lnTo>
                  <a:pt x="360" y="731"/>
                </a:lnTo>
                <a:lnTo>
                  <a:pt x="339" y="719"/>
                </a:lnTo>
                <a:lnTo>
                  <a:pt x="319" y="699"/>
                </a:lnTo>
                <a:lnTo>
                  <a:pt x="307" y="679"/>
                </a:lnTo>
                <a:lnTo>
                  <a:pt x="286" y="686"/>
                </a:lnTo>
                <a:lnTo>
                  <a:pt x="262" y="691"/>
                </a:lnTo>
                <a:lnTo>
                  <a:pt x="233" y="689"/>
                </a:lnTo>
                <a:lnTo>
                  <a:pt x="208" y="680"/>
                </a:lnTo>
                <a:lnTo>
                  <a:pt x="189" y="667"/>
                </a:lnTo>
                <a:lnTo>
                  <a:pt x="173" y="653"/>
                </a:lnTo>
                <a:lnTo>
                  <a:pt x="160" y="633"/>
                </a:lnTo>
                <a:lnTo>
                  <a:pt x="157" y="612"/>
                </a:lnTo>
                <a:lnTo>
                  <a:pt x="143" y="617"/>
                </a:lnTo>
                <a:lnTo>
                  <a:pt x="120" y="618"/>
                </a:lnTo>
                <a:lnTo>
                  <a:pt x="94" y="612"/>
                </a:lnTo>
                <a:lnTo>
                  <a:pt x="68" y="598"/>
                </a:lnTo>
                <a:lnTo>
                  <a:pt x="50" y="579"/>
                </a:lnTo>
                <a:lnTo>
                  <a:pt x="35" y="554"/>
                </a:lnTo>
                <a:lnTo>
                  <a:pt x="26" y="529"/>
                </a:lnTo>
                <a:lnTo>
                  <a:pt x="23" y="494"/>
                </a:lnTo>
                <a:lnTo>
                  <a:pt x="24" y="470"/>
                </a:lnTo>
                <a:lnTo>
                  <a:pt x="32" y="435"/>
                </a:lnTo>
                <a:lnTo>
                  <a:pt x="14" y="415"/>
                </a:lnTo>
                <a:lnTo>
                  <a:pt x="5" y="389"/>
                </a:lnTo>
                <a:lnTo>
                  <a:pt x="0" y="361"/>
                </a:lnTo>
                <a:lnTo>
                  <a:pt x="0" y="332"/>
                </a:lnTo>
                <a:lnTo>
                  <a:pt x="6" y="301"/>
                </a:lnTo>
                <a:lnTo>
                  <a:pt x="18" y="278"/>
                </a:lnTo>
                <a:lnTo>
                  <a:pt x="38" y="253"/>
                </a:lnTo>
                <a:lnTo>
                  <a:pt x="59" y="234"/>
                </a:lnTo>
                <a:lnTo>
                  <a:pt x="84" y="216"/>
                </a:lnTo>
                <a:lnTo>
                  <a:pt x="116" y="204"/>
                </a:lnTo>
                <a:lnTo>
                  <a:pt x="146" y="197"/>
                </a:lnTo>
                <a:lnTo>
                  <a:pt x="160" y="194"/>
                </a:lnTo>
                <a:lnTo>
                  <a:pt x="161" y="175"/>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0" name="Google Shape;50;p6"/>
          <p:cNvSpPr/>
          <p:nvPr/>
        </p:nvSpPr>
        <p:spPr>
          <a:xfrm>
            <a:off x="6438900" y="3432175"/>
            <a:ext cx="225425" cy="15716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 name="Google Shape;51;p6"/>
          <p:cNvSpPr/>
          <p:nvPr/>
        </p:nvSpPr>
        <p:spPr>
          <a:xfrm>
            <a:off x="2143125" y="1227137"/>
            <a:ext cx="1606550" cy="1176337"/>
          </a:xfrm>
          <a:custGeom>
            <a:rect b="b" l="l" r="r" t="t"/>
            <a:pathLst>
              <a:path extrusionOk="0" h="741" w="1012">
                <a:moveTo>
                  <a:pt x="850" y="175"/>
                </a:moveTo>
                <a:lnTo>
                  <a:pt x="842" y="155"/>
                </a:lnTo>
                <a:lnTo>
                  <a:pt x="829" y="134"/>
                </a:lnTo>
                <a:lnTo>
                  <a:pt x="809" y="118"/>
                </a:lnTo>
                <a:lnTo>
                  <a:pt x="784" y="104"/>
                </a:lnTo>
                <a:lnTo>
                  <a:pt x="763" y="97"/>
                </a:lnTo>
                <a:lnTo>
                  <a:pt x="737" y="89"/>
                </a:lnTo>
                <a:lnTo>
                  <a:pt x="698" y="86"/>
                </a:lnTo>
                <a:lnTo>
                  <a:pt x="660" y="89"/>
                </a:lnTo>
                <a:lnTo>
                  <a:pt x="625" y="98"/>
                </a:lnTo>
                <a:lnTo>
                  <a:pt x="599" y="108"/>
                </a:lnTo>
                <a:lnTo>
                  <a:pt x="584" y="74"/>
                </a:lnTo>
                <a:lnTo>
                  <a:pt x="564" y="48"/>
                </a:lnTo>
                <a:lnTo>
                  <a:pt x="537" y="27"/>
                </a:lnTo>
                <a:lnTo>
                  <a:pt x="502" y="12"/>
                </a:lnTo>
                <a:lnTo>
                  <a:pt x="459" y="1"/>
                </a:lnTo>
                <a:lnTo>
                  <a:pt x="417" y="0"/>
                </a:lnTo>
                <a:lnTo>
                  <a:pt x="379" y="6"/>
                </a:lnTo>
                <a:lnTo>
                  <a:pt x="337" y="19"/>
                </a:lnTo>
                <a:lnTo>
                  <a:pt x="305" y="42"/>
                </a:lnTo>
                <a:lnTo>
                  <a:pt x="282" y="65"/>
                </a:lnTo>
                <a:lnTo>
                  <a:pt x="267" y="87"/>
                </a:lnTo>
                <a:lnTo>
                  <a:pt x="264" y="115"/>
                </a:lnTo>
                <a:lnTo>
                  <a:pt x="234" y="106"/>
                </a:lnTo>
                <a:lnTo>
                  <a:pt x="199" y="109"/>
                </a:lnTo>
                <a:lnTo>
                  <a:pt x="170" y="118"/>
                </a:lnTo>
                <a:lnTo>
                  <a:pt x="145" y="138"/>
                </a:lnTo>
                <a:lnTo>
                  <a:pt x="127" y="163"/>
                </a:lnTo>
                <a:lnTo>
                  <a:pt x="120" y="192"/>
                </a:lnTo>
                <a:lnTo>
                  <a:pt x="121" y="213"/>
                </a:lnTo>
                <a:lnTo>
                  <a:pt x="104" y="211"/>
                </a:lnTo>
                <a:lnTo>
                  <a:pt x="83" y="216"/>
                </a:lnTo>
                <a:lnTo>
                  <a:pt x="62" y="226"/>
                </a:lnTo>
                <a:lnTo>
                  <a:pt x="45" y="237"/>
                </a:lnTo>
                <a:lnTo>
                  <a:pt x="34" y="247"/>
                </a:lnTo>
                <a:lnTo>
                  <a:pt x="24" y="260"/>
                </a:lnTo>
                <a:lnTo>
                  <a:pt x="13" y="276"/>
                </a:lnTo>
                <a:lnTo>
                  <a:pt x="7" y="296"/>
                </a:lnTo>
                <a:lnTo>
                  <a:pt x="6" y="311"/>
                </a:lnTo>
                <a:lnTo>
                  <a:pt x="9" y="327"/>
                </a:lnTo>
                <a:lnTo>
                  <a:pt x="16" y="347"/>
                </a:lnTo>
                <a:lnTo>
                  <a:pt x="7" y="368"/>
                </a:lnTo>
                <a:lnTo>
                  <a:pt x="3" y="386"/>
                </a:lnTo>
                <a:lnTo>
                  <a:pt x="1" y="407"/>
                </a:lnTo>
                <a:lnTo>
                  <a:pt x="6" y="432"/>
                </a:lnTo>
                <a:lnTo>
                  <a:pt x="10" y="447"/>
                </a:lnTo>
                <a:lnTo>
                  <a:pt x="21" y="465"/>
                </a:lnTo>
                <a:lnTo>
                  <a:pt x="6" y="490"/>
                </a:lnTo>
                <a:lnTo>
                  <a:pt x="1" y="506"/>
                </a:lnTo>
                <a:lnTo>
                  <a:pt x="0" y="529"/>
                </a:lnTo>
                <a:lnTo>
                  <a:pt x="3" y="551"/>
                </a:lnTo>
                <a:lnTo>
                  <a:pt x="12" y="577"/>
                </a:lnTo>
                <a:lnTo>
                  <a:pt x="24" y="595"/>
                </a:lnTo>
                <a:lnTo>
                  <a:pt x="42" y="612"/>
                </a:lnTo>
                <a:lnTo>
                  <a:pt x="72" y="629"/>
                </a:lnTo>
                <a:lnTo>
                  <a:pt x="104" y="635"/>
                </a:lnTo>
                <a:lnTo>
                  <a:pt x="133" y="630"/>
                </a:lnTo>
                <a:lnTo>
                  <a:pt x="152" y="621"/>
                </a:lnTo>
                <a:lnTo>
                  <a:pt x="165" y="639"/>
                </a:lnTo>
                <a:lnTo>
                  <a:pt x="179" y="653"/>
                </a:lnTo>
                <a:lnTo>
                  <a:pt x="191" y="662"/>
                </a:lnTo>
                <a:lnTo>
                  <a:pt x="214" y="674"/>
                </a:lnTo>
                <a:lnTo>
                  <a:pt x="234" y="682"/>
                </a:lnTo>
                <a:lnTo>
                  <a:pt x="264" y="688"/>
                </a:lnTo>
                <a:lnTo>
                  <a:pt x="293" y="687"/>
                </a:lnTo>
                <a:lnTo>
                  <a:pt x="322" y="679"/>
                </a:lnTo>
                <a:lnTo>
                  <a:pt x="347" y="665"/>
                </a:lnTo>
                <a:lnTo>
                  <a:pt x="362" y="689"/>
                </a:lnTo>
                <a:lnTo>
                  <a:pt x="376" y="703"/>
                </a:lnTo>
                <a:lnTo>
                  <a:pt x="394" y="715"/>
                </a:lnTo>
                <a:lnTo>
                  <a:pt x="415" y="725"/>
                </a:lnTo>
                <a:lnTo>
                  <a:pt x="439" y="729"/>
                </a:lnTo>
                <a:lnTo>
                  <a:pt x="461" y="729"/>
                </a:lnTo>
                <a:lnTo>
                  <a:pt x="482" y="725"/>
                </a:lnTo>
                <a:lnTo>
                  <a:pt x="508" y="712"/>
                </a:lnTo>
                <a:lnTo>
                  <a:pt x="523" y="700"/>
                </a:lnTo>
                <a:lnTo>
                  <a:pt x="537" y="715"/>
                </a:lnTo>
                <a:lnTo>
                  <a:pt x="552" y="725"/>
                </a:lnTo>
                <a:lnTo>
                  <a:pt x="570" y="733"/>
                </a:lnTo>
                <a:lnTo>
                  <a:pt x="596" y="740"/>
                </a:lnTo>
                <a:lnTo>
                  <a:pt x="623" y="738"/>
                </a:lnTo>
                <a:lnTo>
                  <a:pt x="651" y="731"/>
                </a:lnTo>
                <a:lnTo>
                  <a:pt x="672" y="719"/>
                </a:lnTo>
                <a:lnTo>
                  <a:pt x="692" y="699"/>
                </a:lnTo>
                <a:lnTo>
                  <a:pt x="704" y="679"/>
                </a:lnTo>
                <a:lnTo>
                  <a:pt x="725" y="686"/>
                </a:lnTo>
                <a:lnTo>
                  <a:pt x="749" y="691"/>
                </a:lnTo>
                <a:lnTo>
                  <a:pt x="778" y="689"/>
                </a:lnTo>
                <a:lnTo>
                  <a:pt x="803" y="680"/>
                </a:lnTo>
                <a:lnTo>
                  <a:pt x="822" y="667"/>
                </a:lnTo>
                <a:lnTo>
                  <a:pt x="838" y="653"/>
                </a:lnTo>
                <a:lnTo>
                  <a:pt x="851" y="633"/>
                </a:lnTo>
                <a:lnTo>
                  <a:pt x="854" y="612"/>
                </a:lnTo>
                <a:lnTo>
                  <a:pt x="868" y="617"/>
                </a:lnTo>
                <a:lnTo>
                  <a:pt x="891" y="618"/>
                </a:lnTo>
                <a:lnTo>
                  <a:pt x="917" y="612"/>
                </a:lnTo>
                <a:lnTo>
                  <a:pt x="943" y="598"/>
                </a:lnTo>
                <a:lnTo>
                  <a:pt x="961" y="579"/>
                </a:lnTo>
                <a:lnTo>
                  <a:pt x="976" y="554"/>
                </a:lnTo>
                <a:lnTo>
                  <a:pt x="985" y="529"/>
                </a:lnTo>
                <a:lnTo>
                  <a:pt x="988" y="494"/>
                </a:lnTo>
                <a:lnTo>
                  <a:pt x="987" y="470"/>
                </a:lnTo>
                <a:lnTo>
                  <a:pt x="979" y="435"/>
                </a:lnTo>
                <a:lnTo>
                  <a:pt x="997" y="415"/>
                </a:lnTo>
                <a:lnTo>
                  <a:pt x="1006" y="389"/>
                </a:lnTo>
                <a:lnTo>
                  <a:pt x="1011" y="361"/>
                </a:lnTo>
                <a:lnTo>
                  <a:pt x="1011" y="332"/>
                </a:lnTo>
                <a:lnTo>
                  <a:pt x="1005" y="301"/>
                </a:lnTo>
                <a:lnTo>
                  <a:pt x="993" y="278"/>
                </a:lnTo>
                <a:lnTo>
                  <a:pt x="973" y="253"/>
                </a:lnTo>
                <a:lnTo>
                  <a:pt x="952" y="234"/>
                </a:lnTo>
                <a:lnTo>
                  <a:pt x="927" y="216"/>
                </a:lnTo>
                <a:lnTo>
                  <a:pt x="895" y="204"/>
                </a:lnTo>
                <a:lnTo>
                  <a:pt x="865" y="197"/>
                </a:lnTo>
                <a:lnTo>
                  <a:pt x="851" y="194"/>
                </a:lnTo>
                <a:lnTo>
                  <a:pt x="850" y="175"/>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 name="Google Shape;52;p6"/>
          <p:cNvSpPr/>
          <p:nvPr/>
        </p:nvSpPr>
        <p:spPr>
          <a:xfrm>
            <a:off x="3070225" y="2441575"/>
            <a:ext cx="225425" cy="15716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 name="Google Shape;53;p6"/>
          <p:cNvSpPr/>
          <p:nvPr/>
        </p:nvSpPr>
        <p:spPr>
          <a:xfrm>
            <a:off x="3230562" y="2649537"/>
            <a:ext cx="171450" cy="10001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 name="Google Shape;54;p6"/>
          <p:cNvSpPr/>
          <p:nvPr/>
        </p:nvSpPr>
        <p:spPr>
          <a:xfrm>
            <a:off x="3336925" y="2784475"/>
            <a:ext cx="93662" cy="7461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5" name="Google Shape;55;p6"/>
          <p:cNvGrpSpPr/>
          <p:nvPr/>
        </p:nvGrpSpPr>
        <p:grpSpPr>
          <a:xfrm>
            <a:off x="2251075" y="1581150"/>
            <a:ext cx="1431925" cy="406400"/>
            <a:chOff x="1283" y="1320"/>
            <a:chExt cx="902" cy="256"/>
          </a:xfrm>
        </p:grpSpPr>
        <p:grpSp>
          <p:nvGrpSpPr>
            <p:cNvPr id="56" name="Google Shape;56;p6"/>
            <p:cNvGrpSpPr/>
            <p:nvPr/>
          </p:nvGrpSpPr>
          <p:grpSpPr>
            <a:xfrm>
              <a:off x="1283" y="1320"/>
              <a:ext cx="902" cy="256"/>
              <a:chOff x="1283" y="1320"/>
              <a:chExt cx="902" cy="256"/>
            </a:xfrm>
          </p:grpSpPr>
          <p:grpSp>
            <p:nvGrpSpPr>
              <p:cNvPr id="57" name="Google Shape;57;p6"/>
              <p:cNvGrpSpPr/>
              <p:nvPr/>
            </p:nvGrpSpPr>
            <p:grpSpPr>
              <a:xfrm>
                <a:off x="1283" y="1334"/>
                <a:ext cx="357" cy="242"/>
                <a:chOff x="1283" y="1334"/>
                <a:chExt cx="357" cy="242"/>
              </a:xfrm>
            </p:grpSpPr>
            <p:grpSp>
              <p:nvGrpSpPr>
                <p:cNvPr id="58" name="Google Shape;58;p6"/>
                <p:cNvGrpSpPr/>
                <p:nvPr/>
              </p:nvGrpSpPr>
              <p:grpSpPr>
                <a:xfrm>
                  <a:off x="1283" y="1334"/>
                  <a:ext cx="335" cy="242"/>
                  <a:chOff x="1283" y="1334"/>
                  <a:chExt cx="335" cy="242"/>
                </a:xfrm>
              </p:grpSpPr>
              <p:sp>
                <p:nvSpPr>
                  <p:cNvPr id="59" name="Google Shape;59;p6"/>
                  <p:cNvSpPr/>
                  <p:nvPr/>
                </p:nvSpPr>
                <p:spPr>
                  <a:xfrm>
                    <a:off x="1313" y="1342"/>
                    <a:ext cx="305" cy="227"/>
                  </a:xfrm>
                  <a:custGeom>
                    <a:rect b="b" l="l" r="r" t="t"/>
                    <a:pathLst>
                      <a:path extrusionOk="0" h="227" w="305">
                        <a:moveTo>
                          <a:pt x="0" y="190"/>
                        </a:moveTo>
                        <a:lnTo>
                          <a:pt x="304" y="226"/>
                        </a:lnTo>
                        <a:lnTo>
                          <a:pt x="304" y="87"/>
                        </a:lnTo>
                        <a:lnTo>
                          <a:pt x="110" y="0"/>
                        </a:lnTo>
                        <a:lnTo>
                          <a:pt x="0" y="155"/>
                        </a:lnTo>
                        <a:lnTo>
                          <a:pt x="0" y="190"/>
                        </a:lnTo>
                      </a:path>
                    </a:pathLst>
                  </a:custGeom>
                  <a:solidFill>
                    <a:srgbClr val="FFB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 name="Google Shape;60;p6"/>
                  <p:cNvSpPr/>
                  <p:nvPr/>
                </p:nvSpPr>
                <p:spPr>
                  <a:xfrm>
                    <a:off x="1498" y="1469"/>
                    <a:ext cx="44" cy="90"/>
                  </a:xfrm>
                  <a:custGeom>
                    <a:rect b="b" l="l" r="r" t="t"/>
                    <a:pathLst>
                      <a:path extrusionOk="0" h="90" w="44">
                        <a:moveTo>
                          <a:pt x="0" y="84"/>
                        </a:moveTo>
                        <a:lnTo>
                          <a:pt x="43" y="89"/>
                        </a:lnTo>
                        <a:lnTo>
                          <a:pt x="32" y="0"/>
                        </a:lnTo>
                        <a:lnTo>
                          <a:pt x="0" y="84"/>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 name="Google Shape;61;p6"/>
                  <p:cNvSpPr/>
                  <p:nvPr/>
                </p:nvSpPr>
                <p:spPr>
                  <a:xfrm>
                    <a:off x="1286" y="1338"/>
                    <a:ext cx="131" cy="164"/>
                  </a:xfrm>
                  <a:custGeom>
                    <a:rect b="b" l="l" r="r" t="t"/>
                    <a:pathLst>
                      <a:path extrusionOk="0" h="164" w="131">
                        <a:moveTo>
                          <a:pt x="0" y="163"/>
                        </a:moveTo>
                        <a:lnTo>
                          <a:pt x="27" y="163"/>
                        </a:lnTo>
                        <a:lnTo>
                          <a:pt x="130" y="16"/>
                        </a:lnTo>
                        <a:lnTo>
                          <a:pt x="103" y="0"/>
                        </a:lnTo>
                        <a:lnTo>
                          <a:pt x="0" y="163"/>
                        </a:lnTo>
                      </a:path>
                    </a:pathLst>
                  </a:custGeom>
                  <a:solidFill>
                    <a:srgbClr val="FFB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 name="Google Shape;62;p6"/>
                  <p:cNvSpPr/>
                  <p:nvPr/>
                </p:nvSpPr>
                <p:spPr>
                  <a:xfrm>
                    <a:off x="1313" y="1351"/>
                    <a:ext cx="304" cy="171"/>
                  </a:xfrm>
                  <a:custGeom>
                    <a:rect b="b" l="l" r="r" t="t"/>
                    <a:pathLst>
                      <a:path extrusionOk="0" h="171" w="304">
                        <a:moveTo>
                          <a:pt x="0" y="135"/>
                        </a:moveTo>
                        <a:lnTo>
                          <a:pt x="97" y="0"/>
                        </a:lnTo>
                        <a:lnTo>
                          <a:pt x="303" y="103"/>
                        </a:lnTo>
                        <a:lnTo>
                          <a:pt x="303" y="133"/>
                        </a:lnTo>
                        <a:lnTo>
                          <a:pt x="249" y="170"/>
                        </a:lnTo>
                        <a:lnTo>
                          <a:pt x="249" y="108"/>
                        </a:lnTo>
                        <a:lnTo>
                          <a:pt x="228" y="108"/>
                        </a:lnTo>
                        <a:lnTo>
                          <a:pt x="216" y="81"/>
                        </a:lnTo>
                        <a:lnTo>
                          <a:pt x="100" y="18"/>
                        </a:lnTo>
                        <a:lnTo>
                          <a:pt x="100" y="29"/>
                        </a:lnTo>
                        <a:lnTo>
                          <a:pt x="87" y="36"/>
                        </a:lnTo>
                        <a:lnTo>
                          <a:pt x="86" y="32"/>
                        </a:lnTo>
                        <a:lnTo>
                          <a:pt x="0" y="152"/>
                        </a:lnTo>
                        <a:lnTo>
                          <a:pt x="0" y="135"/>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 name="Google Shape;63;p6"/>
                  <p:cNvSpPr/>
                  <p:nvPr/>
                </p:nvSpPr>
                <p:spPr>
                  <a:xfrm>
                    <a:off x="1283" y="1334"/>
                    <a:ext cx="279" cy="168"/>
                  </a:xfrm>
                  <a:custGeom>
                    <a:rect b="b" l="l" r="r" t="t"/>
                    <a:pathLst>
                      <a:path extrusionOk="0" h="168" w="279">
                        <a:moveTo>
                          <a:pt x="4" y="167"/>
                        </a:moveTo>
                        <a:lnTo>
                          <a:pt x="109" y="10"/>
                        </a:lnTo>
                        <a:lnTo>
                          <a:pt x="261" y="94"/>
                        </a:lnTo>
                        <a:lnTo>
                          <a:pt x="278" y="94"/>
                        </a:lnTo>
                        <a:lnTo>
                          <a:pt x="107" y="0"/>
                        </a:lnTo>
                        <a:lnTo>
                          <a:pt x="0" y="160"/>
                        </a:lnTo>
                        <a:lnTo>
                          <a:pt x="4" y="167"/>
                        </a:lnTo>
                      </a:path>
                    </a:pathLst>
                  </a:custGeom>
                  <a:solidFill>
                    <a:srgbClr val="9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 name="Google Shape;64;p6"/>
                  <p:cNvSpPr/>
                  <p:nvPr/>
                </p:nvSpPr>
                <p:spPr>
                  <a:xfrm>
                    <a:off x="1553" y="1457"/>
                    <a:ext cx="13" cy="118"/>
                  </a:xfrm>
                  <a:prstGeom prst="rect">
                    <a:avLst/>
                  </a:prstGeom>
                  <a:solidFill>
                    <a:srgbClr val="FFB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 name="Google Shape;65;p6"/>
                  <p:cNvSpPr/>
                  <p:nvPr/>
                </p:nvSpPr>
                <p:spPr>
                  <a:xfrm>
                    <a:off x="1530" y="1458"/>
                    <a:ext cx="21" cy="118"/>
                  </a:xfrm>
                  <a:custGeom>
                    <a:rect b="b" l="l" r="r" t="t"/>
                    <a:pathLst>
                      <a:path extrusionOk="0" h="118" w="21">
                        <a:moveTo>
                          <a:pt x="20" y="117"/>
                        </a:moveTo>
                        <a:lnTo>
                          <a:pt x="0" y="112"/>
                        </a:lnTo>
                        <a:lnTo>
                          <a:pt x="0" y="0"/>
                        </a:lnTo>
                        <a:lnTo>
                          <a:pt x="20" y="0"/>
                        </a:lnTo>
                        <a:lnTo>
                          <a:pt x="20" y="117"/>
                        </a:lnTo>
                      </a:path>
                    </a:pathLst>
                  </a:custGeom>
                  <a:solidFill>
                    <a:srgbClr val="BF7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66" name="Google Shape;66;p6"/>
                <p:cNvSpPr/>
                <p:nvPr/>
              </p:nvSpPr>
              <p:spPr>
                <a:xfrm>
                  <a:off x="1500" y="1426"/>
                  <a:ext cx="41" cy="26"/>
                </a:xfrm>
                <a:custGeom>
                  <a:rect b="b" l="l" r="r" t="t"/>
                  <a:pathLst>
                    <a:path extrusionOk="0" h="26" w="41">
                      <a:moveTo>
                        <a:pt x="0" y="25"/>
                      </a:moveTo>
                      <a:lnTo>
                        <a:pt x="36" y="0"/>
                      </a:lnTo>
                      <a:lnTo>
                        <a:pt x="40" y="21"/>
                      </a:lnTo>
                      <a:lnTo>
                        <a:pt x="0" y="25"/>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 name="Google Shape;67;p6"/>
                <p:cNvSpPr/>
                <p:nvPr/>
              </p:nvSpPr>
              <p:spPr>
                <a:xfrm>
                  <a:off x="1506" y="1458"/>
                  <a:ext cx="134" cy="5"/>
                </a:xfrm>
                <a:custGeom>
                  <a:rect b="b" l="l" r="r" t="t"/>
                  <a:pathLst>
                    <a:path extrusionOk="0" h="5" w="134">
                      <a:moveTo>
                        <a:pt x="0" y="2"/>
                      </a:moveTo>
                      <a:lnTo>
                        <a:pt x="38" y="0"/>
                      </a:lnTo>
                      <a:lnTo>
                        <a:pt x="133" y="1"/>
                      </a:lnTo>
                      <a:lnTo>
                        <a:pt x="38" y="4"/>
                      </a:lnTo>
                      <a:lnTo>
                        <a:pt x="0" y="2"/>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 name="Google Shape;68;p6"/>
                <p:cNvSpPr/>
                <p:nvPr/>
              </p:nvSpPr>
              <p:spPr>
                <a:xfrm>
                  <a:off x="1500" y="1450"/>
                  <a:ext cx="46" cy="10"/>
                </a:xfrm>
                <a:custGeom>
                  <a:rect b="b" l="l" r="r" t="t"/>
                  <a:pathLst>
                    <a:path extrusionOk="0" h="10" w="46">
                      <a:moveTo>
                        <a:pt x="0" y="3"/>
                      </a:moveTo>
                      <a:lnTo>
                        <a:pt x="40" y="0"/>
                      </a:lnTo>
                      <a:lnTo>
                        <a:pt x="45" y="7"/>
                      </a:lnTo>
                      <a:lnTo>
                        <a:pt x="5" y="9"/>
                      </a:lnTo>
                      <a:lnTo>
                        <a:pt x="0" y="3"/>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69" name="Google Shape;69;p6"/>
              <p:cNvSpPr/>
              <p:nvPr/>
            </p:nvSpPr>
            <p:spPr>
              <a:xfrm>
                <a:off x="1618" y="1360"/>
                <a:ext cx="503" cy="209"/>
              </a:xfrm>
              <a:custGeom>
                <a:rect b="b" l="l" r="r" t="t"/>
                <a:pathLst>
                  <a:path extrusionOk="0" h="209" w="503">
                    <a:moveTo>
                      <a:pt x="0" y="208"/>
                    </a:moveTo>
                    <a:lnTo>
                      <a:pt x="502" y="177"/>
                    </a:lnTo>
                    <a:lnTo>
                      <a:pt x="502" y="98"/>
                    </a:lnTo>
                    <a:lnTo>
                      <a:pt x="252" y="18"/>
                    </a:lnTo>
                    <a:lnTo>
                      <a:pt x="0" y="0"/>
                    </a:lnTo>
                    <a:lnTo>
                      <a:pt x="0" y="208"/>
                    </a:lnTo>
                  </a:path>
                </a:pathLst>
              </a:custGeom>
              <a:solidFill>
                <a:srgbClr val="FFB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 name="Google Shape;70;p6"/>
              <p:cNvSpPr/>
              <p:nvPr/>
            </p:nvSpPr>
            <p:spPr>
              <a:xfrm>
                <a:off x="1390" y="1334"/>
                <a:ext cx="795" cy="129"/>
              </a:xfrm>
              <a:custGeom>
                <a:rect b="b" l="l" r="r" t="t"/>
                <a:pathLst>
                  <a:path extrusionOk="0" h="129" w="795">
                    <a:moveTo>
                      <a:pt x="0" y="0"/>
                    </a:moveTo>
                    <a:lnTo>
                      <a:pt x="475" y="42"/>
                    </a:lnTo>
                    <a:lnTo>
                      <a:pt x="794" y="128"/>
                    </a:lnTo>
                    <a:lnTo>
                      <a:pt x="150" y="113"/>
                    </a:lnTo>
                    <a:lnTo>
                      <a:pt x="147" y="91"/>
                    </a:lnTo>
                    <a:lnTo>
                      <a:pt x="166" y="91"/>
                    </a:lnTo>
                    <a:lnTo>
                      <a:pt x="0"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 name="Google Shape;71;p6"/>
              <p:cNvSpPr/>
              <p:nvPr/>
            </p:nvSpPr>
            <p:spPr>
              <a:xfrm>
                <a:off x="1619" y="1355"/>
                <a:ext cx="264" cy="130"/>
              </a:xfrm>
              <a:custGeom>
                <a:rect b="b" l="l" r="r" t="t"/>
                <a:pathLst>
                  <a:path extrusionOk="0" h="130" w="264">
                    <a:moveTo>
                      <a:pt x="0" y="98"/>
                    </a:moveTo>
                    <a:lnTo>
                      <a:pt x="0" y="129"/>
                    </a:lnTo>
                    <a:lnTo>
                      <a:pt x="34" y="129"/>
                    </a:lnTo>
                    <a:lnTo>
                      <a:pt x="58" y="99"/>
                    </a:lnTo>
                    <a:lnTo>
                      <a:pt x="200" y="99"/>
                    </a:lnTo>
                    <a:lnTo>
                      <a:pt x="200" y="114"/>
                    </a:lnTo>
                    <a:lnTo>
                      <a:pt x="263" y="114"/>
                    </a:lnTo>
                    <a:lnTo>
                      <a:pt x="177" y="5"/>
                    </a:lnTo>
                    <a:lnTo>
                      <a:pt x="88" y="0"/>
                    </a:lnTo>
                    <a:lnTo>
                      <a:pt x="18" y="99"/>
                    </a:lnTo>
                    <a:lnTo>
                      <a:pt x="0" y="98"/>
                    </a:lnTo>
                  </a:path>
                </a:pathLst>
              </a:custGeom>
              <a:solidFill>
                <a:srgbClr val="FF9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 name="Google Shape;72;p6"/>
              <p:cNvSpPr/>
              <p:nvPr/>
            </p:nvSpPr>
            <p:spPr>
              <a:xfrm>
                <a:off x="1721" y="1320"/>
                <a:ext cx="85" cy="41"/>
              </a:xfrm>
              <a:custGeom>
                <a:rect b="b" l="l" r="r" t="t"/>
                <a:pathLst>
                  <a:path extrusionOk="0" h="41" w="85">
                    <a:moveTo>
                      <a:pt x="16" y="0"/>
                    </a:moveTo>
                    <a:lnTo>
                      <a:pt x="0" y="32"/>
                    </a:lnTo>
                    <a:lnTo>
                      <a:pt x="84" y="40"/>
                    </a:lnTo>
                    <a:lnTo>
                      <a:pt x="16"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 name="Google Shape;73;p6"/>
              <p:cNvSpPr/>
              <p:nvPr/>
            </p:nvSpPr>
            <p:spPr>
              <a:xfrm>
                <a:off x="1597" y="1320"/>
                <a:ext cx="140" cy="129"/>
              </a:xfrm>
              <a:custGeom>
                <a:rect b="b" l="l" r="r" t="t"/>
                <a:pathLst>
                  <a:path extrusionOk="0" h="129" w="140">
                    <a:moveTo>
                      <a:pt x="139" y="0"/>
                    </a:moveTo>
                    <a:lnTo>
                      <a:pt x="123" y="34"/>
                    </a:lnTo>
                    <a:lnTo>
                      <a:pt x="39" y="128"/>
                    </a:lnTo>
                    <a:lnTo>
                      <a:pt x="0" y="39"/>
                    </a:lnTo>
                    <a:lnTo>
                      <a:pt x="139" y="0"/>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 name="Google Shape;74;p6"/>
              <p:cNvSpPr/>
              <p:nvPr/>
            </p:nvSpPr>
            <p:spPr>
              <a:xfrm>
                <a:off x="1779" y="1370"/>
                <a:ext cx="102" cy="93"/>
              </a:xfrm>
              <a:custGeom>
                <a:rect b="b" l="l" r="r" t="t"/>
                <a:pathLst>
                  <a:path extrusionOk="0" h="93" w="102">
                    <a:moveTo>
                      <a:pt x="27" y="0"/>
                    </a:moveTo>
                    <a:lnTo>
                      <a:pt x="0" y="8"/>
                    </a:lnTo>
                    <a:lnTo>
                      <a:pt x="66" y="92"/>
                    </a:lnTo>
                    <a:lnTo>
                      <a:pt x="101" y="92"/>
                    </a:lnTo>
                    <a:lnTo>
                      <a:pt x="27" y="0"/>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 name="Google Shape;75;p6"/>
              <p:cNvSpPr/>
              <p:nvPr/>
            </p:nvSpPr>
            <p:spPr>
              <a:xfrm>
                <a:off x="1715" y="1360"/>
                <a:ext cx="90" cy="17"/>
              </a:xfrm>
              <a:custGeom>
                <a:rect b="b" l="l" r="r" t="t"/>
                <a:pathLst>
                  <a:path extrusionOk="0" h="17" w="90">
                    <a:moveTo>
                      <a:pt x="89" y="9"/>
                    </a:moveTo>
                    <a:lnTo>
                      <a:pt x="63" y="16"/>
                    </a:lnTo>
                    <a:lnTo>
                      <a:pt x="0" y="12"/>
                    </a:lnTo>
                    <a:lnTo>
                      <a:pt x="13" y="0"/>
                    </a:lnTo>
                    <a:lnTo>
                      <a:pt x="89" y="9"/>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 name="Google Shape;76;p6"/>
              <p:cNvSpPr/>
              <p:nvPr/>
            </p:nvSpPr>
            <p:spPr>
              <a:xfrm>
                <a:off x="1541" y="1355"/>
                <a:ext cx="643" cy="114"/>
              </a:xfrm>
              <a:custGeom>
                <a:rect b="b" l="l" r="r" t="t"/>
                <a:pathLst>
                  <a:path extrusionOk="0" h="114" w="643">
                    <a:moveTo>
                      <a:pt x="0" y="92"/>
                    </a:moveTo>
                    <a:lnTo>
                      <a:pt x="4" y="103"/>
                    </a:lnTo>
                    <a:lnTo>
                      <a:pt x="100" y="103"/>
                    </a:lnTo>
                    <a:lnTo>
                      <a:pt x="185" y="9"/>
                    </a:lnTo>
                    <a:lnTo>
                      <a:pt x="259" y="17"/>
                    </a:lnTo>
                    <a:lnTo>
                      <a:pt x="334" y="108"/>
                    </a:lnTo>
                    <a:lnTo>
                      <a:pt x="638" y="113"/>
                    </a:lnTo>
                    <a:lnTo>
                      <a:pt x="642" y="106"/>
                    </a:lnTo>
                    <a:lnTo>
                      <a:pt x="339" y="99"/>
                    </a:lnTo>
                    <a:lnTo>
                      <a:pt x="266" y="8"/>
                    </a:lnTo>
                    <a:lnTo>
                      <a:pt x="180" y="0"/>
                    </a:lnTo>
                    <a:lnTo>
                      <a:pt x="96" y="92"/>
                    </a:lnTo>
                    <a:lnTo>
                      <a:pt x="0" y="92"/>
                    </a:lnTo>
                  </a:path>
                </a:pathLst>
              </a:custGeom>
              <a:solidFill>
                <a:srgbClr val="9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7" name="Google Shape;77;p6"/>
            <p:cNvGrpSpPr/>
            <p:nvPr/>
          </p:nvGrpSpPr>
          <p:grpSpPr>
            <a:xfrm>
              <a:off x="1328" y="1451"/>
              <a:ext cx="155" cy="96"/>
              <a:chOff x="1328" y="1451"/>
              <a:chExt cx="155" cy="96"/>
            </a:xfrm>
          </p:grpSpPr>
          <p:grpSp>
            <p:nvGrpSpPr>
              <p:cNvPr id="78" name="Google Shape;78;p6"/>
              <p:cNvGrpSpPr/>
              <p:nvPr/>
            </p:nvGrpSpPr>
            <p:grpSpPr>
              <a:xfrm>
                <a:off x="1371" y="1451"/>
                <a:ext cx="76" cy="96"/>
                <a:chOff x="1371" y="1451"/>
                <a:chExt cx="76" cy="96"/>
              </a:xfrm>
            </p:grpSpPr>
            <p:grpSp>
              <p:nvGrpSpPr>
                <p:cNvPr id="79" name="Google Shape;79;p6"/>
                <p:cNvGrpSpPr/>
                <p:nvPr/>
              </p:nvGrpSpPr>
              <p:grpSpPr>
                <a:xfrm>
                  <a:off x="1371" y="1451"/>
                  <a:ext cx="76" cy="47"/>
                  <a:chOff x="1371" y="1451"/>
                  <a:chExt cx="76" cy="47"/>
                </a:xfrm>
              </p:grpSpPr>
              <p:sp>
                <p:nvSpPr>
                  <p:cNvPr id="80" name="Google Shape;80;p6"/>
                  <p:cNvSpPr/>
                  <p:nvPr/>
                </p:nvSpPr>
                <p:spPr>
                  <a:xfrm>
                    <a:off x="1371" y="1451"/>
                    <a:ext cx="74" cy="22"/>
                  </a:xfrm>
                  <a:custGeom>
                    <a:rect b="b" l="l" r="r" t="t"/>
                    <a:pathLst>
                      <a:path extrusionOk="0" h="22" w="74">
                        <a:moveTo>
                          <a:pt x="0" y="21"/>
                        </a:moveTo>
                        <a:lnTo>
                          <a:pt x="43" y="0"/>
                        </a:lnTo>
                        <a:lnTo>
                          <a:pt x="73" y="21"/>
                        </a:lnTo>
                        <a:lnTo>
                          <a:pt x="0" y="21"/>
                        </a:lnTo>
                      </a:path>
                    </a:pathLst>
                  </a:custGeom>
                  <a:solidFill>
                    <a:srgbClr val="9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 name="Google Shape;81;p6"/>
                  <p:cNvSpPr/>
                  <p:nvPr/>
                </p:nvSpPr>
                <p:spPr>
                  <a:xfrm>
                    <a:off x="1418" y="1476"/>
                    <a:ext cx="28" cy="22"/>
                  </a:xfrm>
                  <a:custGeom>
                    <a:rect b="b" l="l" r="r" t="t"/>
                    <a:pathLst>
                      <a:path extrusionOk="0" h="22" w="28">
                        <a:moveTo>
                          <a:pt x="0" y="0"/>
                        </a:moveTo>
                        <a:lnTo>
                          <a:pt x="0" y="21"/>
                        </a:lnTo>
                        <a:lnTo>
                          <a:pt x="27" y="2"/>
                        </a:lnTo>
                        <a:lnTo>
                          <a:pt x="0" y="0"/>
                        </a:lnTo>
                      </a:path>
                    </a:pathLst>
                  </a:custGeom>
                  <a:solidFill>
                    <a:srgbClr val="FF9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 name="Google Shape;82;p6"/>
                  <p:cNvSpPr/>
                  <p:nvPr/>
                </p:nvSpPr>
                <p:spPr>
                  <a:xfrm>
                    <a:off x="1371" y="1473"/>
                    <a:ext cx="76" cy="4"/>
                  </a:xfrm>
                  <a:custGeom>
                    <a:rect b="b" l="l" r="r" t="t"/>
                    <a:pathLst>
                      <a:path extrusionOk="0" h="4" w="76">
                        <a:moveTo>
                          <a:pt x="0" y="0"/>
                        </a:moveTo>
                        <a:lnTo>
                          <a:pt x="73" y="0"/>
                        </a:lnTo>
                        <a:lnTo>
                          <a:pt x="75" y="3"/>
                        </a:lnTo>
                        <a:lnTo>
                          <a:pt x="4" y="3"/>
                        </a:lnTo>
                        <a:lnTo>
                          <a:pt x="0" y="0"/>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3" name="Google Shape;83;p6"/>
                <p:cNvGrpSpPr/>
                <p:nvPr/>
              </p:nvGrpSpPr>
              <p:grpSpPr>
                <a:xfrm>
                  <a:off x="1376" y="1477"/>
                  <a:ext cx="41" cy="70"/>
                  <a:chOff x="1376" y="1477"/>
                  <a:chExt cx="41" cy="70"/>
                </a:xfrm>
              </p:grpSpPr>
              <p:grpSp>
                <p:nvGrpSpPr>
                  <p:cNvPr id="84" name="Google Shape;84;p6"/>
                  <p:cNvGrpSpPr/>
                  <p:nvPr/>
                </p:nvGrpSpPr>
                <p:grpSpPr>
                  <a:xfrm>
                    <a:off x="1376" y="1477"/>
                    <a:ext cx="41" cy="70"/>
                    <a:chOff x="1376" y="1477"/>
                    <a:chExt cx="41" cy="70"/>
                  </a:xfrm>
                </p:grpSpPr>
                <p:sp>
                  <p:nvSpPr>
                    <p:cNvPr id="85" name="Google Shape;85;p6"/>
                    <p:cNvSpPr/>
                    <p:nvPr/>
                  </p:nvSpPr>
                  <p:spPr>
                    <a:xfrm>
                      <a:off x="1376" y="1477"/>
                      <a:ext cx="41" cy="68"/>
                    </a:xfrm>
                    <a:custGeom>
                      <a:rect b="b" l="l" r="r" t="t"/>
                      <a:pathLst>
                        <a:path extrusionOk="0" h="68" w="41">
                          <a:moveTo>
                            <a:pt x="0" y="0"/>
                          </a:moveTo>
                          <a:lnTo>
                            <a:pt x="40" y="0"/>
                          </a:lnTo>
                          <a:lnTo>
                            <a:pt x="40" y="67"/>
                          </a:lnTo>
                          <a:lnTo>
                            <a:pt x="0" y="62"/>
                          </a:lnTo>
                          <a:lnTo>
                            <a:pt x="0"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 name="Google Shape;86;p6"/>
                    <p:cNvSpPr/>
                    <p:nvPr/>
                  </p:nvSpPr>
                  <p:spPr>
                    <a:xfrm>
                      <a:off x="1376" y="1477"/>
                      <a:ext cx="41" cy="21"/>
                    </a:xfrm>
                    <a:custGeom>
                      <a:rect b="b" l="l" r="r" t="t"/>
                      <a:pathLst>
                        <a:path extrusionOk="0" h="21" w="41">
                          <a:moveTo>
                            <a:pt x="0" y="0"/>
                          </a:moveTo>
                          <a:lnTo>
                            <a:pt x="40" y="0"/>
                          </a:lnTo>
                          <a:lnTo>
                            <a:pt x="40" y="20"/>
                          </a:lnTo>
                          <a:lnTo>
                            <a:pt x="0" y="20"/>
                          </a:lnTo>
                          <a:lnTo>
                            <a:pt x="0"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 name="Google Shape;87;p6"/>
                    <p:cNvSpPr/>
                    <p:nvPr/>
                  </p:nvSpPr>
                  <p:spPr>
                    <a:xfrm>
                      <a:off x="1379" y="1480"/>
                      <a:ext cx="37" cy="67"/>
                    </a:xfrm>
                    <a:custGeom>
                      <a:rect b="b" l="l" r="r" t="t"/>
                      <a:pathLst>
                        <a:path extrusionOk="0" h="67" w="37">
                          <a:moveTo>
                            <a:pt x="0" y="62"/>
                          </a:moveTo>
                          <a:lnTo>
                            <a:pt x="0" y="0"/>
                          </a:lnTo>
                          <a:lnTo>
                            <a:pt x="36" y="0"/>
                          </a:lnTo>
                          <a:lnTo>
                            <a:pt x="36" y="66"/>
                          </a:lnTo>
                        </a:path>
                      </a:pathLst>
                    </a:custGeom>
                    <a:noFill/>
                    <a:ln cap="rnd" cmpd="sng" w="12700">
                      <a:solidFill>
                        <a:srgbClr val="5F3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8" name="Google Shape;88;p6"/>
                  <p:cNvGrpSpPr/>
                  <p:nvPr/>
                </p:nvGrpSpPr>
                <p:grpSpPr>
                  <a:xfrm>
                    <a:off x="1382" y="1484"/>
                    <a:ext cx="32" cy="38"/>
                    <a:chOff x="1382" y="1484"/>
                    <a:chExt cx="32" cy="38"/>
                  </a:xfrm>
                </p:grpSpPr>
                <p:grpSp>
                  <p:nvGrpSpPr>
                    <p:cNvPr id="89" name="Google Shape;89;p6"/>
                    <p:cNvGrpSpPr/>
                    <p:nvPr/>
                  </p:nvGrpSpPr>
                  <p:grpSpPr>
                    <a:xfrm>
                      <a:off x="1382" y="1484"/>
                      <a:ext cx="32" cy="18"/>
                      <a:chOff x="1382" y="1484"/>
                      <a:chExt cx="32" cy="18"/>
                    </a:xfrm>
                  </p:grpSpPr>
                  <p:grpSp>
                    <p:nvGrpSpPr>
                      <p:cNvPr id="90" name="Google Shape;90;p6"/>
                      <p:cNvGrpSpPr/>
                      <p:nvPr/>
                    </p:nvGrpSpPr>
                    <p:grpSpPr>
                      <a:xfrm>
                        <a:off x="1382" y="1484"/>
                        <a:ext cx="15" cy="18"/>
                        <a:chOff x="1382" y="1484"/>
                        <a:chExt cx="15" cy="18"/>
                      </a:xfrm>
                    </p:grpSpPr>
                    <p:sp>
                      <p:nvSpPr>
                        <p:cNvPr id="91" name="Google Shape;91;p6"/>
                        <p:cNvSpPr/>
                        <p:nvPr/>
                      </p:nvSpPr>
                      <p:spPr>
                        <a:xfrm>
                          <a:off x="1382" y="1484"/>
                          <a:ext cx="14" cy="18"/>
                        </a:xfrm>
                        <a:custGeom>
                          <a:rect b="b" l="l" r="r" t="t"/>
                          <a:pathLst>
                            <a:path extrusionOk="0" h="18" w="14">
                              <a:moveTo>
                                <a:pt x="0" y="0"/>
                              </a:moveTo>
                              <a:lnTo>
                                <a:pt x="0" y="17"/>
                              </a:lnTo>
                              <a:lnTo>
                                <a:pt x="13" y="17"/>
                              </a:lnTo>
                            </a:path>
                          </a:pathLst>
                        </a:custGeom>
                        <a:noFill/>
                        <a:ln cap="rnd" cmpd="sng" w="12700">
                          <a:solidFill>
                            <a:srgbClr val="BF7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2" name="Google Shape;92;p6"/>
                        <p:cNvSpPr/>
                        <p:nvPr/>
                      </p:nvSpPr>
                      <p:spPr>
                        <a:xfrm>
                          <a:off x="1383" y="1484"/>
                          <a:ext cx="14" cy="18"/>
                        </a:xfrm>
                        <a:custGeom>
                          <a:rect b="b" l="l" r="r" t="t"/>
                          <a:pathLst>
                            <a:path extrusionOk="0" h="18" w="14">
                              <a:moveTo>
                                <a:pt x="0" y="0"/>
                              </a:moveTo>
                              <a:lnTo>
                                <a:pt x="0" y="17"/>
                              </a:lnTo>
                              <a:lnTo>
                                <a:pt x="13" y="17"/>
                              </a:lnTo>
                            </a:path>
                          </a:pathLst>
                        </a:custGeom>
                        <a:noFill/>
                        <a:ln cap="rnd" cmpd="sng" w="12700">
                          <a:solidFill>
                            <a:srgbClr val="5F3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3" name="Google Shape;93;p6"/>
                      <p:cNvGrpSpPr/>
                      <p:nvPr/>
                    </p:nvGrpSpPr>
                    <p:grpSpPr>
                      <a:xfrm>
                        <a:off x="1399" y="1484"/>
                        <a:ext cx="15" cy="18"/>
                        <a:chOff x="1399" y="1484"/>
                        <a:chExt cx="15" cy="18"/>
                      </a:xfrm>
                    </p:grpSpPr>
                    <p:sp>
                      <p:nvSpPr>
                        <p:cNvPr id="94" name="Google Shape;94;p6"/>
                        <p:cNvSpPr/>
                        <p:nvPr/>
                      </p:nvSpPr>
                      <p:spPr>
                        <a:xfrm>
                          <a:off x="1399" y="1484"/>
                          <a:ext cx="14" cy="18"/>
                        </a:xfrm>
                        <a:custGeom>
                          <a:rect b="b" l="l" r="r" t="t"/>
                          <a:pathLst>
                            <a:path extrusionOk="0" h="18" w="14">
                              <a:moveTo>
                                <a:pt x="0" y="0"/>
                              </a:moveTo>
                              <a:lnTo>
                                <a:pt x="0" y="17"/>
                              </a:lnTo>
                              <a:lnTo>
                                <a:pt x="13" y="17"/>
                              </a:lnTo>
                            </a:path>
                          </a:pathLst>
                        </a:custGeom>
                        <a:noFill/>
                        <a:ln cap="rnd" cmpd="sng" w="12700">
                          <a:solidFill>
                            <a:srgbClr val="BF7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 name="Google Shape;95;p6"/>
                        <p:cNvSpPr/>
                        <p:nvPr/>
                      </p:nvSpPr>
                      <p:spPr>
                        <a:xfrm>
                          <a:off x="1400" y="1484"/>
                          <a:ext cx="14" cy="18"/>
                        </a:xfrm>
                        <a:custGeom>
                          <a:rect b="b" l="l" r="r" t="t"/>
                          <a:pathLst>
                            <a:path extrusionOk="0" h="18" w="14">
                              <a:moveTo>
                                <a:pt x="0" y="0"/>
                              </a:moveTo>
                              <a:lnTo>
                                <a:pt x="0" y="17"/>
                              </a:lnTo>
                              <a:lnTo>
                                <a:pt x="13" y="17"/>
                              </a:lnTo>
                            </a:path>
                          </a:pathLst>
                        </a:custGeom>
                        <a:noFill/>
                        <a:ln cap="rnd" cmpd="sng" w="12700">
                          <a:solidFill>
                            <a:srgbClr val="5F3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96" name="Google Shape;96;p6"/>
                    <p:cNvGrpSpPr/>
                    <p:nvPr/>
                  </p:nvGrpSpPr>
                  <p:grpSpPr>
                    <a:xfrm>
                      <a:off x="1382" y="1504"/>
                      <a:ext cx="32" cy="18"/>
                      <a:chOff x="1382" y="1504"/>
                      <a:chExt cx="32" cy="18"/>
                    </a:xfrm>
                  </p:grpSpPr>
                  <p:grpSp>
                    <p:nvGrpSpPr>
                      <p:cNvPr id="97" name="Google Shape;97;p6"/>
                      <p:cNvGrpSpPr/>
                      <p:nvPr/>
                    </p:nvGrpSpPr>
                    <p:grpSpPr>
                      <a:xfrm>
                        <a:off x="1382" y="1504"/>
                        <a:ext cx="15" cy="18"/>
                        <a:chOff x="1382" y="1504"/>
                        <a:chExt cx="15" cy="18"/>
                      </a:xfrm>
                    </p:grpSpPr>
                    <p:sp>
                      <p:nvSpPr>
                        <p:cNvPr id="98" name="Google Shape;98;p6"/>
                        <p:cNvSpPr/>
                        <p:nvPr/>
                      </p:nvSpPr>
                      <p:spPr>
                        <a:xfrm>
                          <a:off x="1382" y="1504"/>
                          <a:ext cx="14" cy="18"/>
                        </a:xfrm>
                        <a:custGeom>
                          <a:rect b="b" l="l" r="r" t="t"/>
                          <a:pathLst>
                            <a:path extrusionOk="0" h="18" w="14">
                              <a:moveTo>
                                <a:pt x="0" y="0"/>
                              </a:moveTo>
                              <a:lnTo>
                                <a:pt x="0" y="17"/>
                              </a:lnTo>
                              <a:lnTo>
                                <a:pt x="13" y="17"/>
                              </a:lnTo>
                            </a:path>
                          </a:pathLst>
                        </a:custGeom>
                        <a:noFill/>
                        <a:ln cap="rnd" cmpd="sng" w="12700">
                          <a:solidFill>
                            <a:srgbClr val="BF7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 name="Google Shape;99;p6"/>
                        <p:cNvSpPr/>
                        <p:nvPr/>
                      </p:nvSpPr>
                      <p:spPr>
                        <a:xfrm>
                          <a:off x="1383" y="1504"/>
                          <a:ext cx="14" cy="18"/>
                        </a:xfrm>
                        <a:custGeom>
                          <a:rect b="b" l="l" r="r" t="t"/>
                          <a:pathLst>
                            <a:path extrusionOk="0" h="18" w="14">
                              <a:moveTo>
                                <a:pt x="0" y="0"/>
                              </a:moveTo>
                              <a:lnTo>
                                <a:pt x="0" y="17"/>
                              </a:lnTo>
                              <a:lnTo>
                                <a:pt x="13" y="17"/>
                              </a:lnTo>
                            </a:path>
                          </a:pathLst>
                        </a:custGeom>
                        <a:noFill/>
                        <a:ln cap="rnd" cmpd="sng" w="12700">
                          <a:solidFill>
                            <a:srgbClr val="5F3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00" name="Google Shape;100;p6"/>
                      <p:cNvGrpSpPr/>
                      <p:nvPr/>
                    </p:nvGrpSpPr>
                    <p:grpSpPr>
                      <a:xfrm>
                        <a:off x="1399" y="1504"/>
                        <a:ext cx="15" cy="18"/>
                        <a:chOff x="1399" y="1504"/>
                        <a:chExt cx="15" cy="18"/>
                      </a:xfrm>
                    </p:grpSpPr>
                    <p:sp>
                      <p:nvSpPr>
                        <p:cNvPr id="101" name="Google Shape;101;p6"/>
                        <p:cNvSpPr/>
                        <p:nvPr/>
                      </p:nvSpPr>
                      <p:spPr>
                        <a:xfrm>
                          <a:off x="1399" y="1504"/>
                          <a:ext cx="14" cy="18"/>
                        </a:xfrm>
                        <a:custGeom>
                          <a:rect b="b" l="l" r="r" t="t"/>
                          <a:pathLst>
                            <a:path extrusionOk="0" h="18" w="14">
                              <a:moveTo>
                                <a:pt x="0" y="0"/>
                              </a:moveTo>
                              <a:lnTo>
                                <a:pt x="0" y="17"/>
                              </a:lnTo>
                              <a:lnTo>
                                <a:pt x="13" y="17"/>
                              </a:lnTo>
                            </a:path>
                          </a:pathLst>
                        </a:custGeom>
                        <a:noFill/>
                        <a:ln cap="rnd" cmpd="sng" w="12700">
                          <a:solidFill>
                            <a:srgbClr val="BF7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 name="Google Shape;102;p6"/>
                        <p:cNvSpPr/>
                        <p:nvPr/>
                      </p:nvSpPr>
                      <p:spPr>
                        <a:xfrm>
                          <a:off x="1400" y="1504"/>
                          <a:ext cx="14" cy="18"/>
                        </a:xfrm>
                        <a:custGeom>
                          <a:rect b="b" l="l" r="r" t="t"/>
                          <a:pathLst>
                            <a:path extrusionOk="0" h="18" w="14">
                              <a:moveTo>
                                <a:pt x="0" y="0"/>
                              </a:moveTo>
                              <a:lnTo>
                                <a:pt x="0" y="17"/>
                              </a:lnTo>
                              <a:lnTo>
                                <a:pt x="13" y="17"/>
                              </a:lnTo>
                            </a:path>
                          </a:pathLst>
                        </a:custGeom>
                        <a:noFill/>
                        <a:ln cap="rnd" cmpd="sng" w="12700">
                          <a:solidFill>
                            <a:srgbClr val="5F3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grpSp>
          </p:grpSp>
          <p:grpSp>
            <p:nvGrpSpPr>
              <p:cNvPr id="103" name="Google Shape;103;p6"/>
              <p:cNvGrpSpPr/>
              <p:nvPr/>
            </p:nvGrpSpPr>
            <p:grpSpPr>
              <a:xfrm>
                <a:off x="1328" y="1491"/>
                <a:ext cx="155" cy="42"/>
                <a:chOff x="1328" y="1491"/>
                <a:chExt cx="155" cy="42"/>
              </a:xfrm>
            </p:grpSpPr>
            <p:grpSp>
              <p:nvGrpSpPr>
                <p:cNvPr id="104" name="Google Shape;104;p6"/>
                <p:cNvGrpSpPr/>
                <p:nvPr/>
              </p:nvGrpSpPr>
              <p:grpSpPr>
                <a:xfrm>
                  <a:off x="1328" y="1491"/>
                  <a:ext cx="20" cy="36"/>
                  <a:chOff x="1328" y="1491"/>
                  <a:chExt cx="20" cy="36"/>
                </a:xfrm>
              </p:grpSpPr>
              <p:sp>
                <p:nvSpPr>
                  <p:cNvPr id="105" name="Google Shape;105;p6"/>
                  <p:cNvSpPr/>
                  <p:nvPr/>
                </p:nvSpPr>
                <p:spPr>
                  <a:xfrm>
                    <a:off x="1328" y="1491"/>
                    <a:ext cx="20" cy="36"/>
                  </a:xfrm>
                  <a:custGeom>
                    <a:rect b="b" l="l" r="r" t="t"/>
                    <a:pathLst>
                      <a:path extrusionOk="0" h="36" w="20">
                        <a:moveTo>
                          <a:pt x="0" y="1"/>
                        </a:moveTo>
                        <a:lnTo>
                          <a:pt x="19" y="0"/>
                        </a:lnTo>
                        <a:lnTo>
                          <a:pt x="19" y="35"/>
                        </a:lnTo>
                        <a:lnTo>
                          <a:pt x="0" y="33"/>
                        </a:lnTo>
                        <a:lnTo>
                          <a:pt x="0" y="1"/>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6" name="Google Shape;106;p6"/>
                  <p:cNvSpPr/>
                  <p:nvPr/>
                </p:nvSpPr>
                <p:spPr>
                  <a:xfrm>
                    <a:off x="1329" y="1493"/>
                    <a:ext cx="17" cy="16"/>
                  </a:xfrm>
                  <a:custGeom>
                    <a:rect b="b" l="l" r="r" t="t"/>
                    <a:pathLst>
                      <a:path extrusionOk="0" h="16" w="17">
                        <a:moveTo>
                          <a:pt x="0" y="1"/>
                        </a:moveTo>
                        <a:lnTo>
                          <a:pt x="0" y="15"/>
                        </a:lnTo>
                        <a:lnTo>
                          <a:pt x="16" y="15"/>
                        </a:lnTo>
                        <a:lnTo>
                          <a:pt x="16" y="0"/>
                        </a:lnTo>
                        <a:lnTo>
                          <a:pt x="0" y="1"/>
                        </a:lnTo>
                      </a:path>
                    </a:pathLst>
                  </a:custGeom>
                  <a:solidFill>
                    <a:srgbClr val="005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7" name="Google Shape;107;p6"/>
                  <p:cNvSpPr/>
                  <p:nvPr/>
                </p:nvSpPr>
                <p:spPr>
                  <a:xfrm>
                    <a:off x="1329" y="1510"/>
                    <a:ext cx="17" cy="16"/>
                  </a:xfrm>
                  <a:custGeom>
                    <a:rect b="b" l="l" r="r" t="t"/>
                    <a:pathLst>
                      <a:path extrusionOk="0" h="16" w="17">
                        <a:moveTo>
                          <a:pt x="0" y="0"/>
                        </a:moveTo>
                        <a:lnTo>
                          <a:pt x="16" y="0"/>
                        </a:lnTo>
                        <a:lnTo>
                          <a:pt x="16" y="15"/>
                        </a:lnTo>
                        <a:lnTo>
                          <a:pt x="0" y="13"/>
                        </a:lnTo>
                        <a:lnTo>
                          <a:pt x="0" y="0"/>
                        </a:lnTo>
                      </a:path>
                    </a:pathLst>
                  </a:custGeom>
                  <a:solidFill>
                    <a:srgbClr val="005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08" name="Google Shape;108;p6"/>
                <p:cNvGrpSpPr/>
                <p:nvPr/>
              </p:nvGrpSpPr>
              <p:grpSpPr>
                <a:xfrm>
                  <a:off x="1439" y="1496"/>
                  <a:ext cx="44" cy="37"/>
                  <a:chOff x="1439" y="1496"/>
                  <a:chExt cx="44" cy="37"/>
                </a:xfrm>
              </p:grpSpPr>
              <p:sp>
                <p:nvSpPr>
                  <p:cNvPr id="109" name="Google Shape;109;p6"/>
                  <p:cNvSpPr/>
                  <p:nvPr/>
                </p:nvSpPr>
                <p:spPr>
                  <a:xfrm>
                    <a:off x="1439" y="1496"/>
                    <a:ext cx="44" cy="37"/>
                  </a:xfrm>
                  <a:custGeom>
                    <a:rect b="b" l="l" r="r" t="t"/>
                    <a:pathLst>
                      <a:path extrusionOk="0" h="37" w="44">
                        <a:moveTo>
                          <a:pt x="0" y="0"/>
                        </a:moveTo>
                        <a:lnTo>
                          <a:pt x="43" y="0"/>
                        </a:lnTo>
                        <a:lnTo>
                          <a:pt x="43" y="36"/>
                        </a:lnTo>
                        <a:lnTo>
                          <a:pt x="0" y="33"/>
                        </a:lnTo>
                        <a:lnTo>
                          <a:pt x="0"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0" name="Google Shape;110;p6"/>
                  <p:cNvSpPr/>
                  <p:nvPr/>
                </p:nvSpPr>
                <p:spPr>
                  <a:xfrm>
                    <a:off x="1443" y="1498"/>
                    <a:ext cx="15" cy="13"/>
                  </a:xfrm>
                  <a:prstGeom prst="rect">
                    <a:avLst/>
                  </a:prstGeom>
                  <a:solidFill>
                    <a:srgbClr val="005F5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1" name="Google Shape;111;p6"/>
                  <p:cNvSpPr/>
                  <p:nvPr/>
                </p:nvSpPr>
                <p:spPr>
                  <a:xfrm>
                    <a:off x="1443" y="1515"/>
                    <a:ext cx="16" cy="14"/>
                  </a:xfrm>
                  <a:custGeom>
                    <a:rect b="b" l="l" r="r" t="t"/>
                    <a:pathLst>
                      <a:path extrusionOk="0" h="14" w="16">
                        <a:moveTo>
                          <a:pt x="0" y="0"/>
                        </a:moveTo>
                        <a:lnTo>
                          <a:pt x="15" y="0"/>
                        </a:lnTo>
                        <a:lnTo>
                          <a:pt x="15" y="13"/>
                        </a:lnTo>
                        <a:lnTo>
                          <a:pt x="0" y="12"/>
                        </a:lnTo>
                        <a:lnTo>
                          <a:pt x="0" y="0"/>
                        </a:lnTo>
                      </a:path>
                    </a:pathLst>
                  </a:custGeom>
                  <a:solidFill>
                    <a:srgbClr val="005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2" name="Google Shape;112;p6"/>
                  <p:cNvSpPr/>
                  <p:nvPr/>
                </p:nvSpPr>
                <p:spPr>
                  <a:xfrm>
                    <a:off x="1463" y="1498"/>
                    <a:ext cx="17" cy="13"/>
                  </a:xfrm>
                  <a:prstGeom prst="rect">
                    <a:avLst/>
                  </a:prstGeom>
                  <a:solidFill>
                    <a:srgbClr val="005F5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3" name="Google Shape;113;p6"/>
                  <p:cNvSpPr/>
                  <p:nvPr/>
                </p:nvSpPr>
                <p:spPr>
                  <a:xfrm>
                    <a:off x="1463" y="1515"/>
                    <a:ext cx="17" cy="15"/>
                  </a:xfrm>
                  <a:custGeom>
                    <a:rect b="b" l="l" r="r" t="t"/>
                    <a:pathLst>
                      <a:path extrusionOk="0" h="15" w="17">
                        <a:moveTo>
                          <a:pt x="0" y="0"/>
                        </a:moveTo>
                        <a:lnTo>
                          <a:pt x="16" y="0"/>
                        </a:lnTo>
                        <a:lnTo>
                          <a:pt x="16" y="14"/>
                        </a:lnTo>
                        <a:lnTo>
                          <a:pt x="0" y="13"/>
                        </a:lnTo>
                        <a:lnTo>
                          <a:pt x="0" y="0"/>
                        </a:lnTo>
                      </a:path>
                    </a:pathLst>
                  </a:custGeom>
                  <a:solidFill>
                    <a:srgbClr val="005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grpSp>
          <p:nvGrpSpPr>
            <p:cNvPr id="114" name="Google Shape;114;p6"/>
            <p:cNvGrpSpPr/>
            <p:nvPr/>
          </p:nvGrpSpPr>
          <p:grpSpPr>
            <a:xfrm>
              <a:off x="1874" y="1458"/>
              <a:ext cx="246" cy="92"/>
              <a:chOff x="1874" y="1458"/>
              <a:chExt cx="246" cy="92"/>
            </a:xfrm>
          </p:grpSpPr>
          <p:grpSp>
            <p:nvGrpSpPr>
              <p:cNvPr id="115" name="Google Shape;115;p6"/>
              <p:cNvGrpSpPr/>
              <p:nvPr/>
            </p:nvGrpSpPr>
            <p:grpSpPr>
              <a:xfrm>
                <a:off x="1874" y="1458"/>
                <a:ext cx="246" cy="92"/>
                <a:chOff x="1874" y="1458"/>
                <a:chExt cx="246" cy="92"/>
              </a:xfrm>
            </p:grpSpPr>
            <p:sp>
              <p:nvSpPr>
                <p:cNvPr id="116" name="Google Shape;116;p6"/>
                <p:cNvSpPr/>
                <p:nvPr/>
              </p:nvSpPr>
              <p:spPr>
                <a:xfrm>
                  <a:off x="1877" y="1462"/>
                  <a:ext cx="222" cy="85"/>
                </a:xfrm>
                <a:custGeom>
                  <a:rect b="b" l="l" r="r" t="t"/>
                  <a:pathLst>
                    <a:path extrusionOk="0" h="85" w="222">
                      <a:moveTo>
                        <a:pt x="0" y="0"/>
                      </a:moveTo>
                      <a:lnTo>
                        <a:pt x="0" y="84"/>
                      </a:lnTo>
                      <a:lnTo>
                        <a:pt x="221" y="71"/>
                      </a:lnTo>
                      <a:lnTo>
                        <a:pt x="221" y="2"/>
                      </a:lnTo>
                      <a:lnTo>
                        <a:pt x="0" y="0"/>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7" name="Google Shape;117;p6"/>
                <p:cNvSpPr/>
                <p:nvPr/>
              </p:nvSpPr>
              <p:spPr>
                <a:xfrm>
                  <a:off x="2100" y="1465"/>
                  <a:ext cx="20" cy="10"/>
                </a:xfrm>
                <a:prstGeom prst="rect">
                  <a:avLst/>
                </a:prstGeom>
                <a:solidFill>
                  <a:srgbClr val="FF9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18" name="Google Shape;118;p6"/>
                <p:cNvSpPr/>
                <p:nvPr/>
              </p:nvSpPr>
              <p:spPr>
                <a:xfrm>
                  <a:off x="1877" y="1458"/>
                  <a:ext cx="222" cy="22"/>
                </a:xfrm>
                <a:custGeom>
                  <a:rect b="b" l="l" r="r" t="t"/>
                  <a:pathLst>
                    <a:path extrusionOk="0" h="22" w="222">
                      <a:moveTo>
                        <a:pt x="0" y="0"/>
                      </a:moveTo>
                      <a:lnTo>
                        <a:pt x="221" y="4"/>
                      </a:lnTo>
                      <a:lnTo>
                        <a:pt x="221" y="17"/>
                      </a:lnTo>
                      <a:lnTo>
                        <a:pt x="0" y="21"/>
                      </a:lnTo>
                      <a:lnTo>
                        <a:pt x="0"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19" name="Google Shape;119;p6"/>
                <p:cNvGrpSpPr/>
                <p:nvPr/>
              </p:nvGrpSpPr>
              <p:grpSpPr>
                <a:xfrm>
                  <a:off x="1880" y="1475"/>
                  <a:ext cx="217" cy="54"/>
                  <a:chOff x="1880" y="1475"/>
                  <a:chExt cx="217" cy="54"/>
                </a:xfrm>
              </p:grpSpPr>
              <p:grpSp>
                <p:nvGrpSpPr>
                  <p:cNvPr id="120" name="Google Shape;120;p6"/>
                  <p:cNvGrpSpPr/>
                  <p:nvPr/>
                </p:nvGrpSpPr>
                <p:grpSpPr>
                  <a:xfrm>
                    <a:off x="1880" y="1476"/>
                    <a:ext cx="217" cy="53"/>
                    <a:chOff x="1880" y="1476"/>
                    <a:chExt cx="217" cy="53"/>
                  </a:xfrm>
                </p:grpSpPr>
                <p:cxnSp>
                  <p:nvCxnSpPr>
                    <p:cNvPr id="121" name="Google Shape;121;p6"/>
                    <p:cNvCxnSpPr/>
                    <p:nvPr/>
                  </p:nvCxnSpPr>
                  <p:spPr>
                    <a:xfrm flipH="1" rot="10800000">
                      <a:off x="1881" y="1476"/>
                      <a:ext cx="215" cy="12"/>
                    </a:xfrm>
                    <a:prstGeom prst="straightConnector1">
                      <a:avLst/>
                    </a:prstGeom>
                    <a:noFill/>
                    <a:ln cap="flat" cmpd="sng" w="12700">
                      <a:solidFill>
                        <a:srgbClr val="5F3F1F"/>
                      </a:solidFill>
                      <a:prstDash val="solid"/>
                      <a:miter lim="800000"/>
                      <a:headEnd len="sm" w="sm" type="none"/>
                      <a:tailEnd len="sm" w="sm" type="none"/>
                    </a:ln>
                  </p:spPr>
                </p:cxnSp>
                <p:cxnSp>
                  <p:nvCxnSpPr>
                    <p:cNvPr id="122" name="Google Shape;122;p6"/>
                    <p:cNvCxnSpPr/>
                    <p:nvPr/>
                  </p:nvCxnSpPr>
                  <p:spPr>
                    <a:xfrm flipH="1" rot="10800000">
                      <a:off x="1880" y="1493"/>
                      <a:ext cx="217" cy="15"/>
                    </a:xfrm>
                    <a:prstGeom prst="straightConnector1">
                      <a:avLst/>
                    </a:prstGeom>
                    <a:noFill/>
                    <a:ln cap="flat" cmpd="sng" w="12700">
                      <a:solidFill>
                        <a:srgbClr val="5F3F1F"/>
                      </a:solidFill>
                      <a:prstDash val="solid"/>
                      <a:miter lim="800000"/>
                      <a:headEnd len="sm" w="sm" type="none"/>
                      <a:tailEnd len="sm" w="sm" type="none"/>
                    </a:ln>
                  </p:spPr>
                </p:cxnSp>
                <p:cxnSp>
                  <p:nvCxnSpPr>
                    <p:cNvPr id="123" name="Google Shape;123;p6"/>
                    <p:cNvCxnSpPr/>
                    <p:nvPr/>
                  </p:nvCxnSpPr>
                  <p:spPr>
                    <a:xfrm flipH="1" rot="10800000">
                      <a:off x="1881" y="1510"/>
                      <a:ext cx="214" cy="19"/>
                    </a:xfrm>
                    <a:prstGeom prst="straightConnector1">
                      <a:avLst/>
                    </a:prstGeom>
                    <a:noFill/>
                    <a:ln cap="flat" cmpd="sng" w="12700">
                      <a:solidFill>
                        <a:srgbClr val="5F3F1F"/>
                      </a:solidFill>
                      <a:prstDash val="solid"/>
                      <a:miter lim="800000"/>
                      <a:headEnd len="sm" w="sm" type="none"/>
                      <a:tailEnd len="sm" w="sm" type="none"/>
                    </a:ln>
                  </p:spPr>
                </p:cxnSp>
              </p:grpSp>
              <p:grpSp>
                <p:nvGrpSpPr>
                  <p:cNvPr id="124" name="Google Shape;124;p6"/>
                  <p:cNvGrpSpPr/>
                  <p:nvPr/>
                </p:nvGrpSpPr>
                <p:grpSpPr>
                  <a:xfrm>
                    <a:off x="1880" y="1475"/>
                    <a:ext cx="217" cy="52"/>
                    <a:chOff x="1880" y="1475"/>
                    <a:chExt cx="217" cy="52"/>
                  </a:xfrm>
                </p:grpSpPr>
                <p:cxnSp>
                  <p:nvCxnSpPr>
                    <p:cNvPr id="125" name="Google Shape;125;p6"/>
                    <p:cNvCxnSpPr/>
                    <p:nvPr/>
                  </p:nvCxnSpPr>
                  <p:spPr>
                    <a:xfrm flipH="1" rot="10800000">
                      <a:off x="1881" y="1475"/>
                      <a:ext cx="215" cy="12"/>
                    </a:xfrm>
                    <a:prstGeom prst="straightConnector1">
                      <a:avLst/>
                    </a:prstGeom>
                    <a:noFill/>
                    <a:ln cap="flat" cmpd="sng" w="12700">
                      <a:solidFill>
                        <a:srgbClr val="FFBF7F"/>
                      </a:solidFill>
                      <a:prstDash val="solid"/>
                      <a:miter lim="800000"/>
                      <a:headEnd len="sm" w="sm" type="none"/>
                      <a:tailEnd len="sm" w="sm" type="none"/>
                    </a:ln>
                  </p:spPr>
                </p:cxnSp>
                <p:cxnSp>
                  <p:nvCxnSpPr>
                    <p:cNvPr id="126" name="Google Shape;126;p6"/>
                    <p:cNvCxnSpPr/>
                    <p:nvPr/>
                  </p:nvCxnSpPr>
                  <p:spPr>
                    <a:xfrm flipH="1" rot="10800000">
                      <a:off x="1880" y="1492"/>
                      <a:ext cx="217" cy="15"/>
                    </a:xfrm>
                    <a:prstGeom prst="straightConnector1">
                      <a:avLst/>
                    </a:prstGeom>
                    <a:noFill/>
                    <a:ln cap="flat" cmpd="sng" w="12700">
                      <a:solidFill>
                        <a:srgbClr val="FFBF7F"/>
                      </a:solidFill>
                      <a:prstDash val="solid"/>
                      <a:miter lim="800000"/>
                      <a:headEnd len="sm" w="sm" type="none"/>
                      <a:tailEnd len="sm" w="sm" type="none"/>
                    </a:ln>
                  </p:spPr>
                </p:cxnSp>
                <p:cxnSp>
                  <p:nvCxnSpPr>
                    <p:cNvPr id="127" name="Google Shape;127;p6"/>
                    <p:cNvCxnSpPr/>
                    <p:nvPr/>
                  </p:nvCxnSpPr>
                  <p:spPr>
                    <a:xfrm flipH="1" rot="10800000">
                      <a:off x="1881" y="1508"/>
                      <a:ext cx="214" cy="19"/>
                    </a:xfrm>
                    <a:prstGeom prst="straightConnector1">
                      <a:avLst/>
                    </a:prstGeom>
                    <a:noFill/>
                    <a:ln cap="flat" cmpd="sng" w="12700">
                      <a:solidFill>
                        <a:srgbClr val="FFBF7F"/>
                      </a:solidFill>
                      <a:prstDash val="solid"/>
                      <a:miter lim="800000"/>
                      <a:headEnd len="sm" w="sm" type="none"/>
                      <a:tailEnd len="sm" w="sm" type="none"/>
                    </a:ln>
                  </p:spPr>
                </p:cxnSp>
              </p:grpSp>
              <p:grpSp>
                <p:nvGrpSpPr>
                  <p:cNvPr id="128" name="Google Shape;128;p6"/>
                  <p:cNvGrpSpPr/>
                  <p:nvPr/>
                </p:nvGrpSpPr>
                <p:grpSpPr>
                  <a:xfrm>
                    <a:off x="1881" y="1476"/>
                    <a:ext cx="216" cy="51"/>
                    <a:chOff x="1881" y="1476"/>
                    <a:chExt cx="216" cy="51"/>
                  </a:xfrm>
                </p:grpSpPr>
                <p:cxnSp>
                  <p:nvCxnSpPr>
                    <p:cNvPr id="129" name="Google Shape;129;p6"/>
                    <p:cNvCxnSpPr/>
                    <p:nvPr/>
                  </p:nvCxnSpPr>
                  <p:spPr>
                    <a:xfrm flipH="1" rot="10800000">
                      <a:off x="1881" y="1476"/>
                      <a:ext cx="215" cy="12"/>
                    </a:xfrm>
                    <a:prstGeom prst="straightConnector1">
                      <a:avLst/>
                    </a:prstGeom>
                    <a:noFill/>
                    <a:ln cap="flat" cmpd="sng" w="12700">
                      <a:solidFill>
                        <a:srgbClr val="BF7F1F"/>
                      </a:solidFill>
                      <a:prstDash val="solid"/>
                      <a:miter lim="800000"/>
                      <a:headEnd len="sm" w="sm" type="none"/>
                      <a:tailEnd len="sm" w="sm" type="none"/>
                    </a:ln>
                  </p:spPr>
                </p:cxnSp>
                <p:cxnSp>
                  <p:nvCxnSpPr>
                    <p:cNvPr id="130" name="Google Shape;130;p6"/>
                    <p:cNvCxnSpPr/>
                    <p:nvPr/>
                  </p:nvCxnSpPr>
                  <p:spPr>
                    <a:xfrm flipH="1" rot="10800000">
                      <a:off x="1881" y="1492"/>
                      <a:ext cx="216" cy="15"/>
                    </a:xfrm>
                    <a:prstGeom prst="straightConnector1">
                      <a:avLst/>
                    </a:prstGeom>
                    <a:noFill/>
                    <a:ln cap="flat" cmpd="sng" w="12700">
                      <a:solidFill>
                        <a:srgbClr val="BF7F1F"/>
                      </a:solidFill>
                      <a:prstDash val="solid"/>
                      <a:miter lim="800000"/>
                      <a:headEnd len="sm" w="sm" type="none"/>
                      <a:tailEnd len="sm" w="sm" type="none"/>
                    </a:ln>
                  </p:spPr>
                </p:cxnSp>
                <p:cxnSp>
                  <p:nvCxnSpPr>
                    <p:cNvPr id="131" name="Google Shape;131;p6"/>
                    <p:cNvCxnSpPr/>
                    <p:nvPr/>
                  </p:nvCxnSpPr>
                  <p:spPr>
                    <a:xfrm flipH="1" rot="10800000">
                      <a:off x="1881" y="1508"/>
                      <a:ext cx="215" cy="19"/>
                    </a:xfrm>
                    <a:prstGeom prst="straightConnector1">
                      <a:avLst/>
                    </a:prstGeom>
                    <a:noFill/>
                    <a:ln cap="flat" cmpd="sng" w="12700">
                      <a:solidFill>
                        <a:srgbClr val="BF7F1F"/>
                      </a:solidFill>
                      <a:prstDash val="solid"/>
                      <a:miter lim="800000"/>
                      <a:headEnd len="sm" w="sm" type="none"/>
                      <a:tailEnd len="sm" w="sm" type="none"/>
                    </a:ln>
                  </p:spPr>
                </p:cxnSp>
              </p:grpSp>
            </p:grpSp>
            <p:sp>
              <p:nvSpPr>
                <p:cNvPr id="132" name="Google Shape;132;p6"/>
                <p:cNvSpPr/>
                <p:nvPr/>
              </p:nvSpPr>
              <p:spPr>
                <a:xfrm>
                  <a:off x="1874" y="1461"/>
                  <a:ext cx="1" cy="89"/>
                </a:xfrm>
                <a:custGeom>
                  <a:rect b="b" l="l" r="r" t="t"/>
                  <a:pathLst>
                    <a:path extrusionOk="0" h="89" w="1">
                      <a:moveTo>
                        <a:pt x="0" y="3"/>
                      </a:moveTo>
                      <a:lnTo>
                        <a:pt x="0" y="86"/>
                      </a:lnTo>
                      <a:lnTo>
                        <a:pt x="0" y="88"/>
                      </a:lnTo>
                      <a:lnTo>
                        <a:pt x="0" y="0"/>
                      </a:lnTo>
                      <a:lnTo>
                        <a:pt x="0" y="3"/>
                      </a:lnTo>
                    </a:path>
                  </a:pathLst>
                </a:custGeom>
                <a:solidFill>
                  <a:srgbClr val="BF7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33" name="Google Shape;133;p6"/>
                <p:cNvSpPr/>
                <p:nvPr/>
              </p:nvSpPr>
              <p:spPr>
                <a:xfrm>
                  <a:off x="2100" y="1476"/>
                  <a:ext cx="1" cy="60"/>
                </a:xfrm>
                <a:custGeom>
                  <a:rect b="b" l="l" r="r" t="t"/>
                  <a:pathLst>
                    <a:path extrusionOk="0" h="60" w="1">
                      <a:moveTo>
                        <a:pt x="0" y="58"/>
                      </a:moveTo>
                      <a:lnTo>
                        <a:pt x="0" y="59"/>
                      </a:lnTo>
                      <a:lnTo>
                        <a:pt x="0" y="0"/>
                      </a:lnTo>
                      <a:lnTo>
                        <a:pt x="0" y="0"/>
                      </a:lnTo>
                      <a:lnTo>
                        <a:pt x="0" y="58"/>
                      </a:lnTo>
                    </a:path>
                  </a:pathLst>
                </a:custGeom>
                <a:solidFill>
                  <a:srgbClr val="FF9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34" name="Google Shape;134;p6"/>
                <p:cNvSpPr/>
                <p:nvPr/>
              </p:nvSpPr>
              <p:spPr>
                <a:xfrm>
                  <a:off x="2100" y="1468"/>
                  <a:ext cx="1" cy="8"/>
                </a:xfrm>
                <a:custGeom>
                  <a:rect b="b" l="l" r="r" t="t"/>
                  <a:pathLst>
                    <a:path extrusionOk="0" h="8" w="1">
                      <a:moveTo>
                        <a:pt x="0" y="7"/>
                      </a:moveTo>
                      <a:lnTo>
                        <a:pt x="0" y="7"/>
                      </a:lnTo>
                      <a:lnTo>
                        <a:pt x="0" y="0"/>
                      </a:lnTo>
                      <a:lnTo>
                        <a:pt x="0" y="0"/>
                      </a:lnTo>
                      <a:lnTo>
                        <a:pt x="0" y="7"/>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35" name="Google Shape;135;p6"/>
              <p:cNvGrpSpPr/>
              <p:nvPr/>
            </p:nvGrpSpPr>
            <p:grpSpPr>
              <a:xfrm>
                <a:off x="1980" y="1535"/>
                <a:ext cx="17" cy="3"/>
                <a:chOff x="1980" y="1535"/>
                <a:chExt cx="17" cy="3"/>
              </a:xfrm>
            </p:grpSpPr>
            <p:sp>
              <p:nvSpPr>
                <p:cNvPr id="136" name="Google Shape;136;p6"/>
                <p:cNvSpPr/>
                <p:nvPr/>
              </p:nvSpPr>
              <p:spPr>
                <a:xfrm>
                  <a:off x="1980" y="1535"/>
                  <a:ext cx="17" cy="3"/>
                </a:xfrm>
                <a:custGeom>
                  <a:rect b="b" l="l" r="r" t="t"/>
                  <a:pathLst>
                    <a:path extrusionOk="0" h="3" w="17">
                      <a:moveTo>
                        <a:pt x="0" y="1"/>
                      </a:moveTo>
                      <a:lnTo>
                        <a:pt x="4" y="2"/>
                      </a:lnTo>
                      <a:lnTo>
                        <a:pt x="13" y="2"/>
                      </a:lnTo>
                      <a:lnTo>
                        <a:pt x="16" y="0"/>
                      </a:lnTo>
                      <a:lnTo>
                        <a:pt x="13" y="0"/>
                      </a:lnTo>
                      <a:lnTo>
                        <a:pt x="12" y="1"/>
                      </a:lnTo>
                      <a:lnTo>
                        <a:pt x="5" y="1"/>
                      </a:lnTo>
                      <a:lnTo>
                        <a:pt x="3" y="0"/>
                      </a:lnTo>
                      <a:lnTo>
                        <a:pt x="0" y="1"/>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37" name="Google Shape;137;p6"/>
                <p:cNvSpPr/>
                <p:nvPr/>
              </p:nvSpPr>
              <p:spPr>
                <a:xfrm>
                  <a:off x="1980" y="1535"/>
                  <a:ext cx="16" cy="2"/>
                </a:xfrm>
                <a:custGeom>
                  <a:rect b="b" l="l" r="r" t="t"/>
                  <a:pathLst>
                    <a:path extrusionOk="0" h="2" w="16">
                      <a:moveTo>
                        <a:pt x="0" y="0"/>
                      </a:moveTo>
                      <a:lnTo>
                        <a:pt x="4" y="1"/>
                      </a:lnTo>
                      <a:lnTo>
                        <a:pt x="13" y="1"/>
                      </a:lnTo>
                      <a:lnTo>
                        <a:pt x="15" y="0"/>
                      </a:lnTo>
                      <a:lnTo>
                        <a:pt x="13" y="0"/>
                      </a:lnTo>
                      <a:lnTo>
                        <a:pt x="12" y="0"/>
                      </a:lnTo>
                      <a:lnTo>
                        <a:pt x="5" y="1"/>
                      </a:lnTo>
                      <a:lnTo>
                        <a:pt x="3" y="0"/>
                      </a:lnTo>
                      <a:lnTo>
                        <a:pt x="0" y="0"/>
                      </a:lnTo>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138" name="Google Shape;138;p6"/>
              <p:cNvSpPr/>
              <p:nvPr/>
            </p:nvSpPr>
            <p:spPr>
              <a:xfrm>
                <a:off x="1874" y="1535"/>
                <a:ext cx="227" cy="15"/>
              </a:xfrm>
              <a:custGeom>
                <a:rect b="b" l="l" r="r" t="t"/>
                <a:pathLst>
                  <a:path extrusionOk="0" h="15" w="227">
                    <a:moveTo>
                      <a:pt x="3" y="12"/>
                    </a:moveTo>
                    <a:lnTo>
                      <a:pt x="224" y="0"/>
                    </a:lnTo>
                    <a:lnTo>
                      <a:pt x="226" y="1"/>
                    </a:lnTo>
                    <a:lnTo>
                      <a:pt x="0" y="14"/>
                    </a:lnTo>
                    <a:lnTo>
                      <a:pt x="3" y="12"/>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39" name="Google Shape;139;p6"/>
            <p:cNvGrpSpPr/>
            <p:nvPr/>
          </p:nvGrpSpPr>
          <p:grpSpPr>
            <a:xfrm>
              <a:off x="1659" y="1397"/>
              <a:ext cx="166" cy="140"/>
              <a:chOff x="1659" y="1397"/>
              <a:chExt cx="166" cy="140"/>
            </a:xfrm>
          </p:grpSpPr>
          <p:grpSp>
            <p:nvGrpSpPr>
              <p:cNvPr id="140" name="Google Shape;140;p6"/>
              <p:cNvGrpSpPr/>
              <p:nvPr/>
            </p:nvGrpSpPr>
            <p:grpSpPr>
              <a:xfrm>
                <a:off x="1676" y="1397"/>
                <a:ext cx="130" cy="101"/>
                <a:chOff x="1676" y="1397"/>
                <a:chExt cx="130" cy="101"/>
              </a:xfrm>
            </p:grpSpPr>
            <p:sp>
              <p:nvSpPr>
                <p:cNvPr id="141" name="Google Shape;141;p6"/>
                <p:cNvSpPr/>
                <p:nvPr/>
              </p:nvSpPr>
              <p:spPr>
                <a:xfrm>
                  <a:off x="1676" y="1397"/>
                  <a:ext cx="127" cy="100"/>
                </a:xfrm>
                <a:prstGeom prst="ellipse">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2" name="Google Shape;142;p6"/>
                <p:cNvSpPr/>
                <p:nvPr/>
              </p:nvSpPr>
              <p:spPr>
                <a:xfrm>
                  <a:off x="1680" y="1397"/>
                  <a:ext cx="126" cy="101"/>
                </a:xfrm>
                <a:prstGeom prst="ellipse">
                  <a:avLst/>
                </a:prstGeom>
                <a:solidFill>
                  <a:srgbClr val="FFBF7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3" name="Google Shape;143;p6"/>
                <p:cNvSpPr/>
                <p:nvPr/>
              </p:nvSpPr>
              <p:spPr>
                <a:xfrm>
                  <a:off x="1692" y="1405"/>
                  <a:ext cx="105" cy="85"/>
                </a:xfrm>
                <a:prstGeom prst="ellipse">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4" name="Google Shape;144;p6"/>
                <p:cNvSpPr/>
                <p:nvPr/>
              </p:nvSpPr>
              <p:spPr>
                <a:xfrm>
                  <a:off x="1688" y="1405"/>
                  <a:ext cx="105" cy="85"/>
                </a:xfrm>
                <a:prstGeom prst="ellipse">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45" name="Google Shape;145;p6"/>
                <p:cNvGrpSpPr/>
                <p:nvPr/>
              </p:nvGrpSpPr>
              <p:grpSpPr>
                <a:xfrm>
                  <a:off x="1698" y="1409"/>
                  <a:ext cx="88" cy="52"/>
                  <a:chOff x="1698" y="1409"/>
                  <a:chExt cx="88" cy="52"/>
                </a:xfrm>
              </p:grpSpPr>
              <p:cxnSp>
                <p:nvCxnSpPr>
                  <p:cNvPr id="146" name="Google Shape;146;p6"/>
                  <p:cNvCxnSpPr/>
                  <p:nvPr/>
                </p:nvCxnSpPr>
                <p:spPr>
                  <a:xfrm>
                    <a:off x="1742" y="1409"/>
                    <a:ext cx="0" cy="41"/>
                  </a:xfrm>
                  <a:prstGeom prst="straightConnector1">
                    <a:avLst/>
                  </a:prstGeom>
                  <a:noFill/>
                  <a:ln cap="flat" cmpd="sng" w="12700">
                    <a:solidFill>
                      <a:srgbClr val="BF7F3F"/>
                    </a:solidFill>
                    <a:prstDash val="solid"/>
                    <a:miter lim="800000"/>
                    <a:headEnd len="sm" w="sm" type="none"/>
                    <a:tailEnd len="sm" w="sm" type="none"/>
                  </a:ln>
                </p:spPr>
              </p:cxnSp>
              <p:grpSp>
                <p:nvGrpSpPr>
                  <p:cNvPr id="147" name="Google Shape;147;p6"/>
                  <p:cNvGrpSpPr/>
                  <p:nvPr/>
                </p:nvGrpSpPr>
                <p:grpSpPr>
                  <a:xfrm>
                    <a:off x="1698" y="1410"/>
                    <a:ext cx="33" cy="51"/>
                    <a:chOff x="1698" y="1410"/>
                    <a:chExt cx="33" cy="51"/>
                  </a:xfrm>
                </p:grpSpPr>
                <p:cxnSp>
                  <p:nvCxnSpPr>
                    <p:cNvPr id="148" name="Google Shape;148;p6"/>
                    <p:cNvCxnSpPr/>
                    <p:nvPr/>
                  </p:nvCxnSpPr>
                  <p:spPr>
                    <a:xfrm>
                      <a:off x="1731" y="1410"/>
                      <a:ext cx="0" cy="41"/>
                    </a:xfrm>
                    <a:prstGeom prst="straightConnector1">
                      <a:avLst/>
                    </a:prstGeom>
                    <a:noFill/>
                    <a:ln cap="flat" cmpd="sng" w="12700">
                      <a:solidFill>
                        <a:srgbClr val="BF7F3F"/>
                      </a:solidFill>
                      <a:prstDash val="solid"/>
                      <a:miter lim="800000"/>
                      <a:headEnd len="sm" w="sm" type="none"/>
                      <a:tailEnd len="sm" w="sm" type="none"/>
                    </a:ln>
                  </p:spPr>
                </p:cxnSp>
                <p:cxnSp>
                  <p:nvCxnSpPr>
                    <p:cNvPr id="149" name="Google Shape;149;p6"/>
                    <p:cNvCxnSpPr/>
                    <p:nvPr/>
                  </p:nvCxnSpPr>
                  <p:spPr>
                    <a:xfrm>
                      <a:off x="1719" y="1413"/>
                      <a:ext cx="0" cy="41"/>
                    </a:xfrm>
                    <a:prstGeom prst="straightConnector1">
                      <a:avLst/>
                    </a:prstGeom>
                    <a:noFill/>
                    <a:ln cap="flat" cmpd="sng" w="12700">
                      <a:solidFill>
                        <a:srgbClr val="BF7F3F"/>
                      </a:solidFill>
                      <a:prstDash val="solid"/>
                      <a:miter lim="800000"/>
                      <a:headEnd len="sm" w="sm" type="none"/>
                      <a:tailEnd len="sm" w="sm" type="none"/>
                    </a:ln>
                  </p:spPr>
                </p:cxnSp>
                <p:cxnSp>
                  <p:nvCxnSpPr>
                    <p:cNvPr id="150" name="Google Shape;150;p6"/>
                    <p:cNvCxnSpPr/>
                    <p:nvPr/>
                  </p:nvCxnSpPr>
                  <p:spPr>
                    <a:xfrm>
                      <a:off x="1709" y="1417"/>
                      <a:ext cx="0" cy="43"/>
                    </a:xfrm>
                    <a:prstGeom prst="straightConnector1">
                      <a:avLst/>
                    </a:prstGeom>
                    <a:noFill/>
                    <a:ln cap="flat" cmpd="sng" w="12700">
                      <a:solidFill>
                        <a:srgbClr val="BF7F3F"/>
                      </a:solidFill>
                      <a:prstDash val="solid"/>
                      <a:miter lim="800000"/>
                      <a:headEnd len="sm" w="sm" type="none"/>
                      <a:tailEnd len="sm" w="sm" type="none"/>
                    </a:ln>
                  </p:spPr>
                </p:cxnSp>
                <p:cxnSp>
                  <p:nvCxnSpPr>
                    <p:cNvPr id="151" name="Google Shape;151;p6"/>
                    <p:cNvCxnSpPr/>
                    <p:nvPr/>
                  </p:nvCxnSpPr>
                  <p:spPr>
                    <a:xfrm>
                      <a:off x="1698" y="1429"/>
                      <a:ext cx="0" cy="32"/>
                    </a:xfrm>
                    <a:prstGeom prst="straightConnector1">
                      <a:avLst/>
                    </a:prstGeom>
                    <a:noFill/>
                    <a:ln cap="flat" cmpd="sng" w="12700">
                      <a:solidFill>
                        <a:srgbClr val="BF7F3F"/>
                      </a:solidFill>
                      <a:prstDash val="solid"/>
                      <a:miter lim="800000"/>
                      <a:headEnd len="sm" w="sm" type="none"/>
                      <a:tailEnd len="sm" w="sm" type="none"/>
                    </a:ln>
                  </p:spPr>
                </p:cxnSp>
              </p:grpSp>
              <p:cxnSp>
                <p:nvCxnSpPr>
                  <p:cNvPr id="152" name="Google Shape;152;p6"/>
                  <p:cNvCxnSpPr/>
                  <p:nvPr/>
                </p:nvCxnSpPr>
                <p:spPr>
                  <a:xfrm>
                    <a:off x="1752" y="1409"/>
                    <a:ext cx="0" cy="42"/>
                  </a:xfrm>
                  <a:prstGeom prst="straightConnector1">
                    <a:avLst/>
                  </a:prstGeom>
                  <a:noFill/>
                  <a:ln cap="flat" cmpd="sng" w="12700">
                    <a:solidFill>
                      <a:srgbClr val="BF7F3F"/>
                    </a:solidFill>
                    <a:prstDash val="solid"/>
                    <a:miter lim="800000"/>
                    <a:headEnd len="sm" w="sm" type="none"/>
                    <a:tailEnd len="sm" w="sm" type="none"/>
                  </a:ln>
                </p:spPr>
              </p:cxnSp>
              <p:cxnSp>
                <p:nvCxnSpPr>
                  <p:cNvPr id="153" name="Google Shape;153;p6"/>
                  <p:cNvCxnSpPr/>
                  <p:nvPr/>
                </p:nvCxnSpPr>
                <p:spPr>
                  <a:xfrm>
                    <a:off x="1764" y="1412"/>
                    <a:ext cx="0" cy="41"/>
                  </a:xfrm>
                  <a:prstGeom prst="straightConnector1">
                    <a:avLst/>
                  </a:prstGeom>
                  <a:noFill/>
                  <a:ln cap="flat" cmpd="sng" w="12700">
                    <a:solidFill>
                      <a:srgbClr val="BF7F3F"/>
                    </a:solidFill>
                    <a:prstDash val="solid"/>
                    <a:miter lim="800000"/>
                    <a:headEnd len="sm" w="sm" type="none"/>
                    <a:tailEnd len="sm" w="sm" type="none"/>
                  </a:ln>
                </p:spPr>
              </p:cxnSp>
              <p:cxnSp>
                <p:nvCxnSpPr>
                  <p:cNvPr id="154" name="Google Shape;154;p6"/>
                  <p:cNvCxnSpPr/>
                  <p:nvPr/>
                </p:nvCxnSpPr>
                <p:spPr>
                  <a:xfrm>
                    <a:off x="1775" y="1417"/>
                    <a:ext cx="0" cy="41"/>
                  </a:xfrm>
                  <a:prstGeom prst="straightConnector1">
                    <a:avLst/>
                  </a:prstGeom>
                  <a:noFill/>
                  <a:ln cap="flat" cmpd="sng" w="12700">
                    <a:solidFill>
                      <a:srgbClr val="BF7F3F"/>
                    </a:solidFill>
                    <a:prstDash val="solid"/>
                    <a:miter lim="800000"/>
                    <a:headEnd len="sm" w="sm" type="none"/>
                    <a:tailEnd len="sm" w="sm" type="none"/>
                  </a:ln>
                </p:spPr>
              </p:cxnSp>
              <p:cxnSp>
                <p:nvCxnSpPr>
                  <p:cNvPr id="155" name="Google Shape;155;p6"/>
                  <p:cNvCxnSpPr/>
                  <p:nvPr/>
                </p:nvCxnSpPr>
                <p:spPr>
                  <a:xfrm>
                    <a:off x="1786" y="1424"/>
                    <a:ext cx="0" cy="33"/>
                  </a:xfrm>
                  <a:prstGeom prst="straightConnector1">
                    <a:avLst/>
                  </a:prstGeom>
                  <a:noFill/>
                  <a:ln cap="flat" cmpd="sng" w="12700">
                    <a:solidFill>
                      <a:srgbClr val="BF7F3F"/>
                    </a:solidFill>
                    <a:prstDash val="solid"/>
                    <a:miter lim="800000"/>
                    <a:headEnd len="sm" w="sm" type="none"/>
                    <a:tailEnd len="sm" w="sm" type="none"/>
                  </a:ln>
                </p:spPr>
              </p:cxnSp>
            </p:grpSp>
            <p:cxnSp>
              <p:nvCxnSpPr>
                <p:cNvPr id="156" name="Google Shape;156;p6"/>
                <p:cNvCxnSpPr/>
                <p:nvPr/>
              </p:nvCxnSpPr>
              <p:spPr>
                <a:xfrm>
                  <a:off x="1693" y="1409"/>
                  <a:ext cx="101" cy="40"/>
                </a:xfrm>
                <a:prstGeom prst="curvedConnector2">
                  <a:avLst/>
                </a:prstGeom>
                <a:noFill/>
                <a:ln cap="rnd" cmpd="sng" w="12700">
                  <a:solidFill>
                    <a:srgbClr val="BF7F3F"/>
                  </a:solidFill>
                  <a:prstDash val="solid"/>
                  <a:miter lim="800000"/>
                  <a:headEnd len="sm" w="sm" type="none"/>
                  <a:tailEnd len="sm" w="sm" type="none"/>
                </a:ln>
              </p:spPr>
            </p:cxnSp>
          </p:grpSp>
          <p:grpSp>
            <p:nvGrpSpPr>
              <p:cNvPr id="157" name="Google Shape;157;p6"/>
              <p:cNvGrpSpPr/>
              <p:nvPr/>
            </p:nvGrpSpPr>
            <p:grpSpPr>
              <a:xfrm>
                <a:off x="1659" y="1450"/>
                <a:ext cx="166" cy="87"/>
                <a:chOff x="1659" y="1450"/>
                <a:chExt cx="166" cy="87"/>
              </a:xfrm>
            </p:grpSpPr>
            <p:grpSp>
              <p:nvGrpSpPr>
                <p:cNvPr id="158" name="Google Shape;158;p6"/>
                <p:cNvGrpSpPr/>
                <p:nvPr/>
              </p:nvGrpSpPr>
              <p:grpSpPr>
                <a:xfrm>
                  <a:off x="1659" y="1450"/>
                  <a:ext cx="166" cy="87"/>
                  <a:chOff x="1659" y="1450"/>
                  <a:chExt cx="166" cy="87"/>
                </a:xfrm>
              </p:grpSpPr>
              <p:grpSp>
                <p:nvGrpSpPr>
                  <p:cNvPr id="159" name="Google Shape;159;p6"/>
                  <p:cNvGrpSpPr/>
                  <p:nvPr/>
                </p:nvGrpSpPr>
                <p:grpSpPr>
                  <a:xfrm>
                    <a:off x="1659" y="1450"/>
                    <a:ext cx="166" cy="87"/>
                    <a:chOff x="1659" y="1450"/>
                    <a:chExt cx="166" cy="87"/>
                  </a:xfrm>
                </p:grpSpPr>
                <p:sp>
                  <p:nvSpPr>
                    <p:cNvPr id="160" name="Google Shape;160;p6"/>
                    <p:cNvSpPr/>
                    <p:nvPr/>
                  </p:nvSpPr>
                  <p:spPr>
                    <a:xfrm>
                      <a:off x="1659" y="1451"/>
                      <a:ext cx="163" cy="86"/>
                    </a:xfrm>
                    <a:custGeom>
                      <a:rect b="b" l="l" r="r" t="t"/>
                      <a:pathLst>
                        <a:path extrusionOk="0" h="86" w="163">
                          <a:moveTo>
                            <a:pt x="0" y="0"/>
                          </a:moveTo>
                          <a:lnTo>
                            <a:pt x="162" y="0"/>
                          </a:lnTo>
                          <a:lnTo>
                            <a:pt x="162" y="7"/>
                          </a:lnTo>
                          <a:lnTo>
                            <a:pt x="153" y="7"/>
                          </a:lnTo>
                          <a:lnTo>
                            <a:pt x="153" y="74"/>
                          </a:lnTo>
                          <a:lnTo>
                            <a:pt x="162" y="74"/>
                          </a:lnTo>
                          <a:lnTo>
                            <a:pt x="162" y="81"/>
                          </a:lnTo>
                          <a:lnTo>
                            <a:pt x="0" y="85"/>
                          </a:lnTo>
                          <a:lnTo>
                            <a:pt x="0" y="78"/>
                          </a:lnTo>
                          <a:lnTo>
                            <a:pt x="9" y="78"/>
                          </a:lnTo>
                          <a:lnTo>
                            <a:pt x="9" y="8"/>
                          </a:lnTo>
                          <a:lnTo>
                            <a:pt x="0" y="8"/>
                          </a:lnTo>
                          <a:lnTo>
                            <a:pt x="0" y="0"/>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1" name="Google Shape;161;p6"/>
                    <p:cNvSpPr/>
                    <p:nvPr/>
                  </p:nvSpPr>
                  <p:spPr>
                    <a:xfrm>
                      <a:off x="1663" y="1450"/>
                      <a:ext cx="162" cy="86"/>
                    </a:xfrm>
                    <a:custGeom>
                      <a:rect b="b" l="l" r="r" t="t"/>
                      <a:pathLst>
                        <a:path extrusionOk="0" h="86" w="162">
                          <a:moveTo>
                            <a:pt x="0" y="0"/>
                          </a:moveTo>
                          <a:lnTo>
                            <a:pt x="161" y="0"/>
                          </a:lnTo>
                          <a:lnTo>
                            <a:pt x="161" y="7"/>
                          </a:lnTo>
                          <a:lnTo>
                            <a:pt x="152" y="7"/>
                          </a:lnTo>
                          <a:lnTo>
                            <a:pt x="152" y="74"/>
                          </a:lnTo>
                          <a:lnTo>
                            <a:pt x="161" y="74"/>
                          </a:lnTo>
                          <a:lnTo>
                            <a:pt x="161" y="81"/>
                          </a:lnTo>
                          <a:lnTo>
                            <a:pt x="0" y="85"/>
                          </a:lnTo>
                          <a:lnTo>
                            <a:pt x="0" y="78"/>
                          </a:lnTo>
                          <a:lnTo>
                            <a:pt x="9" y="78"/>
                          </a:lnTo>
                          <a:lnTo>
                            <a:pt x="9" y="8"/>
                          </a:lnTo>
                          <a:lnTo>
                            <a:pt x="0" y="8"/>
                          </a:lnTo>
                          <a:lnTo>
                            <a:pt x="0" y="0"/>
                          </a:lnTo>
                        </a:path>
                      </a:pathLst>
                    </a:custGeom>
                    <a:solidFill>
                      <a:srgbClr val="FFB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62" name="Google Shape;162;p6"/>
                  <p:cNvGrpSpPr/>
                  <p:nvPr/>
                </p:nvGrpSpPr>
                <p:grpSpPr>
                  <a:xfrm>
                    <a:off x="1691" y="1458"/>
                    <a:ext cx="109" cy="68"/>
                    <a:chOff x="1691" y="1458"/>
                    <a:chExt cx="109" cy="68"/>
                  </a:xfrm>
                </p:grpSpPr>
                <p:grpSp>
                  <p:nvGrpSpPr>
                    <p:cNvPr id="163" name="Google Shape;163;p6"/>
                    <p:cNvGrpSpPr/>
                    <p:nvPr/>
                  </p:nvGrpSpPr>
                  <p:grpSpPr>
                    <a:xfrm>
                      <a:off x="1691" y="1458"/>
                      <a:ext cx="107" cy="68"/>
                      <a:chOff x="1691" y="1458"/>
                      <a:chExt cx="107" cy="68"/>
                    </a:xfrm>
                  </p:grpSpPr>
                  <p:sp>
                    <p:nvSpPr>
                      <p:cNvPr id="164" name="Google Shape;164;p6"/>
                      <p:cNvSpPr/>
                      <p:nvPr/>
                    </p:nvSpPr>
                    <p:spPr>
                      <a:xfrm>
                        <a:off x="1694" y="1458"/>
                        <a:ext cx="48" cy="68"/>
                      </a:xfrm>
                      <a:custGeom>
                        <a:rect b="b" l="l" r="r" t="t"/>
                        <a:pathLst>
                          <a:path extrusionOk="0" h="68" w="48">
                            <a:moveTo>
                              <a:pt x="0" y="1"/>
                            </a:moveTo>
                            <a:lnTo>
                              <a:pt x="47" y="0"/>
                            </a:lnTo>
                            <a:lnTo>
                              <a:pt x="47" y="66"/>
                            </a:lnTo>
                            <a:lnTo>
                              <a:pt x="0" y="67"/>
                            </a:lnTo>
                            <a:lnTo>
                              <a:pt x="0" y="1"/>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5" name="Google Shape;165;p6"/>
                      <p:cNvSpPr/>
                      <p:nvPr/>
                    </p:nvSpPr>
                    <p:spPr>
                      <a:xfrm>
                        <a:off x="1691" y="1462"/>
                        <a:ext cx="45" cy="62"/>
                      </a:xfrm>
                      <a:custGeom>
                        <a:rect b="b" l="l" r="r" t="t"/>
                        <a:pathLst>
                          <a:path extrusionOk="0" h="62" w="45">
                            <a:moveTo>
                              <a:pt x="0" y="0"/>
                            </a:moveTo>
                            <a:lnTo>
                              <a:pt x="44" y="0"/>
                            </a:lnTo>
                            <a:lnTo>
                              <a:pt x="44" y="60"/>
                            </a:lnTo>
                            <a:lnTo>
                              <a:pt x="0" y="61"/>
                            </a:lnTo>
                            <a:lnTo>
                              <a:pt x="0" y="0"/>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6" name="Google Shape;166;p6"/>
                      <p:cNvSpPr/>
                      <p:nvPr/>
                    </p:nvSpPr>
                    <p:spPr>
                      <a:xfrm>
                        <a:off x="1750" y="1458"/>
                        <a:ext cx="48" cy="66"/>
                      </a:xfrm>
                      <a:custGeom>
                        <a:rect b="b" l="l" r="r" t="t"/>
                        <a:pathLst>
                          <a:path extrusionOk="0" h="66" w="48">
                            <a:moveTo>
                              <a:pt x="0" y="1"/>
                            </a:moveTo>
                            <a:lnTo>
                              <a:pt x="47" y="0"/>
                            </a:lnTo>
                            <a:lnTo>
                              <a:pt x="47" y="64"/>
                            </a:lnTo>
                            <a:lnTo>
                              <a:pt x="0" y="65"/>
                            </a:lnTo>
                            <a:lnTo>
                              <a:pt x="0" y="1"/>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7" name="Google Shape;167;p6"/>
                      <p:cNvSpPr/>
                      <p:nvPr/>
                    </p:nvSpPr>
                    <p:spPr>
                      <a:xfrm>
                        <a:off x="1748" y="1462"/>
                        <a:ext cx="44" cy="61"/>
                      </a:xfrm>
                      <a:custGeom>
                        <a:rect b="b" l="l" r="r" t="t"/>
                        <a:pathLst>
                          <a:path extrusionOk="0" h="61" w="44">
                            <a:moveTo>
                              <a:pt x="0" y="0"/>
                            </a:moveTo>
                            <a:lnTo>
                              <a:pt x="43" y="0"/>
                            </a:lnTo>
                            <a:lnTo>
                              <a:pt x="43" y="59"/>
                            </a:lnTo>
                            <a:lnTo>
                              <a:pt x="0" y="60"/>
                            </a:lnTo>
                            <a:lnTo>
                              <a:pt x="0" y="0"/>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68" name="Google Shape;168;p6"/>
                    <p:cNvGrpSpPr/>
                    <p:nvPr/>
                  </p:nvGrpSpPr>
                  <p:grpSpPr>
                    <a:xfrm>
                      <a:off x="1696" y="1462"/>
                      <a:ext cx="104" cy="60"/>
                      <a:chOff x="1696" y="1462"/>
                      <a:chExt cx="104" cy="60"/>
                    </a:xfrm>
                  </p:grpSpPr>
                  <p:grpSp>
                    <p:nvGrpSpPr>
                      <p:cNvPr id="169" name="Google Shape;169;p6"/>
                      <p:cNvGrpSpPr/>
                      <p:nvPr/>
                    </p:nvGrpSpPr>
                    <p:grpSpPr>
                      <a:xfrm>
                        <a:off x="1696" y="1462"/>
                        <a:ext cx="104" cy="60"/>
                        <a:chOff x="1696" y="1462"/>
                        <a:chExt cx="104" cy="60"/>
                      </a:xfrm>
                    </p:grpSpPr>
                    <p:cxnSp>
                      <p:nvCxnSpPr>
                        <p:cNvPr id="170" name="Google Shape;170;p6"/>
                        <p:cNvCxnSpPr/>
                        <p:nvPr/>
                      </p:nvCxnSpPr>
                      <p:spPr>
                        <a:xfrm>
                          <a:off x="1696" y="1508"/>
                          <a:ext cx="104" cy="0"/>
                        </a:xfrm>
                        <a:prstGeom prst="straightConnector1">
                          <a:avLst/>
                        </a:prstGeom>
                        <a:noFill/>
                        <a:ln cap="flat" cmpd="sng" w="12700">
                          <a:solidFill>
                            <a:srgbClr val="000000"/>
                          </a:solidFill>
                          <a:prstDash val="solid"/>
                          <a:miter lim="800000"/>
                          <a:headEnd len="sm" w="sm" type="none"/>
                          <a:tailEnd len="sm" w="sm" type="none"/>
                        </a:ln>
                      </p:spPr>
                    </p:cxnSp>
                    <p:grpSp>
                      <p:nvGrpSpPr>
                        <p:cNvPr id="171" name="Google Shape;171;p6"/>
                        <p:cNvGrpSpPr/>
                        <p:nvPr/>
                      </p:nvGrpSpPr>
                      <p:grpSpPr>
                        <a:xfrm>
                          <a:off x="1696" y="1462"/>
                          <a:ext cx="102" cy="60"/>
                          <a:chOff x="1696" y="1462"/>
                          <a:chExt cx="102" cy="60"/>
                        </a:xfrm>
                      </p:grpSpPr>
                      <p:cxnSp>
                        <p:nvCxnSpPr>
                          <p:cNvPr id="172" name="Google Shape;172;p6"/>
                          <p:cNvCxnSpPr/>
                          <p:nvPr/>
                        </p:nvCxnSpPr>
                        <p:spPr>
                          <a:xfrm>
                            <a:off x="1696" y="1472"/>
                            <a:ext cx="101" cy="0"/>
                          </a:xfrm>
                          <a:prstGeom prst="straightConnector1">
                            <a:avLst/>
                          </a:prstGeom>
                          <a:noFill/>
                          <a:ln cap="flat" cmpd="sng" w="12700">
                            <a:solidFill>
                              <a:srgbClr val="000000"/>
                            </a:solidFill>
                            <a:prstDash val="solid"/>
                            <a:miter lim="800000"/>
                            <a:headEnd len="sm" w="sm" type="none"/>
                            <a:tailEnd len="sm" w="sm" type="none"/>
                          </a:ln>
                        </p:spPr>
                      </p:cxnSp>
                      <p:cxnSp>
                        <p:nvCxnSpPr>
                          <p:cNvPr id="173" name="Google Shape;173;p6"/>
                          <p:cNvCxnSpPr/>
                          <p:nvPr/>
                        </p:nvCxnSpPr>
                        <p:spPr>
                          <a:xfrm>
                            <a:off x="1697" y="1490"/>
                            <a:ext cx="101" cy="0"/>
                          </a:xfrm>
                          <a:prstGeom prst="straightConnector1">
                            <a:avLst/>
                          </a:prstGeom>
                          <a:noFill/>
                          <a:ln cap="flat" cmpd="sng" w="12700">
                            <a:solidFill>
                              <a:srgbClr val="000000"/>
                            </a:solidFill>
                            <a:prstDash val="solid"/>
                            <a:miter lim="800000"/>
                            <a:headEnd len="sm" w="sm" type="none"/>
                            <a:tailEnd len="sm" w="sm" type="none"/>
                          </a:ln>
                        </p:spPr>
                      </p:cxnSp>
                      <p:cxnSp>
                        <p:nvCxnSpPr>
                          <p:cNvPr id="174" name="Google Shape;174;p6"/>
                          <p:cNvCxnSpPr/>
                          <p:nvPr/>
                        </p:nvCxnSpPr>
                        <p:spPr>
                          <a:xfrm>
                            <a:off x="1708" y="1463"/>
                            <a:ext cx="0" cy="59"/>
                          </a:xfrm>
                          <a:prstGeom prst="straightConnector1">
                            <a:avLst/>
                          </a:prstGeom>
                          <a:noFill/>
                          <a:ln cap="flat" cmpd="sng" w="12700">
                            <a:solidFill>
                              <a:srgbClr val="000000"/>
                            </a:solidFill>
                            <a:prstDash val="solid"/>
                            <a:miter lim="800000"/>
                            <a:headEnd len="sm" w="sm" type="none"/>
                            <a:tailEnd len="sm" w="sm" type="none"/>
                          </a:ln>
                        </p:spPr>
                      </p:cxnSp>
                      <p:cxnSp>
                        <p:nvCxnSpPr>
                          <p:cNvPr id="175" name="Google Shape;175;p6"/>
                          <p:cNvCxnSpPr/>
                          <p:nvPr/>
                        </p:nvCxnSpPr>
                        <p:spPr>
                          <a:xfrm>
                            <a:off x="1726" y="1463"/>
                            <a:ext cx="0" cy="59"/>
                          </a:xfrm>
                          <a:prstGeom prst="straightConnector1">
                            <a:avLst/>
                          </a:prstGeom>
                          <a:noFill/>
                          <a:ln cap="flat" cmpd="sng" w="12700">
                            <a:solidFill>
                              <a:srgbClr val="000000"/>
                            </a:solidFill>
                            <a:prstDash val="solid"/>
                            <a:miter lim="800000"/>
                            <a:headEnd len="sm" w="sm" type="none"/>
                            <a:tailEnd len="sm" w="sm" type="none"/>
                          </a:ln>
                        </p:spPr>
                      </p:cxnSp>
                      <p:cxnSp>
                        <p:nvCxnSpPr>
                          <p:cNvPr id="176" name="Google Shape;176;p6"/>
                          <p:cNvCxnSpPr/>
                          <p:nvPr/>
                        </p:nvCxnSpPr>
                        <p:spPr>
                          <a:xfrm>
                            <a:off x="1765" y="1462"/>
                            <a:ext cx="0" cy="60"/>
                          </a:xfrm>
                          <a:prstGeom prst="straightConnector1">
                            <a:avLst/>
                          </a:prstGeom>
                          <a:noFill/>
                          <a:ln cap="flat" cmpd="sng" w="12700">
                            <a:solidFill>
                              <a:srgbClr val="000000"/>
                            </a:solidFill>
                            <a:prstDash val="solid"/>
                            <a:miter lim="800000"/>
                            <a:headEnd len="sm" w="sm" type="none"/>
                            <a:tailEnd len="sm" w="sm" type="none"/>
                          </a:ln>
                        </p:spPr>
                      </p:cxnSp>
                      <p:cxnSp>
                        <p:nvCxnSpPr>
                          <p:cNvPr id="177" name="Google Shape;177;p6"/>
                          <p:cNvCxnSpPr/>
                          <p:nvPr/>
                        </p:nvCxnSpPr>
                        <p:spPr>
                          <a:xfrm>
                            <a:off x="1782" y="1462"/>
                            <a:ext cx="0" cy="60"/>
                          </a:xfrm>
                          <a:prstGeom prst="straightConnector1">
                            <a:avLst/>
                          </a:prstGeom>
                          <a:noFill/>
                          <a:ln cap="flat" cmpd="sng" w="12700">
                            <a:solidFill>
                              <a:srgbClr val="000000"/>
                            </a:solidFill>
                            <a:prstDash val="solid"/>
                            <a:miter lim="800000"/>
                            <a:headEnd len="sm" w="sm" type="none"/>
                            <a:tailEnd len="sm" w="sm" type="none"/>
                          </a:ln>
                        </p:spPr>
                      </p:cxnSp>
                    </p:grpSp>
                  </p:grpSp>
                  <p:grpSp>
                    <p:nvGrpSpPr>
                      <p:cNvPr id="178" name="Google Shape;178;p6"/>
                      <p:cNvGrpSpPr/>
                      <p:nvPr/>
                    </p:nvGrpSpPr>
                    <p:grpSpPr>
                      <a:xfrm>
                        <a:off x="1696" y="1462"/>
                        <a:ext cx="104" cy="60"/>
                        <a:chOff x="1696" y="1462"/>
                        <a:chExt cx="104" cy="60"/>
                      </a:xfrm>
                    </p:grpSpPr>
                    <p:cxnSp>
                      <p:nvCxnSpPr>
                        <p:cNvPr id="179" name="Google Shape;179;p6"/>
                        <p:cNvCxnSpPr/>
                        <p:nvPr/>
                      </p:nvCxnSpPr>
                      <p:spPr>
                        <a:xfrm>
                          <a:off x="1697" y="1470"/>
                          <a:ext cx="101" cy="0"/>
                        </a:xfrm>
                        <a:prstGeom prst="straightConnector1">
                          <a:avLst/>
                        </a:prstGeom>
                        <a:noFill/>
                        <a:ln cap="flat" cmpd="sng" w="12700">
                          <a:solidFill>
                            <a:srgbClr val="BF7F3F"/>
                          </a:solidFill>
                          <a:prstDash val="solid"/>
                          <a:miter lim="800000"/>
                          <a:headEnd len="sm" w="sm" type="none"/>
                          <a:tailEnd len="sm" w="sm" type="none"/>
                        </a:ln>
                      </p:spPr>
                    </p:cxnSp>
                    <p:cxnSp>
                      <p:nvCxnSpPr>
                        <p:cNvPr id="180" name="Google Shape;180;p6"/>
                        <p:cNvCxnSpPr/>
                        <p:nvPr/>
                      </p:nvCxnSpPr>
                      <p:spPr>
                        <a:xfrm>
                          <a:off x="1697" y="1489"/>
                          <a:ext cx="102" cy="0"/>
                        </a:xfrm>
                        <a:prstGeom prst="straightConnector1">
                          <a:avLst/>
                        </a:prstGeom>
                        <a:noFill/>
                        <a:ln cap="flat" cmpd="sng" w="12700">
                          <a:solidFill>
                            <a:srgbClr val="BF7F3F"/>
                          </a:solidFill>
                          <a:prstDash val="solid"/>
                          <a:miter lim="800000"/>
                          <a:headEnd len="sm" w="sm" type="none"/>
                          <a:tailEnd len="sm" w="sm" type="none"/>
                        </a:ln>
                      </p:spPr>
                    </p:cxnSp>
                    <p:cxnSp>
                      <p:nvCxnSpPr>
                        <p:cNvPr id="181" name="Google Shape;181;p6"/>
                        <p:cNvCxnSpPr/>
                        <p:nvPr/>
                      </p:nvCxnSpPr>
                      <p:spPr>
                        <a:xfrm flipH="1" rot="10800000">
                          <a:off x="1696" y="1503"/>
                          <a:ext cx="104" cy="9"/>
                        </a:xfrm>
                        <a:prstGeom prst="straightConnector1">
                          <a:avLst/>
                        </a:prstGeom>
                        <a:noFill/>
                        <a:ln cap="flat" cmpd="sng" w="12700">
                          <a:solidFill>
                            <a:srgbClr val="BF7F3F"/>
                          </a:solidFill>
                          <a:prstDash val="solid"/>
                          <a:miter lim="800000"/>
                          <a:headEnd len="sm" w="sm" type="none"/>
                          <a:tailEnd len="sm" w="sm" type="none"/>
                        </a:ln>
                      </p:spPr>
                    </p:cxnSp>
                    <p:cxnSp>
                      <p:nvCxnSpPr>
                        <p:cNvPr id="182" name="Google Shape;182;p6"/>
                        <p:cNvCxnSpPr/>
                        <p:nvPr/>
                      </p:nvCxnSpPr>
                      <p:spPr>
                        <a:xfrm>
                          <a:off x="1709" y="1463"/>
                          <a:ext cx="0" cy="59"/>
                        </a:xfrm>
                        <a:prstGeom prst="straightConnector1">
                          <a:avLst/>
                        </a:prstGeom>
                        <a:noFill/>
                        <a:ln cap="flat" cmpd="sng" w="12700">
                          <a:solidFill>
                            <a:srgbClr val="BF7F3F"/>
                          </a:solidFill>
                          <a:prstDash val="solid"/>
                          <a:miter lim="800000"/>
                          <a:headEnd len="sm" w="sm" type="none"/>
                          <a:tailEnd len="sm" w="sm" type="none"/>
                        </a:ln>
                      </p:spPr>
                    </p:cxnSp>
                    <p:cxnSp>
                      <p:nvCxnSpPr>
                        <p:cNvPr id="183" name="Google Shape;183;p6"/>
                        <p:cNvCxnSpPr/>
                        <p:nvPr/>
                      </p:nvCxnSpPr>
                      <p:spPr>
                        <a:xfrm>
                          <a:off x="1726" y="1463"/>
                          <a:ext cx="0" cy="59"/>
                        </a:xfrm>
                        <a:prstGeom prst="straightConnector1">
                          <a:avLst/>
                        </a:prstGeom>
                        <a:noFill/>
                        <a:ln cap="flat" cmpd="sng" w="12700">
                          <a:solidFill>
                            <a:srgbClr val="BF7F3F"/>
                          </a:solidFill>
                          <a:prstDash val="solid"/>
                          <a:miter lim="800000"/>
                          <a:headEnd len="sm" w="sm" type="none"/>
                          <a:tailEnd len="sm" w="sm" type="none"/>
                        </a:ln>
                      </p:spPr>
                    </p:cxnSp>
                    <p:cxnSp>
                      <p:nvCxnSpPr>
                        <p:cNvPr id="184" name="Google Shape;184;p6"/>
                        <p:cNvCxnSpPr/>
                        <p:nvPr/>
                      </p:nvCxnSpPr>
                      <p:spPr>
                        <a:xfrm>
                          <a:off x="1765" y="1462"/>
                          <a:ext cx="0" cy="59"/>
                        </a:xfrm>
                        <a:prstGeom prst="straightConnector1">
                          <a:avLst/>
                        </a:prstGeom>
                        <a:noFill/>
                        <a:ln cap="flat" cmpd="sng" w="12700">
                          <a:solidFill>
                            <a:srgbClr val="BF7F3F"/>
                          </a:solidFill>
                          <a:prstDash val="solid"/>
                          <a:miter lim="800000"/>
                          <a:headEnd len="sm" w="sm" type="none"/>
                          <a:tailEnd len="sm" w="sm" type="none"/>
                        </a:ln>
                      </p:spPr>
                    </p:cxnSp>
                    <p:cxnSp>
                      <p:nvCxnSpPr>
                        <p:cNvPr id="185" name="Google Shape;185;p6"/>
                        <p:cNvCxnSpPr/>
                        <p:nvPr/>
                      </p:nvCxnSpPr>
                      <p:spPr>
                        <a:xfrm>
                          <a:off x="1783" y="1462"/>
                          <a:ext cx="0" cy="59"/>
                        </a:xfrm>
                        <a:prstGeom prst="straightConnector1">
                          <a:avLst/>
                        </a:prstGeom>
                        <a:noFill/>
                        <a:ln cap="flat" cmpd="sng" w="12700">
                          <a:solidFill>
                            <a:srgbClr val="BF7F3F"/>
                          </a:solidFill>
                          <a:prstDash val="solid"/>
                          <a:miter lim="800000"/>
                          <a:headEnd len="sm" w="sm" type="none"/>
                          <a:tailEnd len="sm" w="sm" type="none"/>
                        </a:ln>
                      </p:spPr>
                    </p:cxnSp>
                  </p:grpSp>
                </p:grpSp>
              </p:grpSp>
            </p:grpSp>
            <p:grpSp>
              <p:nvGrpSpPr>
                <p:cNvPr id="186" name="Google Shape;186;p6"/>
                <p:cNvGrpSpPr/>
                <p:nvPr/>
              </p:nvGrpSpPr>
              <p:grpSpPr>
                <a:xfrm>
                  <a:off x="1670" y="1455"/>
                  <a:ext cx="151" cy="72"/>
                  <a:chOff x="1670" y="1455"/>
                  <a:chExt cx="151" cy="72"/>
                </a:xfrm>
              </p:grpSpPr>
              <p:grpSp>
                <p:nvGrpSpPr>
                  <p:cNvPr id="187" name="Google Shape;187;p6"/>
                  <p:cNvGrpSpPr/>
                  <p:nvPr/>
                </p:nvGrpSpPr>
                <p:grpSpPr>
                  <a:xfrm>
                    <a:off x="1670" y="1457"/>
                    <a:ext cx="151" cy="70"/>
                    <a:chOff x="1670" y="1457"/>
                    <a:chExt cx="151" cy="70"/>
                  </a:xfrm>
                </p:grpSpPr>
                <p:sp>
                  <p:nvSpPr>
                    <p:cNvPr id="188" name="Google Shape;188;p6"/>
                    <p:cNvSpPr/>
                    <p:nvPr/>
                  </p:nvSpPr>
                  <p:spPr>
                    <a:xfrm>
                      <a:off x="1670" y="1457"/>
                      <a:ext cx="149" cy="70"/>
                    </a:xfrm>
                    <a:custGeom>
                      <a:rect b="b" l="l" r="r" t="t"/>
                      <a:pathLst>
                        <a:path extrusionOk="0" h="70" w="149">
                          <a:moveTo>
                            <a:pt x="0" y="1"/>
                          </a:moveTo>
                          <a:lnTo>
                            <a:pt x="22" y="1"/>
                          </a:lnTo>
                          <a:lnTo>
                            <a:pt x="22" y="67"/>
                          </a:lnTo>
                          <a:lnTo>
                            <a:pt x="70" y="67"/>
                          </a:lnTo>
                          <a:lnTo>
                            <a:pt x="70" y="0"/>
                          </a:lnTo>
                          <a:lnTo>
                            <a:pt x="80" y="0"/>
                          </a:lnTo>
                          <a:lnTo>
                            <a:pt x="80" y="66"/>
                          </a:lnTo>
                          <a:lnTo>
                            <a:pt x="125" y="66"/>
                          </a:lnTo>
                          <a:lnTo>
                            <a:pt x="125" y="0"/>
                          </a:lnTo>
                          <a:lnTo>
                            <a:pt x="148" y="0"/>
                          </a:lnTo>
                          <a:lnTo>
                            <a:pt x="148" y="67"/>
                          </a:lnTo>
                          <a:lnTo>
                            <a:pt x="0" y="69"/>
                          </a:lnTo>
                          <a:lnTo>
                            <a:pt x="0" y="1"/>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89" name="Google Shape;189;p6"/>
                    <p:cNvSpPr/>
                    <p:nvPr/>
                  </p:nvSpPr>
                  <p:spPr>
                    <a:xfrm>
                      <a:off x="1671" y="1457"/>
                      <a:ext cx="150" cy="70"/>
                    </a:xfrm>
                    <a:custGeom>
                      <a:rect b="b" l="l" r="r" t="t"/>
                      <a:pathLst>
                        <a:path extrusionOk="0" h="70" w="150">
                          <a:moveTo>
                            <a:pt x="0" y="1"/>
                          </a:moveTo>
                          <a:lnTo>
                            <a:pt x="22" y="1"/>
                          </a:lnTo>
                          <a:lnTo>
                            <a:pt x="22" y="67"/>
                          </a:lnTo>
                          <a:lnTo>
                            <a:pt x="70" y="67"/>
                          </a:lnTo>
                          <a:lnTo>
                            <a:pt x="70" y="0"/>
                          </a:lnTo>
                          <a:lnTo>
                            <a:pt x="80" y="0"/>
                          </a:lnTo>
                          <a:lnTo>
                            <a:pt x="80" y="66"/>
                          </a:lnTo>
                          <a:lnTo>
                            <a:pt x="126" y="66"/>
                          </a:lnTo>
                          <a:lnTo>
                            <a:pt x="126" y="0"/>
                          </a:lnTo>
                          <a:lnTo>
                            <a:pt x="149" y="0"/>
                          </a:lnTo>
                          <a:lnTo>
                            <a:pt x="149" y="67"/>
                          </a:lnTo>
                          <a:lnTo>
                            <a:pt x="0" y="69"/>
                          </a:lnTo>
                          <a:lnTo>
                            <a:pt x="0" y="1"/>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90" name="Google Shape;190;p6"/>
                  <p:cNvGrpSpPr/>
                  <p:nvPr/>
                </p:nvGrpSpPr>
                <p:grpSpPr>
                  <a:xfrm>
                    <a:off x="1677" y="1465"/>
                    <a:ext cx="11" cy="60"/>
                    <a:chOff x="1677" y="1465"/>
                    <a:chExt cx="11" cy="60"/>
                  </a:xfrm>
                </p:grpSpPr>
                <p:cxnSp>
                  <p:nvCxnSpPr>
                    <p:cNvPr id="191" name="Google Shape;191;p6"/>
                    <p:cNvCxnSpPr/>
                    <p:nvPr/>
                  </p:nvCxnSpPr>
                  <p:spPr>
                    <a:xfrm>
                      <a:off x="1678" y="1465"/>
                      <a:ext cx="0" cy="14"/>
                    </a:xfrm>
                    <a:prstGeom prst="straightConnector1">
                      <a:avLst/>
                    </a:prstGeom>
                    <a:noFill/>
                    <a:ln cap="flat" cmpd="sng" w="12700">
                      <a:solidFill>
                        <a:srgbClr val="7F5F3F"/>
                      </a:solidFill>
                      <a:prstDash val="solid"/>
                      <a:miter lim="800000"/>
                      <a:headEnd len="sm" w="sm" type="none"/>
                      <a:tailEnd len="sm" w="sm" type="none"/>
                    </a:ln>
                  </p:spPr>
                </p:cxnSp>
                <p:cxnSp>
                  <p:nvCxnSpPr>
                    <p:cNvPr id="192" name="Google Shape;192;p6"/>
                    <p:cNvCxnSpPr/>
                    <p:nvPr/>
                  </p:nvCxnSpPr>
                  <p:spPr>
                    <a:xfrm>
                      <a:off x="1687" y="1481"/>
                      <a:ext cx="0" cy="5"/>
                    </a:xfrm>
                    <a:prstGeom prst="straightConnector1">
                      <a:avLst/>
                    </a:prstGeom>
                    <a:noFill/>
                    <a:ln cap="flat" cmpd="sng" w="12700">
                      <a:solidFill>
                        <a:srgbClr val="7F5F3F"/>
                      </a:solidFill>
                      <a:prstDash val="solid"/>
                      <a:miter lim="800000"/>
                      <a:headEnd len="sm" w="sm" type="none"/>
                      <a:tailEnd len="sm" w="sm" type="none"/>
                    </a:ln>
                  </p:spPr>
                </p:cxnSp>
                <p:cxnSp>
                  <p:nvCxnSpPr>
                    <p:cNvPr id="193" name="Google Shape;193;p6"/>
                    <p:cNvCxnSpPr/>
                    <p:nvPr/>
                  </p:nvCxnSpPr>
                  <p:spPr>
                    <a:xfrm>
                      <a:off x="1681" y="1502"/>
                      <a:ext cx="0" cy="2"/>
                    </a:xfrm>
                    <a:prstGeom prst="straightConnector1">
                      <a:avLst/>
                    </a:prstGeom>
                    <a:noFill/>
                    <a:ln cap="flat" cmpd="sng" w="12700">
                      <a:solidFill>
                        <a:srgbClr val="7F5F3F"/>
                      </a:solidFill>
                      <a:prstDash val="solid"/>
                      <a:miter lim="800000"/>
                      <a:headEnd len="sm" w="sm" type="none"/>
                      <a:tailEnd len="sm" w="sm" type="none"/>
                    </a:ln>
                  </p:spPr>
                </p:cxnSp>
                <p:cxnSp>
                  <p:nvCxnSpPr>
                    <p:cNvPr id="194" name="Google Shape;194;p6"/>
                    <p:cNvCxnSpPr/>
                    <p:nvPr/>
                  </p:nvCxnSpPr>
                  <p:spPr>
                    <a:xfrm>
                      <a:off x="1688" y="1512"/>
                      <a:ext cx="0" cy="7"/>
                    </a:xfrm>
                    <a:prstGeom prst="straightConnector1">
                      <a:avLst/>
                    </a:prstGeom>
                    <a:noFill/>
                    <a:ln cap="flat" cmpd="sng" w="12700">
                      <a:solidFill>
                        <a:srgbClr val="7F5F3F"/>
                      </a:solidFill>
                      <a:prstDash val="solid"/>
                      <a:miter lim="800000"/>
                      <a:headEnd len="sm" w="sm" type="none"/>
                      <a:tailEnd len="sm" w="sm" type="none"/>
                    </a:ln>
                  </p:spPr>
                </p:cxnSp>
                <p:cxnSp>
                  <p:nvCxnSpPr>
                    <p:cNvPr id="195" name="Google Shape;195;p6"/>
                    <p:cNvCxnSpPr/>
                    <p:nvPr/>
                  </p:nvCxnSpPr>
                  <p:spPr>
                    <a:xfrm>
                      <a:off x="1677" y="1521"/>
                      <a:ext cx="0" cy="4"/>
                    </a:xfrm>
                    <a:prstGeom prst="straightConnector1">
                      <a:avLst/>
                    </a:prstGeom>
                    <a:noFill/>
                    <a:ln cap="flat" cmpd="sng" w="12700">
                      <a:solidFill>
                        <a:srgbClr val="7F5F3F"/>
                      </a:solidFill>
                      <a:prstDash val="solid"/>
                      <a:miter lim="800000"/>
                      <a:headEnd len="sm" w="sm" type="none"/>
                      <a:tailEnd len="sm" w="sm" type="none"/>
                    </a:ln>
                  </p:spPr>
                </p:cxnSp>
              </p:grpSp>
              <p:grpSp>
                <p:nvGrpSpPr>
                  <p:cNvPr id="196" name="Google Shape;196;p6"/>
                  <p:cNvGrpSpPr/>
                  <p:nvPr/>
                </p:nvGrpSpPr>
                <p:grpSpPr>
                  <a:xfrm>
                    <a:off x="1804" y="1455"/>
                    <a:ext cx="12" cy="72"/>
                    <a:chOff x="1804" y="1455"/>
                    <a:chExt cx="12" cy="72"/>
                  </a:xfrm>
                </p:grpSpPr>
                <p:cxnSp>
                  <p:nvCxnSpPr>
                    <p:cNvPr id="197" name="Google Shape;197;p6"/>
                    <p:cNvCxnSpPr/>
                    <p:nvPr/>
                  </p:nvCxnSpPr>
                  <p:spPr>
                    <a:xfrm rot="10800000">
                      <a:off x="1806" y="1496"/>
                      <a:ext cx="0" cy="31"/>
                    </a:xfrm>
                    <a:prstGeom prst="straightConnector1">
                      <a:avLst/>
                    </a:prstGeom>
                    <a:noFill/>
                    <a:ln cap="flat" cmpd="sng" w="12700">
                      <a:solidFill>
                        <a:srgbClr val="7F5F3F"/>
                      </a:solidFill>
                      <a:prstDash val="solid"/>
                      <a:miter lim="800000"/>
                      <a:headEnd len="sm" w="sm" type="none"/>
                      <a:tailEnd len="sm" w="sm" type="none"/>
                    </a:ln>
                  </p:spPr>
                </p:cxnSp>
                <p:cxnSp>
                  <p:nvCxnSpPr>
                    <p:cNvPr id="198" name="Google Shape;198;p6"/>
                    <p:cNvCxnSpPr/>
                    <p:nvPr/>
                  </p:nvCxnSpPr>
                  <p:spPr>
                    <a:xfrm rot="10800000">
                      <a:off x="1815" y="1490"/>
                      <a:ext cx="0" cy="21"/>
                    </a:xfrm>
                    <a:prstGeom prst="straightConnector1">
                      <a:avLst/>
                    </a:prstGeom>
                    <a:noFill/>
                    <a:ln cap="flat" cmpd="sng" w="12700">
                      <a:solidFill>
                        <a:srgbClr val="7F5F3F"/>
                      </a:solidFill>
                      <a:prstDash val="solid"/>
                      <a:miter lim="800000"/>
                      <a:headEnd len="sm" w="sm" type="none"/>
                      <a:tailEnd len="sm" w="sm" type="none"/>
                    </a:ln>
                  </p:spPr>
                </p:cxnSp>
                <p:cxnSp>
                  <p:nvCxnSpPr>
                    <p:cNvPr id="199" name="Google Shape;199;p6"/>
                    <p:cNvCxnSpPr/>
                    <p:nvPr/>
                  </p:nvCxnSpPr>
                  <p:spPr>
                    <a:xfrm rot="10800000">
                      <a:off x="1809" y="1472"/>
                      <a:ext cx="0" cy="18"/>
                    </a:xfrm>
                    <a:prstGeom prst="straightConnector1">
                      <a:avLst/>
                    </a:prstGeom>
                    <a:noFill/>
                    <a:ln cap="flat" cmpd="sng" w="12700">
                      <a:solidFill>
                        <a:srgbClr val="7F5F3F"/>
                      </a:solidFill>
                      <a:prstDash val="solid"/>
                      <a:miter lim="800000"/>
                      <a:headEnd len="sm" w="sm" type="none"/>
                      <a:tailEnd len="sm" w="sm" type="none"/>
                    </a:ln>
                  </p:spPr>
                </p:cxnSp>
                <p:cxnSp>
                  <p:nvCxnSpPr>
                    <p:cNvPr id="200" name="Google Shape;200;p6"/>
                    <p:cNvCxnSpPr/>
                    <p:nvPr/>
                  </p:nvCxnSpPr>
                  <p:spPr>
                    <a:xfrm rot="10800000">
                      <a:off x="1816" y="1457"/>
                      <a:ext cx="0" cy="24"/>
                    </a:xfrm>
                    <a:prstGeom prst="straightConnector1">
                      <a:avLst/>
                    </a:prstGeom>
                    <a:noFill/>
                    <a:ln cap="flat" cmpd="sng" w="12700">
                      <a:solidFill>
                        <a:srgbClr val="7F5F3F"/>
                      </a:solidFill>
                      <a:prstDash val="solid"/>
                      <a:miter lim="800000"/>
                      <a:headEnd len="sm" w="sm" type="none"/>
                      <a:tailEnd len="sm" w="sm" type="none"/>
                    </a:ln>
                  </p:spPr>
                </p:cxnSp>
                <p:cxnSp>
                  <p:nvCxnSpPr>
                    <p:cNvPr id="201" name="Google Shape;201;p6"/>
                    <p:cNvCxnSpPr/>
                    <p:nvPr/>
                  </p:nvCxnSpPr>
                  <p:spPr>
                    <a:xfrm rot="10800000">
                      <a:off x="1804" y="1455"/>
                      <a:ext cx="0" cy="13"/>
                    </a:xfrm>
                    <a:prstGeom prst="straightConnector1">
                      <a:avLst/>
                    </a:prstGeom>
                    <a:noFill/>
                    <a:ln cap="flat" cmpd="sng" w="12700">
                      <a:solidFill>
                        <a:srgbClr val="7F5F3F"/>
                      </a:solidFill>
                      <a:prstDash val="solid"/>
                      <a:miter lim="800000"/>
                      <a:headEnd len="sm" w="sm" type="none"/>
                      <a:tailEnd len="sm" w="sm" type="none"/>
                    </a:ln>
                  </p:spPr>
                </p:cxnSp>
              </p:grpSp>
              <p:grpSp>
                <p:nvGrpSpPr>
                  <p:cNvPr id="202" name="Google Shape;202;p6"/>
                  <p:cNvGrpSpPr/>
                  <p:nvPr/>
                </p:nvGrpSpPr>
                <p:grpSpPr>
                  <a:xfrm>
                    <a:off x="1747" y="1466"/>
                    <a:ext cx="2" cy="48"/>
                    <a:chOff x="1747" y="1466"/>
                    <a:chExt cx="2" cy="48"/>
                  </a:xfrm>
                </p:grpSpPr>
                <p:cxnSp>
                  <p:nvCxnSpPr>
                    <p:cNvPr id="203" name="Google Shape;203;p6"/>
                    <p:cNvCxnSpPr/>
                    <p:nvPr/>
                  </p:nvCxnSpPr>
                  <p:spPr>
                    <a:xfrm>
                      <a:off x="1747" y="1466"/>
                      <a:ext cx="0" cy="12"/>
                    </a:xfrm>
                    <a:prstGeom prst="straightConnector1">
                      <a:avLst/>
                    </a:prstGeom>
                    <a:noFill/>
                    <a:ln cap="flat" cmpd="sng" w="12700">
                      <a:solidFill>
                        <a:srgbClr val="7F5F3F"/>
                      </a:solidFill>
                      <a:prstDash val="solid"/>
                      <a:miter lim="800000"/>
                      <a:headEnd len="sm" w="sm" type="none"/>
                      <a:tailEnd len="sm" w="sm" type="none"/>
                    </a:ln>
                  </p:spPr>
                </p:cxnSp>
                <p:cxnSp>
                  <p:nvCxnSpPr>
                    <p:cNvPr id="204" name="Google Shape;204;p6"/>
                    <p:cNvCxnSpPr/>
                    <p:nvPr/>
                  </p:nvCxnSpPr>
                  <p:spPr>
                    <a:xfrm>
                      <a:off x="1749" y="1497"/>
                      <a:ext cx="0" cy="2"/>
                    </a:xfrm>
                    <a:prstGeom prst="straightConnector1">
                      <a:avLst/>
                    </a:prstGeom>
                    <a:noFill/>
                    <a:ln cap="flat" cmpd="sng" w="12700">
                      <a:solidFill>
                        <a:srgbClr val="7F5F3F"/>
                      </a:solidFill>
                      <a:prstDash val="solid"/>
                      <a:miter lim="800000"/>
                      <a:headEnd len="sm" w="sm" type="none"/>
                      <a:tailEnd len="sm" w="sm" type="none"/>
                    </a:ln>
                  </p:spPr>
                </p:cxnSp>
                <p:cxnSp>
                  <p:nvCxnSpPr>
                    <p:cNvPr id="205" name="Google Shape;205;p6"/>
                    <p:cNvCxnSpPr/>
                    <p:nvPr/>
                  </p:nvCxnSpPr>
                  <p:spPr>
                    <a:xfrm>
                      <a:off x="1747" y="1508"/>
                      <a:ext cx="0" cy="6"/>
                    </a:xfrm>
                    <a:prstGeom prst="straightConnector1">
                      <a:avLst/>
                    </a:prstGeom>
                    <a:noFill/>
                    <a:ln cap="flat" cmpd="sng" w="12700">
                      <a:solidFill>
                        <a:srgbClr val="7F5F3F"/>
                      </a:solidFill>
                      <a:prstDash val="solid"/>
                      <a:miter lim="800000"/>
                      <a:headEnd len="sm" w="sm" type="none"/>
                      <a:tailEnd len="sm" w="sm" type="none"/>
                    </a:ln>
                  </p:spPr>
                </p:cxnSp>
              </p:grpSp>
            </p:grpSp>
          </p:grpSp>
        </p:grpSp>
      </p:grpSp>
      <p:grpSp>
        <p:nvGrpSpPr>
          <p:cNvPr id="206" name="Google Shape;206;p6"/>
          <p:cNvGrpSpPr/>
          <p:nvPr/>
        </p:nvGrpSpPr>
        <p:grpSpPr>
          <a:xfrm>
            <a:off x="638175" y="1912937"/>
            <a:ext cx="1611312" cy="1517650"/>
            <a:chOff x="267" y="1529"/>
            <a:chExt cx="1015" cy="956"/>
          </a:xfrm>
        </p:grpSpPr>
        <p:sp>
          <p:nvSpPr>
            <p:cNvPr id="207" name="Google Shape;207;p6"/>
            <p:cNvSpPr/>
            <p:nvPr/>
          </p:nvSpPr>
          <p:spPr>
            <a:xfrm>
              <a:off x="267" y="1529"/>
              <a:ext cx="1012" cy="741"/>
            </a:xfrm>
            <a:custGeom>
              <a:rect b="b" l="l" r="r" t="t"/>
              <a:pathLst>
                <a:path extrusionOk="0" h="741" w="1012">
                  <a:moveTo>
                    <a:pt x="850" y="175"/>
                  </a:moveTo>
                  <a:lnTo>
                    <a:pt x="842" y="155"/>
                  </a:lnTo>
                  <a:lnTo>
                    <a:pt x="829" y="134"/>
                  </a:lnTo>
                  <a:lnTo>
                    <a:pt x="809" y="118"/>
                  </a:lnTo>
                  <a:lnTo>
                    <a:pt x="784" y="104"/>
                  </a:lnTo>
                  <a:lnTo>
                    <a:pt x="763" y="97"/>
                  </a:lnTo>
                  <a:lnTo>
                    <a:pt x="737" y="89"/>
                  </a:lnTo>
                  <a:lnTo>
                    <a:pt x="698" y="86"/>
                  </a:lnTo>
                  <a:lnTo>
                    <a:pt x="660" y="89"/>
                  </a:lnTo>
                  <a:lnTo>
                    <a:pt x="625" y="98"/>
                  </a:lnTo>
                  <a:lnTo>
                    <a:pt x="599" y="108"/>
                  </a:lnTo>
                  <a:lnTo>
                    <a:pt x="584" y="74"/>
                  </a:lnTo>
                  <a:lnTo>
                    <a:pt x="564" y="48"/>
                  </a:lnTo>
                  <a:lnTo>
                    <a:pt x="537" y="27"/>
                  </a:lnTo>
                  <a:lnTo>
                    <a:pt x="502" y="12"/>
                  </a:lnTo>
                  <a:lnTo>
                    <a:pt x="459" y="1"/>
                  </a:lnTo>
                  <a:lnTo>
                    <a:pt x="417" y="0"/>
                  </a:lnTo>
                  <a:lnTo>
                    <a:pt x="379" y="6"/>
                  </a:lnTo>
                  <a:lnTo>
                    <a:pt x="337" y="19"/>
                  </a:lnTo>
                  <a:lnTo>
                    <a:pt x="305" y="42"/>
                  </a:lnTo>
                  <a:lnTo>
                    <a:pt x="282" y="65"/>
                  </a:lnTo>
                  <a:lnTo>
                    <a:pt x="267" y="87"/>
                  </a:lnTo>
                  <a:lnTo>
                    <a:pt x="264" y="115"/>
                  </a:lnTo>
                  <a:lnTo>
                    <a:pt x="234" y="106"/>
                  </a:lnTo>
                  <a:lnTo>
                    <a:pt x="199" y="109"/>
                  </a:lnTo>
                  <a:lnTo>
                    <a:pt x="170" y="118"/>
                  </a:lnTo>
                  <a:lnTo>
                    <a:pt x="145" y="138"/>
                  </a:lnTo>
                  <a:lnTo>
                    <a:pt x="127" y="163"/>
                  </a:lnTo>
                  <a:lnTo>
                    <a:pt x="120" y="192"/>
                  </a:lnTo>
                  <a:lnTo>
                    <a:pt x="121" y="213"/>
                  </a:lnTo>
                  <a:lnTo>
                    <a:pt x="104" y="211"/>
                  </a:lnTo>
                  <a:lnTo>
                    <a:pt x="83" y="216"/>
                  </a:lnTo>
                  <a:lnTo>
                    <a:pt x="62" y="226"/>
                  </a:lnTo>
                  <a:lnTo>
                    <a:pt x="45" y="237"/>
                  </a:lnTo>
                  <a:lnTo>
                    <a:pt x="34" y="247"/>
                  </a:lnTo>
                  <a:lnTo>
                    <a:pt x="24" y="260"/>
                  </a:lnTo>
                  <a:lnTo>
                    <a:pt x="13" y="276"/>
                  </a:lnTo>
                  <a:lnTo>
                    <a:pt x="7" y="296"/>
                  </a:lnTo>
                  <a:lnTo>
                    <a:pt x="6" y="311"/>
                  </a:lnTo>
                  <a:lnTo>
                    <a:pt x="9" y="327"/>
                  </a:lnTo>
                  <a:lnTo>
                    <a:pt x="16" y="347"/>
                  </a:lnTo>
                  <a:lnTo>
                    <a:pt x="7" y="368"/>
                  </a:lnTo>
                  <a:lnTo>
                    <a:pt x="3" y="386"/>
                  </a:lnTo>
                  <a:lnTo>
                    <a:pt x="1" y="407"/>
                  </a:lnTo>
                  <a:lnTo>
                    <a:pt x="6" y="432"/>
                  </a:lnTo>
                  <a:lnTo>
                    <a:pt x="10" y="447"/>
                  </a:lnTo>
                  <a:lnTo>
                    <a:pt x="21" y="465"/>
                  </a:lnTo>
                  <a:lnTo>
                    <a:pt x="6" y="490"/>
                  </a:lnTo>
                  <a:lnTo>
                    <a:pt x="1" y="506"/>
                  </a:lnTo>
                  <a:lnTo>
                    <a:pt x="0" y="529"/>
                  </a:lnTo>
                  <a:lnTo>
                    <a:pt x="3" y="551"/>
                  </a:lnTo>
                  <a:lnTo>
                    <a:pt x="12" y="577"/>
                  </a:lnTo>
                  <a:lnTo>
                    <a:pt x="24" y="595"/>
                  </a:lnTo>
                  <a:lnTo>
                    <a:pt x="42" y="612"/>
                  </a:lnTo>
                  <a:lnTo>
                    <a:pt x="72" y="629"/>
                  </a:lnTo>
                  <a:lnTo>
                    <a:pt x="104" y="635"/>
                  </a:lnTo>
                  <a:lnTo>
                    <a:pt x="133" y="630"/>
                  </a:lnTo>
                  <a:lnTo>
                    <a:pt x="152" y="621"/>
                  </a:lnTo>
                  <a:lnTo>
                    <a:pt x="165" y="639"/>
                  </a:lnTo>
                  <a:lnTo>
                    <a:pt x="179" y="653"/>
                  </a:lnTo>
                  <a:lnTo>
                    <a:pt x="191" y="662"/>
                  </a:lnTo>
                  <a:lnTo>
                    <a:pt x="214" y="674"/>
                  </a:lnTo>
                  <a:lnTo>
                    <a:pt x="234" y="682"/>
                  </a:lnTo>
                  <a:lnTo>
                    <a:pt x="264" y="688"/>
                  </a:lnTo>
                  <a:lnTo>
                    <a:pt x="293" y="687"/>
                  </a:lnTo>
                  <a:lnTo>
                    <a:pt x="322" y="679"/>
                  </a:lnTo>
                  <a:lnTo>
                    <a:pt x="347" y="665"/>
                  </a:lnTo>
                  <a:lnTo>
                    <a:pt x="362" y="689"/>
                  </a:lnTo>
                  <a:lnTo>
                    <a:pt x="376" y="703"/>
                  </a:lnTo>
                  <a:lnTo>
                    <a:pt x="394" y="715"/>
                  </a:lnTo>
                  <a:lnTo>
                    <a:pt x="415" y="725"/>
                  </a:lnTo>
                  <a:lnTo>
                    <a:pt x="439" y="729"/>
                  </a:lnTo>
                  <a:lnTo>
                    <a:pt x="461" y="729"/>
                  </a:lnTo>
                  <a:lnTo>
                    <a:pt x="482" y="725"/>
                  </a:lnTo>
                  <a:lnTo>
                    <a:pt x="508" y="712"/>
                  </a:lnTo>
                  <a:lnTo>
                    <a:pt x="523" y="700"/>
                  </a:lnTo>
                  <a:lnTo>
                    <a:pt x="537" y="715"/>
                  </a:lnTo>
                  <a:lnTo>
                    <a:pt x="552" y="725"/>
                  </a:lnTo>
                  <a:lnTo>
                    <a:pt x="570" y="733"/>
                  </a:lnTo>
                  <a:lnTo>
                    <a:pt x="596" y="740"/>
                  </a:lnTo>
                  <a:lnTo>
                    <a:pt x="623" y="738"/>
                  </a:lnTo>
                  <a:lnTo>
                    <a:pt x="651" y="731"/>
                  </a:lnTo>
                  <a:lnTo>
                    <a:pt x="672" y="719"/>
                  </a:lnTo>
                  <a:lnTo>
                    <a:pt x="692" y="699"/>
                  </a:lnTo>
                  <a:lnTo>
                    <a:pt x="704" y="679"/>
                  </a:lnTo>
                  <a:lnTo>
                    <a:pt x="725" y="686"/>
                  </a:lnTo>
                  <a:lnTo>
                    <a:pt x="749" y="691"/>
                  </a:lnTo>
                  <a:lnTo>
                    <a:pt x="778" y="689"/>
                  </a:lnTo>
                  <a:lnTo>
                    <a:pt x="803" y="680"/>
                  </a:lnTo>
                  <a:lnTo>
                    <a:pt x="822" y="667"/>
                  </a:lnTo>
                  <a:lnTo>
                    <a:pt x="838" y="653"/>
                  </a:lnTo>
                  <a:lnTo>
                    <a:pt x="851" y="633"/>
                  </a:lnTo>
                  <a:lnTo>
                    <a:pt x="854" y="612"/>
                  </a:lnTo>
                  <a:lnTo>
                    <a:pt x="868" y="617"/>
                  </a:lnTo>
                  <a:lnTo>
                    <a:pt x="891" y="618"/>
                  </a:lnTo>
                  <a:lnTo>
                    <a:pt x="917" y="612"/>
                  </a:lnTo>
                  <a:lnTo>
                    <a:pt x="943" y="598"/>
                  </a:lnTo>
                  <a:lnTo>
                    <a:pt x="961" y="579"/>
                  </a:lnTo>
                  <a:lnTo>
                    <a:pt x="976" y="554"/>
                  </a:lnTo>
                  <a:lnTo>
                    <a:pt x="985" y="529"/>
                  </a:lnTo>
                  <a:lnTo>
                    <a:pt x="988" y="494"/>
                  </a:lnTo>
                  <a:lnTo>
                    <a:pt x="987" y="470"/>
                  </a:lnTo>
                  <a:lnTo>
                    <a:pt x="979" y="435"/>
                  </a:lnTo>
                  <a:lnTo>
                    <a:pt x="997" y="415"/>
                  </a:lnTo>
                  <a:lnTo>
                    <a:pt x="1006" y="389"/>
                  </a:lnTo>
                  <a:lnTo>
                    <a:pt x="1011" y="361"/>
                  </a:lnTo>
                  <a:lnTo>
                    <a:pt x="1011" y="332"/>
                  </a:lnTo>
                  <a:lnTo>
                    <a:pt x="1005" y="301"/>
                  </a:lnTo>
                  <a:lnTo>
                    <a:pt x="993" y="278"/>
                  </a:lnTo>
                  <a:lnTo>
                    <a:pt x="973" y="253"/>
                  </a:lnTo>
                  <a:lnTo>
                    <a:pt x="952" y="234"/>
                  </a:lnTo>
                  <a:lnTo>
                    <a:pt x="927" y="216"/>
                  </a:lnTo>
                  <a:lnTo>
                    <a:pt x="895" y="204"/>
                  </a:lnTo>
                  <a:lnTo>
                    <a:pt x="865" y="197"/>
                  </a:lnTo>
                  <a:lnTo>
                    <a:pt x="851" y="194"/>
                  </a:lnTo>
                  <a:lnTo>
                    <a:pt x="850" y="175"/>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8" name="Google Shape;208;p6"/>
            <p:cNvSpPr/>
            <p:nvPr/>
          </p:nvSpPr>
          <p:spPr>
            <a:xfrm>
              <a:off x="1055" y="2222"/>
              <a:ext cx="142" cy="99"/>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9" name="Google Shape;209;p6"/>
            <p:cNvSpPr/>
            <p:nvPr/>
          </p:nvSpPr>
          <p:spPr>
            <a:xfrm>
              <a:off x="1156" y="2353"/>
              <a:ext cx="108" cy="63"/>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0" name="Google Shape;210;p6"/>
            <p:cNvSpPr/>
            <p:nvPr/>
          </p:nvSpPr>
          <p:spPr>
            <a:xfrm>
              <a:off x="1223" y="2438"/>
              <a:ext cx="59" cy="47"/>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11" name="Google Shape;211;p6"/>
          <p:cNvGrpSpPr/>
          <p:nvPr/>
        </p:nvGrpSpPr>
        <p:grpSpPr>
          <a:xfrm>
            <a:off x="6958012" y="2997200"/>
            <a:ext cx="1203325" cy="714375"/>
            <a:chOff x="4248" y="2212"/>
            <a:chExt cx="758" cy="450"/>
          </a:xfrm>
        </p:grpSpPr>
        <p:grpSp>
          <p:nvGrpSpPr>
            <p:cNvPr id="212" name="Google Shape;212;p6"/>
            <p:cNvGrpSpPr/>
            <p:nvPr/>
          </p:nvGrpSpPr>
          <p:grpSpPr>
            <a:xfrm>
              <a:off x="4248" y="2212"/>
              <a:ext cx="758" cy="450"/>
              <a:chOff x="4248" y="2212"/>
              <a:chExt cx="758" cy="450"/>
            </a:xfrm>
          </p:grpSpPr>
          <p:grpSp>
            <p:nvGrpSpPr>
              <p:cNvPr id="213" name="Google Shape;213;p6"/>
              <p:cNvGrpSpPr/>
              <p:nvPr/>
            </p:nvGrpSpPr>
            <p:grpSpPr>
              <a:xfrm>
                <a:off x="4248" y="2212"/>
                <a:ext cx="758" cy="395"/>
                <a:chOff x="4248" y="2212"/>
                <a:chExt cx="758" cy="395"/>
              </a:xfrm>
            </p:grpSpPr>
            <p:grpSp>
              <p:nvGrpSpPr>
                <p:cNvPr id="214" name="Google Shape;214;p6"/>
                <p:cNvGrpSpPr/>
                <p:nvPr/>
              </p:nvGrpSpPr>
              <p:grpSpPr>
                <a:xfrm>
                  <a:off x="4280" y="2212"/>
                  <a:ext cx="726" cy="382"/>
                  <a:chOff x="4280" y="2212"/>
                  <a:chExt cx="726" cy="382"/>
                </a:xfrm>
              </p:grpSpPr>
              <p:grpSp>
                <p:nvGrpSpPr>
                  <p:cNvPr id="215" name="Google Shape;215;p6"/>
                  <p:cNvGrpSpPr/>
                  <p:nvPr/>
                </p:nvGrpSpPr>
                <p:grpSpPr>
                  <a:xfrm>
                    <a:off x="4280" y="2212"/>
                    <a:ext cx="726" cy="382"/>
                    <a:chOff x="4280" y="2212"/>
                    <a:chExt cx="726" cy="382"/>
                  </a:xfrm>
                </p:grpSpPr>
                <p:grpSp>
                  <p:nvGrpSpPr>
                    <p:cNvPr id="216" name="Google Shape;216;p6"/>
                    <p:cNvGrpSpPr/>
                    <p:nvPr/>
                  </p:nvGrpSpPr>
                  <p:grpSpPr>
                    <a:xfrm>
                      <a:off x="4280" y="2224"/>
                      <a:ext cx="726" cy="370"/>
                      <a:chOff x="4280" y="2224"/>
                      <a:chExt cx="726" cy="370"/>
                    </a:xfrm>
                  </p:grpSpPr>
                  <p:grpSp>
                    <p:nvGrpSpPr>
                      <p:cNvPr id="217" name="Google Shape;217;p6"/>
                      <p:cNvGrpSpPr/>
                      <p:nvPr/>
                    </p:nvGrpSpPr>
                    <p:grpSpPr>
                      <a:xfrm>
                        <a:off x="4280" y="2224"/>
                        <a:ext cx="726" cy="370"/>
                        <a:chOff x="4280" y="2224"/>
                        <a:chExt cx="726" cy="370"/>
                      </a:xfrm>
                    </p:grpSpPr>
                    <p:grpSp>
                      <p:nvGrpSpPr>
                        <p:cNvPr id="218" name="Google Shape;218;p6"/>
                        <p:cNvGrpSpPr/>
                        <p:nvPr/>
                      </p:nvGrpSpPr>
                      <p:grpSpPr>
                        <a:xfrm>
                          <a:off x="4441" y="2224"/>
                          <a:ext cx="565" cy="370"/>
                          <a:chOff x="4441" y="2224"/>
                          <a:chExt cx="565" cy="370"/>
                        </a:xfrm>
                      </p:grpSpPr>
                      <p:sp>
                        <p:nvSpPr>
                          <p:cNvPr id="219" name="Google Shape;219;p6"/>
                          <p:cNvSpPr/>
                          <p:nvPr/>
                        </p:nvSpPr>
                        <p:spPr>
                          <a:xfrm>
                            <a:off x="4441" y="2224"/>
                            <a:ext cx="564" cy="370"/>
                          </a:xfrm>
                          <a:custGeom>
                            <a:rect b="b" l="l" r="r" t="t"/>
                            <a:pathLst>
                              <a:path extrusionOk="0" h="370" w="564">
                                <a:moveTo>
                                  <a:pt x="563" y="333"/>
                                </a:moveTo>
                                <a:lnTo>
                                  <a:pt x="563" y="0"/>
                                </a:lnTo>
                                <a:lnTo>
                                  <a:pt x="154" y="0"/>
                                </a:lnTo>
                                <a:lnTo>
                                  <a:pt x="0" y="112"/>
                                </a:lnTo>
                                <a:lnTo>
                                  <a:pt x="0" y="310"/>
                                </a:lnTo>
                                <a:lnTo>
                                  <a:pt x="280" y="369"/>
                                </a:lnTo>
                                <a:lnTo>
                                  <a:pt x="563" y="333"/>
                                </a:lnTo>
                              </a:path>
                            </a:pathLst>
                          </a:custGeom>
                          <a:solidFill>
                            <a:srgbClr val="9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20" name="Google Shape;220;p6"/>
                          <p:cNvGrpSpPr/>
                          <p:nvPr/>
                        </p:nvGrpSpPr>
                        <p:grpSpPr>
                          <a:xfrm>
                            <a:off x="4454" y="2225"/>
                            <a:ext cx="552" cy="369"/>
                            <a:chOff x="4454" y="2225"/>
                            <a:chExt cx="552" cy="369"/>
                          </a:xfrm>
                        </p:grpSpPr>
                        <p:sp>
                          <p:nvSpPr>
                            <p:cNvPr id="221" name="Google Shape;221;p6"/>
                            <p:cNvSpPr/>
                            <p:nvPr/>
                          </p:nvSpPr>
                          <p:spPr>
                            <a:xfrm>
                              <a:off x="4727" y="2367"/>
                              <a:ext cx="105" cy="227"/>
                            </a:xfrm>
                            <a:custGeom>
                              <a:rect b="b" l="l" r="r" t="t"/>
                              <a:pathLst>
                                <a:path extrusionOk="0" h="227" w="105">
                                  <a:moveTo>
                                    <a:pt x="0" y="109"/>
                                  </a:moveTo>
                                  <a:lnTo>
                                    <a:pt x="104" y="0"/>
                                  </a:lnTo>
                                  <a:lnTo>
                                    <a:pt x="103" y="199"/>
                                  </a:lnTo>
                                  <a:lnTo>
                                    <a:pt x="0" y="226"/>
                                  </a:lnTo>
                                  <a:lnTo>
                                    <a:pt x="0" y="109"/>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2" name="Google Shape;222;p6"/>
                            <p:cNvSpPr/>
                            <p:nvPr/>
                          </p:nvSpPr>
                          <p:spPr>
                            <a:xfrm>
                              <a:off x="4857" y="2225"/>
                              <a:ext cx="149" cy="327"/>
                            </a:xfrm>
                            <a:custGeom>
                              <a:rect b="b" l="l" r="r" t="t"/>
                              <a:pathLst>
                                <a:path extrusionOk="0" h="327" w="149">
                                  <a:moveTo>
                                    <a:pt x="148" y="0"/>
                                  </a:moveTo>
                                  <a:lnTo>
                                    <a:pt x="0" y="110"/>
                                  </a:lnTo>
                                  <a:lnTo>
                                    <a:pt x="0" y="309"/>
                                  </a:lnTo>
                                  <a:lnTo>
                                    <a:pt x="148" y="326"/>
                                  </a:lnTo>
                                  <a:lnTo>
                                    <a:pt x="148"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3" name="Google Shape;223;p6"/>
                            <p:cNvSpPr/>
                            <p:nvPr/>
                          </p:nvSpPr>
                          <p:spPr>
                            <a:xfrm>
                              <a:off x="4460" y="2310"/>
                              <a:ext cx="415" cy="51"/>
                            </a:xfrm>
                            <a:custGeom>
                              <a:rect b="b" l="l" r="r" t="t"/>
                              <a:pathLst>
                                <a:path extrusionOk="0" h="51" w="415">
                                  <a:moveTo>
                                    <a:pt x="414" y="12"/>
                                  </a:moveTo>
                                  <a:lnTo>
                                    <a:pt x="20" y="0"/>
                                  </a:lnTo>
                                  <a:lnTo>
                                    <a:pt x="0" y="34"/>
                                  </a:lnTo>
                                  <a:lnTo>
                                    <a:pt x="414" y="50"/>
                                  </a:lnTo>
                                  <a:lnTo>
                                    <a:pt x="414" y="12"/>
                                  </a:lnTo>
                                </a:path>
                              </a:pathLst>
                            </a:custGeom>
                            <a:solidFill>
                              <a:srgbClr val="BF7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4" name="Google Shape;224;p6"/>
                            <p:cNvSpPr/>
                            <p:nvPr/>
                          </p:nvSpPr>
                          <p:spPr>
                            <a:xfrm>
                              <a:off x="4945" y="2414"/>
                              <a:ext cx="55" cy="28"/>
                            </a:xfrm>
                            <a:custGeom>
                              <a:rect b="b" l="l" r="r" t="t"/>
                              <a:pathLst>
                                <a:path extrusionOk="0" h="28" w="55">
                                  <a:moveTo>
                                    <a:pt x="54" y="9"/>
                                  </a:moveTo>
                                  <a:lnTo>
                                    <a:pt x="0" y="27"/>
                                  </a:lnTo>
                                  <a:lnTo>
                                    <a:pt x="0" y="0"/>
                                  </a:lnTo>
                                  <a:lnTo>
                                    <a:pt x="54" y="9"/>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5" name="Google Shape;225;p6"/>
                            <p:cNvSpPr/>
                            <p:nvPr/>
                          </p:nvSpPr>
                          <p:spPr>
                            <a:xfrm>
                              <a:off x="4944" y="2424"/>
                              <a:ext cx="62" cy="150"/>
                            </a:xfrm>
                            <a:custGeom>
                              <a:rect b="b" l="l" r="r" t="t"/>
                              <a:pathLst>
                                <a:path extrusionOk="0" h="150" w="62">
                                  <a:moveTo>
                                    <a:pt x="61" y="0"/>
                                  </a:moveTo>
                                  <a:lnTo>
                                    <a:pt x="0" y="26"/>
                                  </a:lnTo>
                                  <a:lnTo>
                                    <a:pt x="0" y="149"/>
                                  </a:lnTo>
                                  <a:lnTo>
                                    <a:pt x="61" y="134"/>
                                  </a:lnTo>
                                  <a:lnTo>
                                    <a:pt x="61"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26" name="Google Shape;226;p6"/>
                            <p:cNvGrpSpPr/>
                            <p:nvPr/>
                          </p:nvGrpSpPr>
                          <p:grpSpPr>
                            <a:xfrm>
                              <a:off x="4936" y="2389"/>
                              <a:ext cx="69" cy="63"/>
                              <a:chOff x="4936" y="2389"/>
                              <a:chExt cx="69" cy="63"/>
                            </a:xfrm>
                          </p:grpSpPr>
                          <p:sp>
                            <p:nvSpPr>
                              <p:cNvPr id="227" name="Google Shape;227;p6"/>
                              <p:cNvSpPr/>
                              <p:nvPr/>
                            </p:nvSpPr>
                            <p:spPr>
                              <a:xfrm>
                                <a:off x="4936" y="2389"/>
                                <a:ext cx="69" cy="63"/>
                              </a:xfrm>
                              <a:custGeom>
                                <a:rect b="b" l="l" r="r" t="t"/>
                                <a:pathLst>
                                  <a:path extrusionOk="0" h="63" w="69">
                                    <a:moveTo>
                                      <a:pt x="1" y="62"/>
                                    </a:moveTo>
                                    <a:lnTo>
                                      <a:pt x="68" y="35"/>
                                    </a:lnTo>
                                    <a:lnTo>
                                      <a:pt x="68" y="0"/>
                                    </a:lnTo>
                                    <a:lnTo>
                                      <a:pt x="0" y="21"/>
                                    </a:lnTo>
                                  </a:path>
                                </a:pathLst>
                              </a:custGeom>
                              <a:noFill/>
                              <a:ln cap="rnd" cmpd="sng" w="12700">
                                <a:solidFill>
                                  <a:srgbClr val="3F1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28" name="Google Shape;228;p6"/>
                              <p:cNvCxnSpPr/>
                              <p:nvPr/>
                            </p:nvCxnSpPr>
                            <p:spPr>
                              <a:xfrm>
                                <a:off x="4950" y="2410"/>
                                <a:ext cx="0" cy="32"/>
                              </a:xfrm>
                              <a:prstGeom prst="straightConnector1">
                                <a:avLst/>
                              </a:prstGeom>
                              <a:noFill/>
                              <a:ln cap="flat" cmpd="sng" w="12700">
                                <a:solidFill>
                                  <a:srgbClr val="3F1F00"/>
                                </a:solidFill>
                                <a:prstDash val="solid"/>
                                <a:miter lim="800000"/>
                                <a:headEnd len="sm" w="sm" type="none"/>
                                <a:tailEnd len="sm" w="sm" type="none"/>
                              </a:ln>
                            </p:spPr>
                          </p:cxnSp>
                          <p:cxnSp>
                            <p:nvCxnSpPr>
                              <p:cNvPr id="229" name="Google Shape;229;p6"/>
                              <p:cNvCxnSpPr/>
                              <p:nvPr/>
                            </p:nvCxnSpPr>
                            <p:spPr>
                              <a:xfrm>
                                <a:off x="4962" y="2405"/>
                                <a:ext cx="0" cy="32"/>
                              </a:xfrm>
                              <a:prstGeom prst="straightConnector1">
                                <a:avLst/>
                              </a:prstGeom>
                              <a:noFill/>
                              <a:ln cap="flat" cmpd="sng" w="12700">
                                <a:solidFill>
                                  <a:srgbClr val="3F1F00"/>
                                </a:solidFill>
                                <a:prstDash val="solid"/>
                                <a:miter lim="800000"/>
                                <a:headEnd len="sm" w="sm" type="none"/>
                                <a:tailEnd len="sm" w="sm" type="none"/>
                              </a:ln>
                            </p:spPr>
                          </p:cxnSp>
                          <p:cxnSp>
                            <p:nvCxnSpPr>
                              <p:cNvPr id="230" name="Google Shape;230;p6"/>
                              <p:cNvCxnSpPr/>
                              <p:nvPr/>
                            </p:nvCxnSpPr>
                            <p:spPr>
                              <a:xfrm>
                                <a:off x="4975" y="2402"/>
                                <a:ext cx="0" cy="30"/>
                              </a:xfrm>
                              <a:prstGeom prst="straightConnector1">
                                <a:avLst/>
                              </a:prstGeom>
                              <a:noFill/>
                              <a:ln cap="flat" cmpd="sng" w="12700">
                                <a:solidFill>
                                  <a:srgbClr val="3F1F00"/>
                                </a:solidFill>
                                <a:prstDash val="solid"/>
                                <a:miter lim="800000"/>
                                <a:headEnd len="sm" w="sm" type="none"/>
                                <a:tailEnd len="sm" w="sm" type="none"/>
                              </a:ln>
                            </p:spPr>
                          </p:cxnSp>
                          <p:cxnSp>
                            <p:nvCxnSpPr>
                              <p:cNvPr id="231" name="Google Shape;231;p6"/>
                              <p:cNvCxnSpPr/>
                              <p:nvPr/>
                            </p:nvCxnSpPr>
                            <p:spPr>
                              <a:xfrm>
                                <a:off x="4988" y="2398"/>
                                <a:ext cx="0" cy="28"/>
                              </a:xfrm>
                              <a:prstGeom prst="straightConnector1">
                                <a:avLst/>
                              </a:prstGeom>
                              <a:noFill/>
                              <a:ln cap="flat" cmpd="sng" w="12700">
                                <a:solidFill>
                                  <a:srgbClr val="3F1F00"/>
                                </a:solidFill>
                                <a:prstDash val="solid"/>
                                <a:miter lim="800000"/>
                                <a:headEnd len="sm" w="sm" type="none"/>
                                <a:tailEnd len="sm" w="sm" type="none"/>
                              </a:ln>
                            </p:spPr>
                          </p:cxnSp>
                        </p:grpSp>
                        <p:sp>
                          <p:nvSpPr>
                            <p:cNvPr id="232" name="Google Shape;232;p6"/>
                            <p:cNvSpPr/>
                            <p:nvPr/>
                          </p:nvSpPr>
                          <p:spPr>
                            <a:xfrm>
                              <a:off x="4454" y="2308"/>
                              <a:ext cx="429" cy="13"/>
                            </a:xfrm>
                            <a:custGeom>
                              <a:rect b="b" l="l" r="r" t="t"/>
                              <a:pathLst>
                                <a:path extrusionOk="0" h="13" w="429">
                                  <a:moveTo>
                                    <a:pt x="428" y="9"/>
                                  </a:moveTo>
                                  <a:lnTo>
                                    <a:pt x="0" y="0"/>
                                  </a:lnTo>
                                  <a:lnTo>
                                    <a:pt x="0" y="3"/>
                                  </a:lnTo>
                                  <a:lnTo>
                                    <a:pt x="426" y="12"/>
                                  </a:lnTo>
                                  <a:lnTo>
                                    <a:pt x="428" y="9"/>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233" name="Google Shape;233;p6"/>
                        <p:cNvGrpSpPr/>
                        <p:nvPr/>
                      </p:nvGrpSpPr>
                      <p:grpSpPr>
                        <a:xfrm>
                          <a:off x="4280" y="2328"/>
                          <a:ext cx="342" cy="206"/>
                          <a:chOff x="4280" y="2328"/>
                          <a:chExt cx="342" cy="206"/>
                        </a:xfrm>
                      </p:grpSpPr>
                      <p:grpSp>
                        <p:nvGrpSpPr>
                          <p:cNvPr id="234" name="Google Shape;234;p6"/>
                          <p:cNvGrpSpPr/>
                          <p:nvPr/>
                        </p:nvGrpSpPr>
                        <p:grpSpPr>
                          <a:xfrm>
                            <a:off x="4280" y="2328"/>
                            <a:ext cx="342" cy="191"/>
                            <a:chOff x="4280" y="2328"/>
                            <a:chExt cx="342" cy="191"/>
                          </a:xfrm>
                        </p:grpSpPr>
                        <p:sp>
                          <p:nvSpPr>
                            <p:cNvPr id="235" name="Google Shape;235;p6"/>
                            <p:cNvSpPr/>
                            <p:nvPr/>
                          </p:nvSpPr>
                          <p:spPr>
                            <a:xfrm>
                              <a:off x="4289" y="2328"/>
                              <a:ext cx="192" cy="191"/>
                            </a:xfrm>
                            <a:custGeom>
                              <a:rect b="b" l="l" r="r" t="t"/>
                              <a:pathLst>
                                <a:path extrusionOk="0" h="191" w="192">
                                  <a:moveTo>
                                    <a:pt x="0" y="188"/>
                                  </a:moveTo>
                                  <a:lnTo>
                                    <a:pt x="0" y="85"/>
                                  </a:lnTo>
                                  <a:lnTo>
                                    <a:pt x="131" y="0"/>
                                  </a:lnTo>
                                  <a:lnTo>
                                    <a:pt x="191" y="25"/>
                                  </a:lnTo>
                                  <a:lnTo>
                                    <a:pt x="87" y="103"/>
                                  </a:lnTo>
                                  <a:lnTo>
                                    <a:pt x="13" y="99"/>
                                  </a:lnTo>
                                  <a:lnTo>
                                    <a:pt x="13" y="190"/>
                                  </a:lnTo>
                                  <a:lnTo>
                                    <a:pt x="0" y="188"/>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6" name="Google Shape;236;p6"/>
                            <p:cNvSpPr/>
                            <p:nvPr/>
                          </p:nvSpPr>
                          <p:spPr>
                            <a:xfrm>
                              <a:off x="4285" y="2344"/>
                              <a:ext cx="337" cy="94"/>
                            </a:xfrm>
                            <a:custGeom>
                              <a:rect b="b" l="l" r="r" t="t"/>
                              <a:pathLst>
                                <a:path extrusionOk="0" h="94" w="337">
                                  <a:moveTo>
                                    <a:pt x="336" y="11"/>
                                  </a:moveTo>
                                  <a:lnTo>
                                    <a:pt x="110" y="0"/>
                                  </a:lnTo>
                                  <a:lnTo>
                                    <a:pt x="0" y="70"/>
                                  </a:lnTo>
                                  <a:lnTo>
                                    <a:pt x="199" y="93"/>
                                  </a:lnTo>
                                  <a:lnTo>
                                    <a:pt x="336" y="11"/>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7" name="Google Shape;237;p6"/>
                            <p:cNvSpPr/>
                            <p:nvPr/>
                          </p:nvSpPr>
                          <p:spPr>
                            <a:xfrm>
                              <a:off x="4280" y="2419"/>
                              <a:ext cx="122" cy="17"/>
                            </a:xfrm>
                            <a:custGeom>
                              <a:rect b="b" l="l" r="r" t="t"/>
                              <a:pathLst>
                                <a:path extrusionOk="0" h="17" w="122">
                                  <a:moveTo>
                                    <a:pt x="121" y="11"/>
                                  </a:moveTo>
                                  <a:lnTo>
                                    <a:pt x="7" y="0"/>
                                  </a:lnTo>
                                  <a:lnTo>
                                    <a:pt x="0" y="3"/>
                                  </a:lnTo>
                                  <a:lnTo>
                                    <a:pt x="119" y="16"/>
                                  </a:lnTo>
                                  <a:lnTo>
                                    <a:pt x="121" y="11"/>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38" name="Google Shape;238;p6"/>
                          <p:cNvGrpSpPr/>
                          <p:nvPr/>
                        </p:nvGrpSpPr>
                        <p:grpSpPr>
                          <a:xfrm>
                            <a:off x="4301" y="2427"/>
                            <a:ext cx="50" cy="107"/>
                            <a:chOff x="4301" y="2427"/>
                            <a:chExt cx="50" cy="107"/>
                          </a:xfrm>
                        </p:grpSpPr>
                        <p:sp>
                          <p:nvSpPr>
                            <p:cNvPr id="239" name="Google Shape;239;p6"/>
                            <p:cNvSpPr/>
                            <p:nvPr/>
                          </p:nvSpPr>
                          <p:spPr>
                            <a:xfrm>
                              <a:off x="4301" y="2427"/>
                              <a:ext cx="50" cy="107"/>
                            </a:xfrm>
                            <a:custGeom>
                              <a:rect b="b" l="l" r="r" t="t"/>
                              <a:pathLst>
                                <a:path extrusionOk="0" h="107" w="50">
                                  <a:moveTo>
                                    <a:pt x="49" y="7"/>
                                  </a:moveTo>
                                  <a:lnTo>
                                    <a:pt x="0" y="0"/>
                                  </a:lnTo>
                                  <a:lnTo>
                                    <a:pt x="0" y="94"/>
                                  </a:lnTo>
                                  <a:lnTo>
                                    <a:pt x="49" y="106"/>
                                  </a:lnTo>
                                  <a:lnTo>
                                    <a:pt x="49" y="7"/>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0" name="Google Shape;240;p6"/>
                            <p:cNvSpPr/>
                            <p:nvPr/>
                          </p:nvSpPr>
                          <p:spPr>
                            <a:xfrm>
                              <a:off x="4307" y="2434"/>
                              <a:ext cx="40" cy="88"/>
                            </a:xfrm>
                            <a:custGeom>
                              <a:rect b="b" l="l" r="r" t="t"/>
                              <a:pathLst>
                                <a:path extrusionOk="0" h="88" w="40">
                                  <a:moveTo>
                                    <a:pt x="39" y="6"/>
                                  </a:moveTo>
                                  <a:lnTo>
                                    <a:pt x="0" y="0"/>
                                  </a:lnTo>
                                  <a:lnTo>
                                    <a:pt x="0" y="78"/>
                                  </a:lnTo>
                                  <a:lnTo>
                                    <a:pt x="39" y="87"/>
                                  </a:lnTo>
                                  <a:lnTo>
                                    <a:pt x="39" y="6"/>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grpSp>
                    <p:nvGrpSpPr>
                      <p:cNvPr id="241" name="Google Shape;241;p6"/>
                      <p:cNvGrpSpPr/>
                      <p:nvPr/>
                    </p:nvGrpSpPr>
                    <p:grpSpPr>
                      <a:xfrm>
                        <a:off x="4479" y="2445"/>
                        <a:ext cx="248" cy="149"/>
                        <a:chOff x="4479" y="2445"/>
                        <a:chExt cx="248" cy="149"/>
                      </a:xfrm>
                    </p:grpSpPr>
                    <p:sp>
                      <p:nvSpPr>
                        <p:cNvPr id="242" name="Google Shape;242;p6"/>
                        <p:cNvSpPr/>
                        <p:nvPr/>
                      </p:nvSpPr>
                      <p:spPr>
                        <a:xfrm>
                          <a:off x="4488" y="2452"/>
                          <a:ext cx="230" cy="142"/>
                        </a:xfrm>
                        <a:custGeom>
                          <a:rect b="b" l="l" r="r" t="t"/>
                          <a:pathLst>
                            <a:path extrusionOk="0" h="142" w="230">
                              <a:moveTo>
                                <a:pt x="229" y="30"/>
                              </a:moveTo>
                              <a:lnTo>
                                <a:pt x="0" y="0"/>
                              </a:lnTo>
                              <a:lnTo>
                                <a:pt x="0" y="94"/>
                              </a:lnTo>
                              <a:lnTo>
                                <a:pt x="229" y="141"/>
                              </a:lnTo>
                              <a:lnTo>
                                <a:pt x="229" y="30"/>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3" name="Google Shape;243;p6"/>
                        <p:cNvSpPr/>
                        <p:nvPr/>
                      </p:nvSpPr>
                      <p:spPr>
                        <a:xfrm>
                          <a:off x="4564" y="2462"/>
                          <a:ext cx="2" cy="97"/>
                        </a:xfrm>
                        <a:custGeom>
                          <a:rect b="b" l="l" r="r" t="t"/>
                          <a:pathLst>
                            <a:path extrusionOk="0" h="97" w="2">
                              <a:moveTo>
                                <a:pt x="1" y="2"/>
                              </a:moveTo>
                              <a:lnTo>
                                <a:pt x="1" y="96"/>
                              </a:lnTo>
                              <a:lnTo>
                                <a:pt x="0" y="94"/>
                              </a:lnTo>
                              <a:lnTo>
                                <a:pt x="0" y="0"/>
                              </a:lnTo>
                              <a:lnTo>
                                <a:pt x="1" y="2"/>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4" name="Google Shape;244;p6"/>
                        <p:cNvSpPr/>
                        <p:nvPr/>
                      </p:nvSpPr>
                      <p:spPr>
                        <a:xfrm>
                          <a:off x="4642" y="2476"/>
                          <a:ext cx="1" cy="97"/>
                        </a:xfrm>
                        <a:custGeom>
                          <a:rect b="b" l="l" r="r" t="t"/>
                          <a:pathLst>
                            <a:path extrusionOk="0" h="97" w="1">
                              <a:moveTo>
                                <a:pt x="0" y="2"/>
                              </a:moveTo>
                              <a:lnTo>
                                <a:pt x="0" y="96"/>
                              </a:lnTo>
                              <a:lnTo>
                                <a:pt x="0" y="95"/>
                              </a:lnTo>
                              <a:lnTo>
                                <a:pt x="0" y="0"/>
                              </a:lnTo>
                              <a:lnTo>
                                <a:pt x="0" y="2"/>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5" name="Google Shape;245;p6"/>
                        <p:cNvSpPr/>
                        <p:nvPr/>
                      </p:nvSpPr>
                      <p:spPr>
                        <a:xfrm>
                          <a:off x="4479" y="2445"/>
                          <a:ext cx="248" cy="37"/>
                        </a:xfrm>
                        <a:custGeom>
                          <a:rect b="b" l="l" r="r" t="t"/>
                          <a:pathLst>
                            <a:path extrusionOk="0" h="37" w="248">
                              <a:moveTo>
                                <a:pt x="247" y="25"/>
                              </a:moveTo>
                              <a:lnTo>
                                <a:pt x="12" y="0"/>
                              </a:lnTo>
                              <a:lnTo>
                                <a:pt x="0" y="7"/>
                              </a:lnTo>
                              <a:lnTo>
                                <a:pt x="239" y="36"/>
                              </a:lnTo>
                              <a:lnTo>
                                <a:pt x="247" y="25"/>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246" name="Google Shape;246;p6"/>
                    <p:cNvGrpSpPr/>
                    <p:nvPr/>
                  </p:nvGrpSpPr>
                  <p:grpSpPr>
                    <a:xfrm>
                      <a:off x="4504" y="2212"/>
                      <a:ext cx="309" cy="229"/>
                      <a:chOff x="4504" y="2212"/>
                      <a:chExt cx="309" cy="229"/>
                    </a:xfrm>
                  </p:grpSpPr>
                  <p:grpSp>
                    <p:nvGrpSpPr>
                      <p:cNvPr id="247" name="Google Shape;247;p6"/>
                      <p:cNvGrpSpPr/>
                      <p:nvPr/>
                    </p:nvGrpSpPr>
                    <p:grpSpPr>
                      <a:xfrm>
                        <a:off x="4636" y="2379"/>
                        <a:ext cx="161" cy="62"/>
                        <a:chOff x="4636" y="2379"/>
                        <a:chExt cx="161" cy="62"/>
                      </a:xfrm>
                    </p:grpSpPr>
                    <p:sp>
                      <p:nvSpPr>
                        <p:cNvPr id="248" name="Google Shape;248;p6"/>
                        <p:cNvSpPr/>
                        <p:nvPr/>
                      </p:nvSpPr>
                      <p:spPr>
                        <a:xfrm>
                          <a:off x="4636" y="2379"/>
                          <a:ext cx="109" cy="62"/>
                        </a:xfrm>
                        <a:custGeom>
                          <a:rect b="b" l="l" r="r" t="t"/>
                          <a:pathLst>
                            <a:path extrusionOk="0" h="62" w="109">
                              <a:moveTo>
                                <a:pt x="108" y="8"/>
                              </a:moveTo>
                              <a:lnTo>
                                <a:pt x="108" y="61"/>
                              </a:lnTo>
                              <a:lnTo>
                                <a:pt x="9" y="51"/>
                              </a:lnTo>
                              <a:lnTo>
                                <a:pt x="9" y="9"/>
                              </a:lnTo>
                              <a:lnTo>
                                <a:pt x="0" y="9"/>
                              </a:lnTo>
                              <a:lnTo>
                                <a:pt x="0" y="0"/>
                              </a:lnTo>
                              <a:lnTo>
                                <a:pt x="108" y="8"/>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9" name="Google Shape;249;p6"/>
                        <p:cNvSpPr/>
                        <p:nvPr/>
                      </p:nvSpPr>
                      <p:spPr>
                        <a:xfrm>
                          <a:off x="4752" y="2388"/>
                          <a:ext cx="45" cy="53"/>
                        </a:xfrm>
                        <a:custGeom>
                          <a:rect b="b" l="l" r="r" t="t"/>
                          <a:pathLst>
                            <a:path extrusionOk="0" h="53" w="45">
                              <a:moveTo>
                                <a:pt x="0" y="0"/>
                              </a:moveTo>
                              <a:lnTo>
                                <a:pt x="0" y="52"/>
                              </a:lnTo>
                              <a:lnTo>
                                <a:pt x="44" y="8"/>
                              </a:lnTo>
                              <a:lnTo>
                                <a:pt x="0" y="0"/>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0" name="Google Shape;250;p6"/>
                        <p:cNvSpPr/>
                        <p:nvPr/>
                      </p:nvSpPr>
                      <p:spPr>
                        <a:xfrm>
                          <a:off x="4705" y="2394"/>
                          <a:ext cx="30" cy="36"/>
                        </a:xfrm>
                        <a:custGeom>
                          <a:rect b="b" l="l" r="r" t="t"/>
                          <a:pathLst>
                            <a:path extrusionOk="0" h="36" w="30">
                              <a:moveTo>
                                <a:pt x="29" y="2"/>
                              </a:moveTo>
                              <a:lnTo>
                                <a:pt x="29" y="35"/>
                              </a:lnTo>
                              <a:lnTo>
                                <a:pt x="0" y="32"/>
                              </a:lnTo>
                              <a:lnTo>
                                <a:pt x="0" y="0"/>
                              </a:lnTo>
                              <a:lnTo>
                                <a:pt x="29" y="2"/>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1" name="Google Shape;251;p6"/>
                        <p:cNvSpPr/>
                        <p:nvPr/>
                      </p:nvSpPr>
                      <p:spPr>
                        <a:xfrm>
                          <a:off x="4656" y="2389"/>
                          <a:ext cx="31" cy="36"/>
                        </a:xfrm>
                        <a:custGeom>
                          <a:rect b="b" l="l" r="r" t="t"/>
                          <a:pathLst>
                            <a:path extrusionOk="0" h="36" w="31">
                              <a:moveTo>
                                <a:pt x="30" y="2"/>
                              </a:moveTo>
                              <a:lnTo>
                                <a:pt x="30" y="35"/>
                              </a:lnTo>
                              <a:lnTo>
                                <a:pt x="0" y="32"/>
                              </a:lnTo>
                              <a:lnTo>
                                <a:pt x="0" y="0"/>
                              </a:lnTo>
                              <a:lnTo>
                                <a:pt x="30" y="2"/>
                              </a:lnTo>
                            </a:path>
                          </a:pathLst>
                        </a:custGeom>
                        <a:solidFill>
                          <a:srgbClr val="BFBFD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52" name="Google Shape;252;p6"/>
                      <p:cNvGrpSpPr/>
                      <p:nvPr/>
                    </p:nvGrpSpPr>
                    <p:grpSpPr>
                      <a:xfrm>
                        <a:off x="4504" y="2212"/>
                        <a:ext cx="309" cy="154"/>
                        <a:chOff x="4504" y="2212"/>
                        <a:chExt cx="309" cy="154"/>
                      </a:xfrm>
                    </p:grpSpPr>
                    <p:grpSp>
                      <p:nvGrpSpPr>
                        <p:cNvPr id="253" name="Google Shape;253;p6"/>
                        <p:cNvGrpSpPr/>
                        <p:nvPr/>
                      </p:nvGrpSpPr>
                      <p:grpSpPr>
                        <a:xfrm>
                          <a:off x="4504" y="2315"/>
                          <a:ext cx="309" cy="51"/>
                          <a:chOff x="4504" y="2315"/>
                          <a:chExt cx="309" cy="51"/>
                        </a:xfrm>
                      </p:grpSpPr>
                      <p:grpSp>
                        <p:nvGrpSpPr>
                          <p:cNvPr id="254" name="Google Shape;254;p6"/>
                          <p:cNvGrpSpPr/>
                          <p:nvPr/>
                        </p:nvGrpSpPr>
                        <p:grpSpPr>
                          <a:xfrm>
                            <a:off x="4504" y="2315"/>
                            <a:ext cx="62" cy="40"/>
                            <a:chOff x="4504" y="2315"/>
                            <a:chExt cx="62" cy="40"/>
                          </a:xfrm>
                        </p:grpSpPr>
                        <p:sp>
                          <p:nvSpPr>
                            <p:cNvPr id="255" name="Google Shape;255;p6"/>
                            <p:cNvSpPr/>
                            <p:nvPr/>
                          </p:nvSpPr>
                          <p:spPr>
                            <a:xfrm>
                              <a:off x="4504" y="2315"/>
                              <a:ext cx="62" cy="40"/>
                            </a:xfrm>
                            <a:custGeom>
                              <a:rect b="b" l="l" r="r" t="t"/>
                              <a:pathLst>
                                <a:path extrusionOk="0" h="40" w="62">
                                  <a:moveTo>
                                    <a:pt x="61" y="2"/>
                                  </a:moveTo>
                                  <a:lnTo>
                                    <a:pt x="61" y="39"/>
                                  </a:lnTo>
                                  <a:lnTo>
                                    <a:pt x="0" y="36"/>
                                  </a:lnTo>
                                  <a:lnTo>
                                    <a:pt x="0" y="0"/>
                                  </a:lnTo>
                                  <a:lnTo>
                                    <a:pt x="61" y="2"/>
                                  </a:lnTo>
                                </a:path>
                              </a:pathLst>
                            </a:custGeom>
                            <a:solidFill>
                              <a:srgbClr val="BFBFDF"/>
                            </a:solidFill>
                            <a:ln cap="rnd" cmpd="sng" w="12700">
                              <a:solidFill>
                                <a:srgbClr val="3F1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56" name="Google Shape;256;p6"/>
                            <p:cNvCxnSpPr/>
                            <p:nvPr/>
                          </p:nvCxnSpPr>
                          <p:spPr>
                            <a:xfrm>
                              <a:off x="4534" y="2320"/>
                              <a:ext cx="0" cy="27"/>
                            </a:xfrm>
                            <a:prstGeom prst="straightConnector1">
                              <a:avLst/>
                            </a:prstGeom>
                            <a:noFill/>
                            <a:ln cap="flat" cmpd="sng" w="12700">
                              <a:solidFill>
                                <a:srgbClr val="3F1F00"/>
                              </a:solidFill>
                              <a:prstDash val="solid"/>
                              <a:miter lim="800000"/>
                              <a:headEnd len="sm" w="sm" type="none"/>
                              <a:tailEnd len="sm" w="sm" type="none"/>
                            </a:ln>
                          </p:spPr>
                        </p:cxnSp>
                      </p:grpSp>
                      <p:grpSp>
                        <p:nvGrpSpPr>
                          <p:cNvPr id="257" name="Google Shape;257;p6"/>
                          <p:cNvGrpSpPr/>
                          <p:nvPr/>
                        </p:nvGrpSpPr>
                        <p:grpSpPr>
                          <a:xfrm>
                            <a:off x="4751" y="2322"/>
                            <a:ext cx="62" cy="44"/>
                            <a:chOff x="4751" y="2322"/>
                            <a:chExt cx="62" cy="44"/>
                          </a:xfrm>
                        </p:grpSpPr>
                        <p:sp>
                          <p:nvSpPr>
                            <p:cNvPr id="258" name="Google Shape;258;p6"/>
                            <p:cNvSpPr/>
                            <p:nvPr/>
                          </p:nvSpPr>
                          <p:spPr>
                            <a:xfrm>
                              <a:off x="4751" y="2322"/>
                              <a:ext cx="62" cy="44"/>
                            </a:xfrm>
                            <a:custGeom>
                              <a:rect b="b" l="l" r="r" t="t"/>
                              <a:pathLst>
                                <a:path extrusionOk="0" h="44" w="62">
                                  <a:moveTo>
                                    <a:pt x="61" y="3"/>
                                  </a:moveTo>
                                  <a:lnTo>
                                    <a:pt x="61" y="43"/>
                                  </a:lnTo>
                                  <a:lnTo>
                                    <a:pt x="0" y="40"/>
                                  </a:lnTo>
                                  <a:lnTo>
                                    <a:pt x="0" y="0"/>
                                  </a:lnTo>
                                  <a:lnTo>
                                    <a:pt x="61" y="3"/>
                                  </a:lnTo>
                                </a:path>
                              </a:pathLst>
                            </a:custGeom>
                            <a:solidFill>
                              <a:srgbClr val="BFBFDF"/>
                            </a:solidFill>
                            <a:ln cap="rnd" cmpd="sng" w="12700">
                              <a:solidFill>
                                <a:srgbClr val="3F1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59" name="Google Shape;259;p6"/>
                            <p:cNvCxnSpPr/>
                            <p:nvPr/>
                          </p:nvCxnSpPr>
                          <p:spPr>
                            <a:xfrm>
                              <a:off x="4781" y="2327"/>
                              <a:ext cx="0" cy="32"/>
                            </a:xfrm>
                            <a:prstGeom prst="straightConnector1">
                              <a:avLst/>
                            </a:prstGeom>
                            <a:noFill/>
                            <a:ln cap="flat" cmpd="sng" w="12700">
                              <a:solidFill>
                                <a:srgbClr val="3F1F00"/>
                              </a:solidFill>
                              <a:prstDash val="solid"/>
                              <a:miter lim="800000"/>
                              <a:headEnd len="sm" w="sm" type="none"/>
                              <a:tailEnd len="sm" w="sm" type="none"/>
                            </a:ln>
                          </p:spPr>
                        </p:cxnSp>
                      </p:grpSp>
                    </p:grpSp>
                    <p:grpSp>
                      <p:nvGrpSpPr>
                        <p:cNvPr id="260" name="Google Shape;260;p6"/>
                        <p:cNvGrpSpPr/>
                        <p:nvPr/>
                      </p:nvGrpSpPr>
                      <p:grpSpPr>
                        <a:xfrm>
                          <a:off x="4603" y="2212"/>
                          <a:ext cx="175" cy="79"/>
                          <a:chOff x="4603" y="2212"/>
                          <a:chExt cx="175" cy="79"/>
                        </a:xfrm>
                      </p:grpSpPr>
                      <p:grpSp>
                        <p:nvGrpSpPr>
                          <p:cNvPr id="261" name="Google Shape;261;p6"/>
                          <p:cNvGrpSpPr/>
                          <p:nvPr/>
                        </p:nvGrpSpPr>
                        <p:grpSpPr>
                          <a:xfrm>
                            <a:off x="4650" y="2212"/>
                            <a:ext cx="128" cy="32"/>
                            <a:chOff x="4650" y="2212"/>
                            <a:chExt cx="128" cy="32"/>
                          </a:xfrm>
                        </p:grpSpPr>
                        <p:sp>
                          <p:nvSpPr>
                            <p:cNvPr id="262" name="Google Shape;262;p6"/>
                            <p:cNvSpPr/>
                            <p:nvPr/>
                          </p:nvSpPr>
                          <p:spPr>
                            <a:xfrm>
                              <a:off x="4658" y="2213"/>
                              <a:ext cx="119" cy="31"/>
                            </a:xfrm>
                            <a:custGeom>
                              <a:rect b="b" l="l" r="r" t="t"/>
                              <a:pathLst>
                                <a:path extrusionOk="0" h="31" w="119">
                                  <a:moveTo>
                                    <a:pt x="118" y="0"/>
                                  </a:moveTo>
                                  <a:lnTo>
                                    <a:pt x="82" y="23"/>
                                  </a:lnTo>
                                  <a:lnTo>
                                    <a:pt x="0" y="23"/>
                                  </a:lnTo>
                                  <a:lnTo>
                                    <a:pt x="0" y="30"/>
                                  </a:lnTo>
                                  <a:lnTo>
                                    <a:pt x="83" y="30"/>
                                  </a:lnTo>
                                  <a:lnTo>
                                    <a:pt x="118" y="9"/>
                                  </a:lnTo>
                                  <a:lnTo>
                                    <a:pt x="118"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3" name="Google Shape;263;p6"/>
                            <p:cNvSpPr/>
                            <p:nvPr/>
                          </p:nvSpPr>
                          <p:spPr>
                            <a:xfrm>
                              <a:off x="4650" y="2212"/>
                              <a:ext cx="128" cy="30"/>
                            </a:xfrm>
                            <a:custGeom>
                              <a:rect b="b" l="l" r="r" t="t"/>
                              <a:pathLst>
                                <a:path extrusionOk="0" h="30" w="128">
                                  <a:moveTo>
                                    <a:pt x="127" y="0"/>
                                  </a:moveTo>
                                  <a:lnTo>
                                    <a:pt x="88" y="29"/>
                                  </a:lnTo>
                                  <a:lnTo>
                                    <a:pt x="0" y="29"/>
                                  </a:lnTo>
                                  <a:lnTo>
                                    <a:pt x="38" y="0"/>
                                  </a:lnTo>
                                  <a:lnTo>
                                    <a:pt x="127" y="0"/>
                                  </a:lnTo>
                                </a:path>
                              </a:pathLst>
                            </a:custGeom>
                            <a:solidFill>
                              <a:srgbClr val="9F9FBF"/>
                            </a:solidFill>
                            <a:ln cap="rnd" cmpd="sng" w="12700">
                              <a:solidFill>
                                <a:srgbClr val="3F1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64" name="Google Shape;264;p6"/>
                            <p:cNvCxnSpPr/>
                            <p:nvPr/>
                          </p:nvCxnSpPr>
                          <p:spPr>
                            <a:xfrm flipH="1">
                              <a:off x="4689" y="2216"/>
                              <a:ext cx="44" cy="20"/>
                            </a:xfrm>
                            <a:prstGeom prst="straightConnector1">
                              <a:avLst/>
                            </a:prstGeom>
                            <a:noFill/>
                            <a:ln cap="flat" cmpd="sng" w="12700">
                              <a:solidFill>
                                <a:srgbClr val="3F1F00"/>
                              </a:solidFill>
                              <a:prstDash val="solid"/>
                              <a:miter lim="800000"/>
                              <a:headEnd len="sm" w="sm" type="none"/>
                              <a:tailEnd len="sm" w="sm" type="none"/>
                            </a:ln>
                          </p:spPr>
                        </p:cxnSp>
                      </p:grpSp>
                      <p:grpSp>
                        <p:nvGrpSpPr>
                          <p:cNvPr id="265" name="Google Shape;265;p6"/>
                          <p:cNvGrpSpPr/>
                          <p:nvPr/>
                        </p:nvGrpSpPr>
                        <p:grpSpPr>
                          <a:xfrm>
                            <a:off x="4603" y="2259"/>
                            <a:ext cx="129" cy="32"/>
                            <a:chOff x="4603" y="2259"/>
                            <a:chExt cx="129" cy="32"/>
                          </a:xfrm>
                        </p:grpSpPr>
                        <p:sp>
                          <p:nvSpPr>
                            <p:cNvPr id="266" name="Google Shape;266;p6"/>
                            <p:cNvSpPr/>
                            <p:nvPr/>
                          </p:nvSpPr>
                          <p:spPr>
                            <a:xfrm>
                              <a:off x="4611" y="2261"/>
                              <a:ext cx="119" cy="30"/>
                            </a:xfrm>
                            <a:custGeom>
                              <a:rect b="b" l="l" r="r" t="t"/>
                              <a:pathLst>
                                <a:path extrusionOk="0" h="30" w="119">
                                  <a:moveTo>
                                    <a:pt x="118" y="0"/>
                                  </a:moveTo>
                                  <a:lnTo>
                                    <a:pt x="83" y="22"/>
                                  </a:lnTo>
                                  <a:lnTo>
                                    <a:pt x="0" y="22"/>
                                  </a:lnTo>
                                  <a:lnTo>
                                    <a:pt x="0" y="29"/>
                                  </a:lnTo>
                                  <a:lnTo>
                                    <a:pt x="83" y="29"/>
                                  </a:lnTo>
                                  <a:lnTo>
                                    <a:pt x="118" y="8"/>
                                  </a:lnTo>
                                  <a:lnTo>
                                    <a:pt x="118"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67" name="Google Shape;267;p6"/>
                            <p:cNvSpPr/>
                            <p:nvPr/>
                          </p:nvSpPr>
                          <p:spPr>
                            <a:xfrm>
                              <a:off x="4603" y="2259"/>
                              <a:ext cx="129" cy="30"/>
                            </a:xfrm>
                            <a:custGeom>
                              <a:rect b="b" l="l" r="r" t="t"/>
                              <a:pathLst>
                                <a:path extrusionOk="0" h="30" w="129">
                                  <a:moveTo>
                                    <a:pt x="128" y="0"/>
                                  </a:moveTo>
                                  <a:lnTo>
                                    <a:pt x="89" y="29"/>
                                  </a:lnTo>
                                  <a:lnTo>
                                    <a:pt x="0" y="29"/>
                                  </a:lnTo>
                                  <a:lnTo>
                                    <a:pt x="38" y="0"/>
                                  </a:lnTo>
                                  <a:lnTo>
                                    <a:pt x="128" y="0"/>
                                  </a:lnTo>
                                </a:path>
                              </a:pathLst>
                            </a:custGeom>
                            <a:solidFill>
                              <a:srgbClr val="9F9FBF"/>
                            </a:solidFill>
                            <a:ln cap="rnd" cmpd="sng" w="12700">
                              <a:solidFill>
                                <a:srgbClr val="3F1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68" name="Google Shape;268;p6"/>
                            <p:cNvCxnSpPr/>
                            <p:nvPr/>
                          </p:nvCxnSpPr>
                          <p:spPr>
                            <a:xfrm flipH="1">
                              <a:off x="4643" y="2263"/>
                              <a:ext cx="44" cy="20"/>
                            </a:xfrm>
                            <a:prstGeom prst="straightConnector1">
                              <a:avLst/>
                            </a:prstGeom>
                            <a:noFill/>
                            <a:ln cap="flat" cmpd="sng" w="12700">
                              <a:solidFill>
                                <a:srgbClr val="3F1F00"/>
                              </a:solidFill>
                              <a:prstDash val="solid"/>
                              <a:miter lim="800000"/>
                              <a:headEnd len="sm" w="sm" type="none"/>
                              <a:tailEnd len="sm" w="sm" type="none"/>
                            </a:ln>
                          </p:spPr>
                        </p:cxnSp>
                      </p:grpSp>
                    </p:grpSp>
                  </p:grpSp>
                </p:grpSp>
              </p:grpSp>
              <p:grpSp>
                <p:nvGrpSpPr>
                  <p:cNvPr id="269" name="Google Shape;269;p6"/>
                  <p:cNvGrpSpPr/>
                  <p:nvPr/>
                </p:nvGrpSpPr>
                <p:grpSpPr>
                  <a:xfrm>
                    <a:off x="4354" y="2229"/>
                    <a:ext cx="127" cy="329"/>
                    <a:chOff x="4354" y="2229"/>
                    <a:chExt cx="127" cy="329"/>
                  </a:xfrm>
                </p:grpSpPr>
                <p:grpSp>
                  <p:nvGrpSpPr>
                    <p:cNvPr id="270" name="Google Shape;270;p6"/>
                    <p:cNvGrpSpPr/>
                    <p:nvPr/>
                  </p:nvGrpSpPr>
                  <p:grpSpPr>
                    <a:xfrm>
                      <a:off x="4425" y="2229"/>
                      <a:ext cx="15" cy="9"/>
                      <a:chOff x="4425" y="2229"/>
                      <a:chExt cx="15" cy="9"/>
                    </a:xfrm>
                  </p:grpSpPr>
                  <p:sp>
                    <p:nvSpPr>
                      <p:cNvPr id="271" name="Google Shape;271;p6"/>
                      <p:cNvSpPr/>
                      <p:nvPr/>
                    </p:nvSpPr>
                    <p:spPr>
                      <a:xfrm>
                        <a:off x="4439" y="2231"/>
                        <a:ext cx="1" cy="7"/>
                      </a:xfrm>
                      <a:custGeom>
                        <a:rect b="b" l="l" r="r" t="t"/>
                        <a:pathLst>
                          <a:path extrusionOk="0" h="7" w="1">
                            <a:moveTo>
                              <a:pt x="0" y="0"/>
                            </a:moveTo>
                            <a:lnTo>
                              <a:pt x="0" y="1"/>
                            </a:lnTo>
                            <a:lnTo>
                              <a:pt x="0" y="6"/>
                            </a:lnTo>
                            <a:lnTo>
                              <a:pt x="0" y="6"/>
                            </a:lnTo>
                            <a:lnTo>
                              <a:pt x="0"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2" name="Google Shape;272;p6"/>
                      <p:cNvSpPr/>
                      <p:nvPr/>
                    </p:nvSpPr>
                    <p:spPr>
                      <a:xfrm>
                        <a:off x="4425" y="2229"/>
                        <a:ext cx="7" cy="9"/>
                      </a:xfrm>
                      <a:custGeom>
                        <a:rect b="b" l="l" r="r" t="t"/>
                        <a:pathLst>
                          <a:path extrusionOk="0" h="9" w="7">
                            <a:moveTo>
                              <a:pt x="6" y="1"/>
                            </a:moveTo>
                            <a:lnTo>
                              <a:pt x="6" y="8"/>
                            </a:lnTo>
                            <a:lnTo>
                              <a:pt x="0" y="8"/>
                            </a:lnTo>
                            <a:lnTo>
                              <a:pt x="0" y="0"/>
                            </a:lnTo>
                            <a:lnTo>
                              <a:pt x="6" y="1"/>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73" name="Google Shape;273;p6"/>
                    <p:cNvGrpSpPr/>
                    <p:nvPr/>
                  </p:nvGrpSpPr>
                  <p:grpSpPr>
                    <a:xfrm>
                      <a:off x="4383" y="2229"/>
                      <a:ext cx="15" cy="8"/>
                      <a:chOff x="4383" y="2229"/>
                      <a:chExt cx="15" cy="8"/>
                    </a:xfrm>
                  </p:grpSpPr>
                  <p:sp>
                    <p:nvSpPr>
                      <p:cNvPr id="274" name="Google Shape;274;p6"/>
                      <p:cNvSpPr/>
                      <p:nvPr/>
                    </p:nvSpPr>
                    <p:spPr>
                      <a:xfrm>
                        <a:off x="4396" y="2231"/>
                        <a:ext cx="2" cy="6"/>
                      </a:xfrm>
                      <a:custGeom>
                        <a:rect b="b" l="l" r="r" t="t"/>
                        <a:pathLst>
                          <a:path extrusionOk="0" h="6" w="2">
                            <a:moveTo>
                              <a:pt x="0" y="0"/>
                            </a:moveTo>
                            <a:lnTo>
                              <a:pt x="1" y="1"/>
                            </a:lnTo>
                            <a:lnTo>
                              <a:pt x="1" y="5"/>
                            </a:lnTo>
                            <a:lnTo>
                              <a:pt x="0" y="5"/>
                            </a:lnTo>
                            <a:lnTo>
                              <a:pt x="0"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5" name="Google Shape;275;p6"/>
                      <p:cNvSpPr/>
                      <p:nvPr/>
                    </p:nvSpPr>
                    <p:spPr>
                      <a:xfrm>
                        <a:off x="4383" y="2229"/>
                        <a:ext cx="7" cy="8"/>
                      </a:xfrm>
                      <a:custGeom>
                        <a:rect b="b" l="l" r="r" t="t"/>
                        <a:pathLst>
                          <a:path extrusionOk="0" h="8" w="7">
                            <a:moveTo>
                              <a:pt x="6" y="1"/>
                            </a:moveTo>
                            <a:lnTo>
                              <a:pt x="6" y="7"/>
                            </a:lnTo>
                            <a:lnTo>
                              <a:pt x="0" y="7"/>
                            </a:lnTo>
                            <a:lnTo>
                              <a:pt x="0" y="0"/>
                            </a:lnTo>
                            <a:lnTo>
                              <a:pt x="6" y="1"/>
                            </a:lnTo>
                          </a:path>
                        </a:pathLst>
                      </a:custGeom>
                      <a:solidFill>
                        <a:srgbClr val="BF7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76" name="Google Shape;276;p6"/>
                    <p:cNvGrpSpPr/>
                    <p:nvPr/>
                  </p:nvGrpSpPr>
                  <p:grpSpPr>
                    <a:xfrm>
                      <a:off x="4354" y="2241"/>
                      <a:ext cx="127" cy="317"/>
                      <a:chOff x="4354" y="2241"/>
                      <a:chExt cx="127" cy="317"/>
                    </a:xfrm>
                  </p:grpSpPr>
                  <p:sp>
                    <p:nvSpPr>
                      <p:cNvPr id="277" name="Google Shape;277;p6"/>
                      <p:cNvSpPr/>
                      <p:nvPr/>
                    </p:nvSpPr>
                    <p:spPr>
                      <a:xfrm>
                        <a:off x="4354" y="2241"/>
                        <a:ext cx="96" cy="317"/>
                      </a:xfrm>
                      <a:custGeom>
                        <a:rect b="b" l="l" r="r" t="t"/>
                        <a:pathLst>
                          <a:path extrusionOk="0" h="317" w="96">
                            <a:moveTo>
                              <a:pt x="95" y="3"/>
                            </a:moveTo>
                            <a:lnTo>
                              <a:pt x="95" y="316"/>
                            </a:lnTo>
                            <a:lnTo>
                              <a:pt x="0" y="296"/>
                            </a:lnTo>
                            <a:lnTo>
                              <a:pt x="1" y="0"/>
                            </a:lnTo>
                            <a:lnTo>
                              <a:pt x="95" y="3"/>
                            </a:lnTo>
                          </a:path>
                        </a:pathLst>
                      </a:custGeom>
                      <a:solidFill>
                        <a:srgbClr val="9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8" name="Google Shape;278;p6"/>
                      <p:cNvSpPr/>
                      <p:nvPr/>
                    </p:nvSpPr>
                    <p:spPr>
                      <a:xfrm>
                        <a:off x="4457" y="2243"/>
                        <a:ext cx="24" cy="315"/>
                      </a:xfrm>
                      <a:custGeom>
                        <a:rect b="b" l="l" r="r" t="t"/>
                        <a:pathLst>
                          <a:path extrusionOk="0" h="315" w="24">
                            <a:moveTo>
                              <a:pt x="0" y="0"/>
                            </a:moveTo>
                            <a:lnTo>
                              <a:pt x="23" y="3"/>
                            </a:lnTo>
                            <a:lnTo>
                              <a:pt x="23" y="299"/>
                            </a:lnTo>
                            <a:lnTo>
                              <a:pt x="0" y="314"/>
                            </a:lnTo>
                            <a:lnTo>
                              <a:pt x="0" y="0"/>
                            </a:lnTo>
                          </a:path>
                        </a:pathLst>
                      </a:custGeom>
                      <a:solidFill>
                        <a:srgbClr val="7F3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sp>
              <p:nvSpPr>
                <p:cNvPr id="279" name="Google Shape;279;p6"/>
                <p:cNvSpPr/>
                <p:nvPr/>
              </p:nvSpPr>
              <p:spPr>
                <a:xfrm>
                  <a:off x="4248" y="2524"/>
                  <a:ext cx="470" cy="83"/>
                </a:xfrm>
                <a:custGeom>
                  <a:rect b="b" l="l" r="r" t="t"/>
                  <a:pathLst>
                    <a:path extrusionOk="0" h="83" w="470">
                      <a:moveTo>
                        <a:pt x="469" y="66"/>
                      </a:moveTo>
                      <a:lnTo>
                        <a:pt x="234" y="21"/>
                      </a:lnTo>
                      <a:lnTo>
                        <a:pt x="205" y="36"/>
                      </a:lnTo>
                      <a:lnTo>
                        <a:pt x="104" y="16"/>
                      </a:lnTo>
                      <a:lnTo>
                        <a:pt x="104" y="13"/>
                      </a:lnTo>
                      <a:lnTo>
                        <a:pt x="41" y="0"/>
                      </a:lnTo>
                      <a:lnTo>
                        <a:pt x="0" y="12"/>
                      </a:lnTo>
                      <a:lnTo>
                        <a:pt x="139" y="41"/>
                      </a:lnTo>
                      <a:lnTo>
                        <a:pt x="24" y="68"/>
                      </a:lnTo>
                      <a:lnTo>
                        <a:pt x="69" y="82"/>
                      </a:lnTo>
                      <a:lnTo>
                        <a:pt x="226" y="49"/>
                      </a:lnTo>
                      <a:lnTo>
                        <a:pt x="374" y="81"/>
                      </a:lnTo>
                      <a:lnTo>
                        <a:pt x="469" y="66"/>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80" name="Google Shape;280;p6"/>
              <p:cNvGrpSpPr/>
              <p:nvPr/>
            </p:nvGrpSpPr>
            <p:grpSpPr>
              <a:xfrm>
                <a:off x="4626" y="2268"/>
                <a:ext cx="314" cy="394"/>
                <a:chOff x="4626" y="2268"/>
                <a:chExt cx="314" cy="394"/>
              </a:xfrm>
            </p:grpSpPr>
            <p:sp>
              <p:nvSpPr>
                <p:cNvPr id="281" name="Google Shape;281;p6"/>
                <p:cNvSpPr/>
                <p:nvPr/>
              </p:nvSpPr>
              <p:spPr>
                <a:xfrm>
                  <a:off x="4626" y="2268"/>
                  <a:ext cx="314" cy="303"/>
                </a:xfrm>
                <a:custGeom>
                  <a:rect b="b" l="l" r="r" t="t"/>
                  <a:pathLst>
                    <a:path extrusionOk="0" h="303" w="314">
                      <a:moveTo>
                        <a:pt x="313" y="0"/>
                      </a:moveTo>
                      <a:lnTo>
                        <a:pt x="14" y="302"/>
                      </a:lnTo>
                      <a:lnTo>
                        <a:pt x="0" y="302"/>
                      </a:lnTo>
                      <a:lnTo>
                        <a:pt x="301" y="0"/>
                      </a:lnTo>
                      <a:lnTo>
                        <a:pt x="313" y="0"/>
                      </a:lnTo>
                    </a:path>
                  </a:pathLst>
                </a:custGeom>
                <a:solidFill>
                  <a:srgbClr val="7F5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2" name="Google Shape;282;p6"/>
                <p:cNvSpPr/>
                <p:nvPr/>
              </p:nvSpPr>
              <p:spPr>
                <a:xfrm>
                  <a:off x="4627" y="2578"/>
                  <a:ext cx="5" cy="84"/>
                </a:xfrm>
                <a:custGeom>
                  <a:rect b="b" l="l" r="r" t="t"/>
                  <a:pathLst>
                    <a:path extrusionOk="0" h="84" w="5">
                      <a:moveTo>
                        <a:pt x="4" y="0"/>
                      </a:moveTo>
                      <a:lnTo>
                        <a:pt x="4" y="83"/>
                      </a:lnTo>
                      <a:lnTo>
                        <a:pt x="0" y="78"/>
                      </a:lnTo>
                      <a:lnTo>
                        <a:pt x="0" y="0"/>
                      </a:lnTo>
                      <a:lnTo>
                        <a:pt x="4"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3" name="Google Shape;283;p6"/>
                <p:cNvSpPr/>
                <p:nvPr/>
              </p:nvSpPr>
              <p:spPr>
                <a:xfrm>
                  <a:off x="4695" y="2522"/>
                  <a:ext cx="4" cy="118"/>
                </a:xfrm>
                <a:custGeom>
                  <a:rect b="b" l="l" r="r" t="t"/>
                  <a:pathLst>
                    <a:path extrusionOk="0" h="118" w="4">
                      <a:moveTo>
                        <a:pt x="3" y="0"/>
                      </a:moveTo>
                      <a:lnTo>
                        <a:pt x="3" y="117"/>
                      </a:lnTo>
                      <a:lnTo>
                        <a:pt x="0" y="111"/>
                      </a:lnTo>
                      <a:lnTo>
                        <a:pt x="0" y="11"/>
                      </a:lnTo>
                      <a:lnTo>
                        <a:pt x="3"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4" name="Google Shape;284;p6"/>
                <p:cNvSpPr/>
                <p:nvPr/>
              </p:nvSpPr>
              <p:spPr>
                <a:xfrm>
                  <a:off x="4759" y="2454"/>
                  <a:ext cx="3" cy="162"/>
                </a:xfrm>
                <a:custGeom>
                  <a:rect b="b" l="l" r="r" t="t"/>
                  <a:pathLst>
                    <a:path extrusionOk="0" h="162" w="3">
                      <a:moveTo>
                        <a:pt x="2" y="0"/>
                      </a:moveTo>
                      <a:lnTo>
                        <a:pt x="2" y="161"/>
                      </a:lnTo>
                      <a:lnTo>
                        <a:pt x="0" y="156"/>
                      </a:lnTo>
                      <a:lnTo>
                        <a:pt x="0" y="10"/>
                      </a:lnTo>
                      <a:lnTo>
                        <a:pt x="2"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5" name="Google Shape;285;p6"/>
                <p:cNvSpPr/>
                <p:nvPr/>
              </p:nvSpPr>
              <p:spPr>
                <a:xfrm>
                  <a:off x="4818" y="2401"/>
                  <a:ext cx="4" cy="201"/>
                </a:xfrm>
                <a:custGeom>
                  <a:rect b="b" l="l" r="r" t="t"/>
                  <a:pathLst>
                    <a:path extrusionOk="0" h="201" w="4">
                      <a:moveTo>
                        <a:pt x="3" y="0"/>
                      </a:moveTo>
                      <a:lnTo>
                        <a:pt x="3" y="200"/>
                      </a:lnTo>
                      <a:lnTo>
                        <a:pt x="0" y="194"/>
                      </a:lnTo>
                      <a:lnTo>
                        <a:pt x="0" y="10"/>
                      </a:lnTo>
                      <a:lnTo>
                        <a:pt x="3"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6" name="Google Shape;286;p6"/>
                <p:cNvSpPr/>
                <p:nvPr/>
              </p:nvSpPr>
              <p:spPr>
                <a:xfrm>
                  <a:off x="4639" y="2268"/>
                  <a:ext cx="300" cy="394"/>
                </a:xfrm>
                <a:custGeom>
                  <a:rect b="b" l="l" r="r" t="t"/>
                  <a:pathLst>
                    <a:path extrusionOk="0" h="394" w="300">
                      <a:moveTo>
                        <a:pt x="299" y="314"/>
                      </a:moveTo>
                      <a:lnTo>
                        <a:pt x="299" y="0"/>
                      </a:lnTo>
                      <a:lnTo>
                        <a:pt x="0" y="305"/>
                      </a:lnTo>
                      <a:lnTo>
                        <a:pt x="0" y="393"/>
                      </a:lnTo>
                      <a:lnTo>
                        <a:pt x="13" y="393"/>
                      </a:lnTo>
                      <a:lnTo>
                        <a:pt x="13" y="308"/>
                      </a:lnTo>
                      <a:lnTo>
                        <a:pt x="65" y="257"/>
                      </a:lnTo>
                      <a:lnTo>
                        <a:pt x="65" y="371"/>
                      </a:lnTo>
                      <a:lnTo>
                        <a:pt x="81" y="371"/>
                      </a:lnTo>
                      <a:lnTo>
                        <a:pt x="81" y="243"/>
                      </a:lnTo>
                      <a:lnTo>
                        <a:pt x="127" y="196"/>
                      </a:lnTo>
                      <a:lnTo>
                        <a:pt x="127" y="349"/>
                      </a:lnTo>
                      <a:lnTo>
                        <a:pt x="140" y="349"/>
                      </a:lnTo>
                      <a:lnTo>
                        <a:pt x="140" y="182"/>
                      </a:lnTo>
                      <a:lnTo>
                        <a:pt x="183" y="139"/>
                      </a:lnTo>
                      <a:lnTo>
                        <a:pt x="183" y="335"/>
                      </a:lnTo>
                      <a:lnTo>
                        <a:pt x="299" y="314"/>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287" name="Google Shape;287;p6"/>
            <p:cNvSpPr/>
            <p:nvPr/>
          </p:nvSpPr>
          <p:spPr>
            <a:xfrm>
              <a:off x="4408" y="2338"/>
              <a:ext cx="8" cy="1"/>
            </a:xfrm>
            <a:custGeom>
              <a:rect b="b" l="l" r="r" t="t"/>
              <a:pathLst>
                <a:path extrusionOk="0" h="1" w="8">
                  <a:moveTo>
                    <a:pt x="0" y="0"/>
                  </a:moveTo>
                  <a:lnTo>
                    <a:pt x="0" y="0"/>
                  </a:lnTo>
                  <a:lnTo>
                    <a:pt x="7" y="0"/>
                  </a:lnTo>
                  <a:lnTo>
                    <a:pt x="0" y="0"/>
                  </a:lnTo>
                </a:path>
              </a:pathLst>
            </a:custGeom>
            <a:solidFill>
              <a:srgbClr val="44B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6"/>
            <p:cNvSpPr/>
            <p:nvPr/>
          </p:nvSpPr>
          <p:spPr>
            <a:xfrm>
              <a:off x="4408" y="2340"/>
              <a:ext cx="8" cy="6"/>
            </a:xfrm>
            <a:custGeom>
              <a:rect b="b" l="l" r="r" t="t"/>
              <a:pathLst>
                <a:path extrusionOk="0" h="6" w="8">
                  <a:moveTo>
                    <a:pt x="7" y="0"/>
                  </a:moveTo>
                  <a:lnTo>
                    <a:pt x="7" y="2"/>
                  </a:lnTo>
                  <a:lnTo>
                    <a:pt x="0" y="5"/>
                  </a:lnTo>
                  <a:lnTo>
                    <a:pt x="7" y="0"/>
                  </a:lnTo>
                </a:path>
              </a:pathLst>
            </a:custGeom>
            <a:solidFill>
              <a:srgbClr val="44B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9" name="Google Shape;289;p6"/>
            <p:cNvSpPr/>
            <p:nvPr/>
          </p:nvSpPr>
          <p:spPr>
            <a:xfrm>
              <a:off x="4408" y="2338"/>
              <a:ext cx="8" cy="1"/>
            </a:xfrm>
            <a:custGeom>
              <a:rect b="b" l="l" r="r" t="t"/>
              <a:pathLst>
                <a:path extrusionOk="0" h="1" w="8">
                  <a:moveTo>
                    <a:pt x="0" y="0"/>
                  </a:moveTo>
                  <a:lnTo>
                    <a:pt x="0" y="0"/>
                  </a:lnTo>
                  <a:lnTo>
                    <a:pt x="7" y="0"/>
                  </a:lnTo>
                  <a:lnTo>
                    <a:pt x="0" y="0"/>
                  </a:lnTo>
                </a:path>
              </a:pathLst>
            </a:custGeom>
            <a:solidFill>
              <a:srgbClr val="44B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0" name="Google Shape;290;p6"/>
            <p:cNvSpPr/>
            <p:nvPr/>
          </p:nvSpPr>
          <p:spPr>
            <a:xfrm>
              <a:off x="4408" y="2340"/>
              <a:ext cx="8" cy="6"/>
            </a:xfrm>
            <a:custGeom>
              <a:rect b="b" l="l" r="r" t="t"/>
              <a:pathLst>
                <a:path extrusionOk="0" h="6" w="8">
                  <a:moveTo>
                    <a:pt x="7" y="0"/>
                  </a:moveTo>
                  <a:lnTo>
                    <a:pt x="7" y="2"/>
                  </a:lnTo>
                  <a:lnTo>
                    <a:pt x="0" y="5"/>
                  </a:lnTo>
                  <a:lnTo>
                    <a:pt x="7" y="0"/>
                  </a:lnTo>
                </a:path>
              </a:pathLst>
            </a:custGeom>
            <a:solidFill>
              <a:srgbClr val="44B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91" name="Google Shape;291;p6"/>
          <p:cNvGrpSpPr/>
          <p:nvPr/>
        </p:nvGrpSpPr>
        <p:grpSpPr>
          <a:xfrm>
            <a:off x="5764212" y="838200"/>
            <a:ext cx="433387" cy="555625"/>
            <a:chOff x="3496" y="852"/>
            <a:chExt cx="273" cy="350"/>
          </a:xfrm>
        </p:grpSpPr>
        <p:grpSp>
          <p:nvGrpSpPr>
            <p:cNvPr id="292" name="Google Shape;292;p6"/>
            <p:cNvGrpSpPr/>
            <p:nvPr/>
          </p:nvGrpSpPr>
          <p:grpSpPr>
            <a:xfrm>
              <a:off x="3515" y="1062"/>
              <a:ext cx="228" cy="134"/>
              <a:chOff x="3515" y="1062"/>
              <a:chExt cx="228" cy="134"/>
            </a:xfrm>
          </p:grpSpPr>
          <p:grpSp>
            <p:nvGrpSpPr>
              <p:cNvPr id="293" name="Google Shape;293;p6"/>
              <p:cNvGrpSpPr/>
              <p:nvPr/>
            </p:nvGrpSpPr>
            <p:grpSpPr>
              <a:xfrm>
                <a:off x="3515" y="1062"/>
                <a:ext cx="228" cy="133"/>
                <a:chOff x="3515" y="1062"/>
                <a:chExt cx="228" cy="133"/>
              </a:xfrm>
            </p:grpSpPr>
            <p:grpSp>
              <p:nvGrpSpPr>
                <p:cNvPr id="294" name="Google Shape;294;p6"/>
                <p:cNvGrpSpPr/>
                <p:nvPr/>
              </p:nvGrpSpPr>
              <p:grpSpPr>
                <a:xfrm>
                  <a:off x="3516" y="1062"/>
                  <a:ext cx="225" cy="133"/>
                  <a:chOff x="3516" y="1062"/>
                  <a:chExt cx="225" cy="133"/>
                </a:xfrm>
              </p:grpSpPr>
              <p:sp>
                <p:nvSpPr>
                  <p:cNvPr id="295" name="Google Shape;295;p6"/>
                  <p:cNvSpPr/>
                  <p:nvPr/>
                </p:nvSpPr>
                <p:spPr>
                  <a:xfrm>
                    <a:off x="3519" y="1062"/>
                    <a:ext cx="220" cy="133"/>
                  </a:xfrm>
                  <a:prstGeom prst="rect">
                    <a:avLst/>
                  </a:prstGeom>
                  <a:solidFill>
                    <a:srgbClr val="FF9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6" name="Google Shape;296;p6"/>
                  <p:cNvSpPr/>
                  <p:nvPr/>
                </p:nvSpPr>
                <p:spPr>
                  <a:xfrm flipH="1" rot="10800000">
                    <a:off x="3516" y="1081"/>
                    <a:ext cx="225" cy="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7" name="Google Shape;297;p6"/>
                  <p:cNvSpPr/>
                  <p:nvPr/>
                </p:nvSpPr>
                <p:spPr>
                  <a:xfrm flipH="1" rot="10800000">
                    <a:off x="3516" y="1071"/>
                    <a:ext cx="225" cy="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8" name="Google Shape;298;p6"/>
                  <p:cNvSpPr/>
                  <p:nvPr/>
                </p:nvSpPr>
                <p:spPr>
                  <a:xfrm flipH="1" rot="10800000">
                    <a:off x="3516" y="1075"/>
                    <a:ext cx="225" cy="5"/>
                  </a:xfrm>
                  <a:prstGeom prst="rect">
                    <a:avLst/>
                  </a:prstGeom>
                  <a:solidFill>
                    <a:srgbClr val="3F5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99" name="Google Shape;299;p6"/>
                  <p:cNvSpPr/>
                  <p:nvPr/>
                </p:nvSpPr>
                <p:spPr>
                  <a:xfrm flipH="1" rot="10800000">
                    <a:off x="3516" y="1083"/>
                    <a:ext cx="225" cy="5"/>
                  </a:xfrm>
                  <a:prstGeom prst="rect">
                    <a:avLst/>
                  </a:prstGeom>
                  <a:solidFill>
                    <a:srgbClr val="3F5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300" name="Google Shape;300;p6"/>
                <p:cNvSpPr/>
                <p:nvPr/>
              </p:nvSpPr>
              <p:spPr>
                <a:xfrm flipH="1" rot="10800000">
                  <a:off x="3515" y="1179"/>
                  <a:ext cx="228" cy="3"/>
                </a:xfrm>
                <a:prstGeom prst="rect">
                  <a:avLst/>
                </a:prstGeom>
                <a:solidFill>
                  <a:srgbClr val="3F5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1" name="Google Shape;301;p6"/>
                <p:cNvSpPr/>
                <p:nvPr/>
              </p:nvSpPr>
              <p:spPr>
                <a:xfrm flipH="1" rot="10800000">
                  <a:off x="3515" y="1174"/>
                  <a:ext cx="228" cy="3"/>
                </a:xfrm>
                <a:prstGeom prst="rect">
                  <a:avLst/>
                </a:prstGeom>
                <a:solidFill>
                  <a:srgbClr val="3F5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2" name="Google Shape;302;p6"/>
                <p:cNvSpPr/>
                <p:nvPr/>
              </p:nvSpPr>
              <p:spPr>
                <a:xfrm flipH="1" rot="10800000">
                  <a:off x="3515" y="1182"/>
                  <a:ext cx="228" cy="4"/>
                </a:xfrm>
                <a:prstGeom prst="rect">
                  <a:avLst/>
                </a:prstGeom>
                <a:solidFill>
                  <a:srgbClr val="3F5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303" name="Google Shape;303;p6"/>
              <p:cNvSpPr/>
              <p:nvPr/>
            </p:nvSpPr>
            <p:spPr>
              <a:xfrm>
                <a:off x="3516" y="1190"/>
                <a:ext cx="225" cy="6"/>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04" name="Google Shape;304;p6"/>
            <p:cNvGrpSpPr/>
            <p:nvPr/>
          </p:nvGrpSpPr>
          <p:grpSpPr>
            <a:xfrm>
              <a:off x="3497" y="863"/>
              <a:ext cx="272" cy="160"/>
              <a:chOff x="3497" y="863"/>
              <a:chExt cx="272" cy="160"/>
            </a:xfrm>
          </p:grpSpPr>
          <p:sp>
            <p:nvSpPr>
              <p:cNvPr id="305" name="Google Shape;305;p6"/>
              <p:cNvSpPr/>
              <p:nvPr/>
            </p:nvSpPr>
            <p:spPr>
              <a:xfrm>
                <a:off x="3498" y="863"/>
                <a:ext cx="271" cy="56"/>
              </a:xfrm>
              <a:custGeom>
                <a:rect b="b" l="l" r="r" t="t"/>
                <a:pathLst>
                  <a:path extrusionOk="0" h="56" w="271">
                    <a:moveTo>
                      <a:pt x="0" y="55"/>
                    </a:moveTo>
                    <a:lnTo>
                      <a:pt x="270" y="55"/>
                    </a:lnTo>
                    <a:lnTo>
                      <a:pt x="251" y="0"/>
                    </a:lnTo>
                    <a:lnTo>
                      <a:pt x="18" y="0"/>
                    </a:lnTo>
                    <a:lnTo>
                      <a:pt x="0" y="55"/>
                    </a:lnTo>
                  </a:path>
                </a:pathLst>
              </a:custGeom>
              <a:solidFill>
                <a:srgbClr val="BF7F3F"/>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06" name="Google Shape;306;p6"/>
              <p:cNvGrpSpPr/>
              <p:nvPr/>
            </p:nvGrpSpPr>
            <p:grpSpPr>
              <a:xfrm>
                <a:off x="3498" y="920"/>
                <a:ext cx="262" cy="21"/>
                <a:chOff x="3498" y="920"/>
                <a:chExt cx="262" cy="21"/>
              </a:xfrm>
            </p:grpSpPr>
            <p:sp>
              <p:nvSpPr>
                <p:cNvPr id="307" name="Google Shape;307;p6"/>
                <p:cNvSpPr/>
                <p:nvPr/>
              </p:nvSpPr>
              <p:spPr>
                <a:xfrm>
                  <a:off x="3498" y="920"/>
                  <a:ext cx="124" cy="21"/>
                </a:xfrm>
                <a:custGeom>
                  <a:rect b="b" l="l" r="r" t="t"/>
                  <a:pathLst>
                    <a:path extrusionOk="0" h="21" w="124">
                      <a:moveTo>
                        <a:pt x="123" y="20"/>
                      </a:moveTo>
                      <a:lnTo>
                        <a:pt x="15" y="20"/>
                      </a:lnTo>
                      <a:lnTo>
                        <a:pt x="7" y="14"/>
                      </a:lnTo>
                      <a:lnTo>
                        <a:pt x="7" y="6"/>
                      </a:lnTo>
                      <a:lnTo>
                        <a:pt x="0" y="0"/>
                      </a:lnTo>
                      <a:lnTo>
                        <a:pt x="123" y="0"/>
                      </a:lnTo>
                      <a:lnTo>
                        <a:pt x="123" y="20"/>
                      </a:lnTo>
                    </a:path>
                  </a:pathLst>
                </a:custGeom>
                <a:solidFill>
                  <a:srgbClr val="FF9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8" name="Google Shape;308;p6"/>
                <p:cNvSpPr/>
                <p:nvPr/>
              </p:nvSpPr>
              <p:spPr>
                <a:xfrm>
                  <a:off x="3624" y="920"/>
                  <a:ext cx="136" cy="21"/>
                </a:xfrm>
                <a:custGeom>
                  <a:rect b="b" l="l" r="r" t="t"/>
                  <a:pathLst>
                    <a:path extrusionOk="0" h="21" w="136">
                      <a:moveTo>
                        <a:pt x="0" y="20"/>
                      </a:moveTo>
                      <a:lnTo>
                        <a:pt x="118" y="20"/>
                      </a:lnTo>
                      <a:lnTo>
                        <a:pt x="126" y="14"/>
                      </a:lnTo>
                      <a:lnTo>
                        <a:pt x="126" y="6"/>
                      </a:lnTo>
                      <a:lnTo>
                        <a:pt x="135" y="0"/>
                      </a:lnTo>
                      <a:lnTo>
                        <a:pt x="0" y="0"/>
                      </a:lnTo>
                      <a:lnTo>
                        <a:pt x="0" y="20"/>
                      </a:lnTo>
                    </a:path>
                  </a:pathLst>
                </a:custGeom>
                <a:solidFill>
                  <a:srgbClr val="FF9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309" name="Google Shape;309;p6"/>
              <p:cNvSpPr/>
              <p:nvPr/>
            </p:nvSpPr>
            <p:spPr>
              <a:xfrm flipH="1" rot="10800000">
                <a:off x="3506" y="932"/>
                <a:ext cx="243" cy="2"/>
              </a:xfrm>
              <a:prstGeom prst="rect">
                <a:avLst/>
              </a:prstGeom>
              <a:solidFill>
                <a:srgbClr val="FFB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0" name="Google Shape;310;p6"/>
              <p:cNvSpPr/>
              <p:nvPr/>
            </p:nvSpPr>
            <p:spPr>
              <a:xfrm flipH="1" rot="10800000">
                <a:off x="3506" y="925"/>
                <a:ext cx="243" cy="3"/>
              </a:xfrm>
              <a:prstGeom prst="rect">
                <a:avLst/>
              </a:prstGeom>
              <a:solidFill>
                <a:srgbClr val="FFB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1" name="Google Shape;311;p6"/>
              <p:cNvSpPr/>
              <p:nvPr/>
            </p:nvSpPr>
            <p:spPr>
              <a:xfrm flipH="1" rot="10800000">
                <a:off x="3497" y="914"/>
                <a:ext cx="265" cy="2"/>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2" name="Google Shape;312;p6"/>
              <p:cNvSpPr/>
              <p:nvPr/>
            </p:nvSpPr>
            <p:spPr>
              <a:xfrm>
                <a:off x="3517" y="948"/>
                <a:ext cx="223" cy="75"/>
              </a:xfrm>
              <a:prstGeom prst="rect">
                <a:avLst/>
              </a:prstGeom>
              <a:solidFill>
                <a:srgbClr val="FF9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13" name="Google Shape;313;p6"/>
            <p:cNvGrpSpPr/>
            <p:nvPr/>
          </p:nvGrpSpPr>
          <p:grpSpPr>
            <a:xfrm>
              <a:off x="3518" y="1094"/>
              <a:ext cx="222" cy="73"/>
              <a:chOff x="3518" y="1094"/>
              <a:chExt cx="222" cy="73"/>
            </a:xfrm>
          </p:grpSpPr>
          <p:grpSp>
            <p:nvGrpSpPr>
              <p:cNvPr id="314" name="Google Shape;314;p6"/>
              <p:cNvGrpSpPr/>
              <p:nvPr/>
            </p:nvGrpSpPr>
            <p:grpSpPr>
              <a:xfrm>
                <a:off x="3518" y="1112"/>
                <a:ext cx="222" cy="39"/>
                <a:chOff x="3518" y="1112"/>
                <a:chExt cx="222" cy="39"/>
              </a:xfrm>
            </p:grpSpPr>
            <p:grpSp>
              <p:nvGrpSpPr>
                <p:cNvPr id="315" name="Google Shape;315;p6"/>
                <p:cNvGrpSpPr/>
                <p:nvPr/>
              </p:nvGrpSpPr>
              <p:grpSpPr>
                <a:xfrm>
                  <a:off x="3644" y="1112"/>
                  <a:ext cx="96" cy="39"/>
                  <a:chOff x="3644" y="1112"/>
                  <a:chExt cx="96" cy="39"/>
                </a:xfrm>
              </p:grpSpPr>
              <p:sp>
                <p:nvSpPr>
                  <p:cNvPr id="316" name="Google Shape;316;p6"/>
                  <p:cNvSpPr/>
                  <p:nvPr/>
                </p:nvSpPr>
                <p:spPr>
                  <a:xfrm>
                    <a:off x="3737" y="1143"/>
                    <a:ext cx="3"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7" name="Google Shape;317;p6"/>
                  <p:cNvSpPr/>
                  <p:nvPr/>
                </p:nvSpPr>
                <p:spPr>
                  <a:xfrm>
                    <a:off x="3737" y="1112"/>
                    <a:ext cx="3"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8" name="Google Shape;318;p6"/>
                  <p:cNvSpPr/>
                  <p:nvPr/>
                </p:nvSpPr>
                <p:spPr>
                  <a:xfrm>
                    <a:off x="3644" y="1143"/>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9" name="Google Shape;319;p6"/>
                  <p:cNvSpPr/>
                  <p:nvPr/>
                </p:nvSpPr>
                <p:spPr>
                  <a:xfrm>
                    <a:off x="3644" y="1112"/>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20" name="Google Shape;320;p6"/>
                <p:cNvGrpSpPr/>
                <p:nvPr/>
              </p:nvGrpSpPr>
              <p:grpSpPr>
                <a:xfrm>
                  <a:off x="3518" y="1112"/>
                  <a:ext cx="96" cy="39"/>
                  <a:chOff x="3518" y="1112"/>
                  <a:chExt cx="96" cy="39"/>
                </a:xfrm>
              </p:grpSpPr>
              <p:sp>
                <p:nvSpPr>
                  <p:cNvPr id="321" name="Google Shape;321;p6"/>
                  <p:cNvSpPr/>
                  <p:nvPr/>
                </p:nvSpPr>
                <p:spPr>
                  <a:xfrm>
                    <a:off x="3613" y="1143"/>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2" name="Google Shape;322;p6"/>
                  <p:cNvSpPr/>
                  <p:nvPr/>
                </p:nvSpPr>
                <p:spPr>
                  <a:xfrm>
                    <a:off x="3613" y="1112"/>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3" name="Google Shape;323;p6"/>
                  <p:cNvSpPr/>
                  <p:nvPr/>
                </p:nvSpPr>
                <p:spPr>
                  <a:xfrm>
                    <a:off x="3518" y="1143"/>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4" name="Google Shape;324;p6"/>
                  <p:cNvSpPr/>
                  <p:nvPr/>
                </p:nvSpPr>
                <p:spPr>
                  <a:xfrm>
                    <a:off x="3518" y="1112"/>
                    <a:ext cx="1" cy="8"/>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325" name="Google Shape;325;p6"/>
              <p:cNvSpPr/>
              <p:nvPr/>
            </p:nvSpPr>
            <p:spPr>
              <a:xfrm>
                <a:off x="3628" y="1094"/>
                <a:ext cx="1" cy="73"/>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26" name="Google Shape;326;p6"/>
            <p:cNvGrpSpPr/>
            <p:nvPr/>
          </p:nvGrpSpPr>
          <p:grpSpPr>
            <a:xfrm>
              <a:off x="3513" y="1032"/>
              <a:ext cx="231" cy="35"/>
              <a:chOff x="3513" y="1032"/>
              <a:chExt cx="231" cy="35"/>
            </a:xfrm>
          </p:grpSpPr>
          <p:sp>
            <p:nvSpPr>
              <p:cNvPr id="327" name="Google Shape;327;p6"/>
              <p:cNvSpPr/>
              <p:nvPr/>
            </p:nvSpPr>
            <p:spPr>
              <a:xfrm>
                <a:off x="3517" y="1041"/>
                <a:ext cx="222" cy="5"/>
              </a:xfrm>
              <a:prstGeom prst="rect">
                <a:avLst/>
              </a:prstGeom>
              <a:solidFill>
                <a:srgbClr val="BF7F3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8" name="Google Shape;328;p6"/>
              <p:cNvSpPr/>
              <p:nvPr/>
            </p:nvSpPr>
            <p:spPr>
              <a:xfrm>
                <a:off x="3513" y="1032"/>
                <a:ext cx="231" cy="1"/>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9" name="Google Shape;329;p6"/>
              <p:cNvSpPr/>
              <p:nvPr/>
            </p:nvSpPr>
            <p:spPr>
              <a:xfrm flipH="1" rot="10800000">
                <a:off x="3515" y="1040"/>
                <a:ext cx="229" cy="3"/>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0" name="Google Shape;330;p6"/>
              <p:cNvSpPr/>
              <p:nvPr/>
            </p:nvSpPr>
            <p:spPr>
              <a:xfrm>
                <a:off x="3513" y="1055"/>
                <a:ext cx="231" cy="1"/>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1" name="Google Shape;331;p6"/>
              <p:cNvSpPr/>
              <p:nvPr/>
            </p:nvSpPr>
            <p:spPr>
              <a:xfrm>
                <a:off x="3515" y="1065"/>
                <a:ext cx="226" cy="2"/>
              </a:xfrm>
              <a:prstGeom prst="rect">
                <a:avLst/>
              </a:prstGeom>
              <a:solidFill>
                <a:srgbClr val="7F3F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332" name="Google Shape;332;p6"/>
            <p:cNvSpPr/>
            <p:nvPr/>
          </p:nvSpPr>
          <p:spPr>
            <a:xfrm rot="10800000">
              <a:off x="3496" y="1180"/>
              <a:ext cx="7" cy="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33" name="Google Shape;333;p6"/>
            <p:cNvGrpSpPr/>
            <p:nvPr/>
          </p:nvGrpSpPr>
          <p:grpSpPr>
            <a:xfrm>
              <a:off x="3521" y="852"/>
              <a:ext cx="216" cy="350"/>
              <a:chOff x="3521" y="852"/>
              <a:chExt cx="216" cy="350"/>
            </a:xfrm>
          </p:grpSpPr>
          <p:grpSp>
            <p:nvGrpSpPr>
              <p:cNvPr id="334" name="Google Shape;334;p6"/>
              <p:cNvGrpSpPr/>
              <p:nvPr/>
            </p:nvGrpSpPr>
            <p:grpSpPr>
              <a:xfrm>
                <a:off x="3654" y="1076"/>
                <a:ext cx="82" cy="101"/>
                <a:chOff x="3654" y="1076"/>
                <a:chExt cx="82" cy="101"/>
              </a:xfrm>
            </p:grpSpPr>
            <p:sp>
              <p:nvSpPr>
                <p:cNvPr id="335" name="Google Shape;335;p6"/>
                <p:cNvSpPr/>
                <p:nvPr/>
              </p:nvSpPr>
              <p:spPr>
                <a:xfrm>
                  <a:off x="3654" y="1076"/>
                  <a:ext cx="82" cy="101"/>
                </a:xfrm>
                <a:custGeom>
                  <a:rect b="b" l="l" r="r" t="t"/>
                  <a:pathLst>
                    <a:path extrusionOk="0" h="101" w="82">
                      <a:moveTo>
                        <a:pt x="0" y="17"/>
                      </a:moveTo>
                      <a:lnTo>
                        <a:pt x="0" y="100"/>
                      </a:lnTo>
                      <a:lnTo>
                        <a:pt x="81" y="100"/>
                      </a:lnTo>
                      <a:lnTo>
                        <a:pt x="81" y="17"/>
                      </a:lnTo>
                      <a:lnTo>
                        <a:pt x="57" y="0"/>
                      </a:lnTo>
                      <a:lnTo>
                        <a:pt x="26" y="0"/>
                      </a:lnTo>
                      <a:lnTo>
                        <a:pt x="0" y="17"/>
                      </a:lnTo>
                    </a:path>
                  </a:pathLst>
                </a:custGeom>
                <a:solidFill>
                  <a:srgbClr val="3F5F00"/>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6" name="Google Shape;336;p6"/>
                <p:cNvSpPr/>
                <p:nvPr/>
              </p:nvSpPr>
              <p:spPr>
                <a:xfrm>
                  <a:off x="3671" y="1098"/>
                  <a:ext cx="41" cy="67"/>
                </a:xfrm>
                <a:prstGeom prst="rect">
                  <a:avLst/>
                </a:prstGeom>
                <a:solidFill>
                  <a:srgbClr val="FFB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7" name="Google Shape;337;p6"/>
                <p:cNvSpPr/>
                <p:nvPr/>
              </p:nvSpPr>
              <p:spPr>
                <a:xfrm>
                  <a:off x="3699" y="1102"/>
                  <a:ext cx="7" cy="63"/>
                </a:xfrm>
                <a:prstGeom prst="rect">
                  <a:avLst/>
                </a:prstGeom>
                <a:solidFill>
                  <a:srgbClr val="BF7F3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8" name="Google Shape;338;p6"/>
                <p:cNvSpPr/>
                <p:nvPr/>
              </p:nvSpPr>
              <p:spPr>
                <a:xfrm>
                  <a:off x="3677" y="1102"/>
                  <a:ext cx="7" cy="63"/>
                </a:xfrm>
                <a:prstGeom prst="rect">
                  <a:avLst/>
                </a:prstGeom>
                <a:solidFill>
                  <a:srgbClr val="BF7F3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9" name="Google Shape;339;p6"/>
                <p:cNvSpPr/>
                <p:nvPr/>
              </p:nvSpPr>
              <p:spPr>
                <a:xfrm>
                  <a:off x="3679" y="1107"/>
                  <a:ext cx="3" cy="19"/>
                </a:xfrm>
                <a:prstGeom prst="rect">
                  <a:avLst/>
                </a:prstGeom>
                <a:solidFill>
                  <a:srgbClr val="FFBF5F"/>
                </a:solidFill>
                <a:ln cap="flat" cmpd="sng" w="12700">
                  <a:solidFill>
                    <a:srgbClr val="FFB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0" name="Google Shape;340;p6"/>
                <p:cNvSpPr/>
                <p:nvPr/>
              </p:nvSpPr>
              <p:spPr>
                <a:xfrm>
                  <a:off x="3701" y="1107"/>
                  <a:ext cx="3" cy="19"/>
                </a:xfrm>
                <a:prstGeom prst="rect">
                  <a:avLst/>
                </a:prstGeom>
                <a:solidFill>
                  <a:srgbClr val="FFBF5F"/>
                </a:solidFill>
                <a:ln cap="flat" cmpd="sng" w="12700">
                  <a:solidFill>
                    <a:srgbClr val="FFB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1" name="Google Shape;341;p6"/>
                <p:cNvSpPr/>
                <p:nvPr/>
              </p:nvSpPr>
              <p:spPr>
                <a:xfrm flipH="1" rot="10800000">
                  <a:off x="3702" y="1159"/>
                  <a:ext cx="1" cy="9"/>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2" name="Google Shape;342;p6"/>
                <p:cNvSpPr/>
                <p:nvPr/>
              </p:nvSpPr>
              <p:spPr>
                <a:xfrm rot="10800000">
                  <a:off x="3681" y="1136"/>
                  <a:ext cx="10" cy="11"/>
                </a:xfrm>
                <a:prstGeom prst="ellipse">
                  <a:avLst/>
                </a:prstGeom>
                <a:solidFill>
                  <a:srgbClr val="FFBF7F"/>
                </a:solidFill>
                <a:ln cap="flat" cmpd="sng" w="12700">
                  <a:solidFill>
                    <a:srgbClr val="FFB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43" name="Google Shape;343;p6"/>
              <p:cNvGrpSpPr/>
              <p:nvPr/>
            </p:nvGrpSpPr>
            <p:grpSpPr>
              <a:xfrm>
                <a:off x="3528" y="1076"/>
                <a:ext cx="83" cy="101"/>
                <a:chOff x="3528" y="1076"/>
                <a:chExt cx="83" cy="101"/>
              </a:xfrm>
            </p:grpSpPr>
            <p:sp>
              <p:nvSpPr>
                <p:cNvPr id="344" name="Google Shape;344;p6"/>
                <p:cNvSpPr/>
                <p:nvPr/>
              </p:nvSpPr>
              <p:spPr>
                <a:xfrm>
                  <a:off x="3528" y="1076"/>
                  <a:ext cx="83" cy="101"/>
                </a:xfrm>
                <a:custGeom>
                  <a:rect b="b" l="l" r="r" t="t"/>
                  <a:pathLst>
                    <a:path extrusionOk="0" h="101" w="83">
                      <a:moveTo>
                        <a:pt x="0" y="17"/>
                      </a:moveTo>
                      <a:lnTo>
                        <a:pt x="0" y="100"/>
                      </a:lnTo>
                      <a:lnTo>
                        <a:pt x="82" y="100"/>
                      </a:lnTo>
                      <a:lnTo>
                        <a:pt x="82" y="17"/>
                      </a:lnTo>
                      <a:lnTo>
                        <a:pt x="57" y="0"/>
                      </a:lnTo>
                      <a:lnTo>
                        <a:pt x="26" y="0"/>
                      </a:lnTo>
                      <a:lnTo>
                        <a:pt x="0" y="17"/>
                      </a:lnTo>
                    </a:path>
                  </a:pathLst>
                </a:custGeom>
                <a:solidFill>
                  <a:srgbClr val="3F5F00"/>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5" name="Google Shape;345;p6"/>
                <p:cNvSpPr/>
                <p:nvPr/>
              </p:nvSpPr>
              <p:spPr>
                <a:xfrm>
                  <a:off x="3545" y="1098"/>
                  <a:ext cx="41" cy="67"/>
                </a:xfrm>
                <a:prstGeom prst="rect">
                  <a:avLst/>
                </a:prstGeom>
                <a:solidFill>
                  <a:srgbClr val="FFB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6" name="Google Shape;346;p6"/>
                <p:cNvSpPr/>
                <p:nvPr/>
              </p:nvSpPr>
              <p:spPr>
                <a:xfrm>
                  <a:off x="3574" y="1102"/>
                  <a:ext cx="6" cy="63"/>
                </a:xfrm>
                <a:prstGeom prst="rect">
                  <a:avLst/>
                </a:prstGeom>
                <a:solidFill>
                  <a:srgbClr val="BF7F3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7" name="Google Shape;347;p6"/>
                <p:cNvSpPr/>
                <p:nvPr/>
              </p:nvSpPr>
              <p:spPr>
                <a:xfrm>
                  <a:off x="3551" y="1102"/>
                  <a:ext cx="7" cy="63"/>
                </a:xfrm>
                <a:prstGeom prst="rect">
                  <a:avLst/>
                </a:prstGeom>
                <a:solidFill>
                  <a:srgbClr val="BF7F3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8" name="Google Shape;348;p6"/>
                <p:cNvSpPr/>
                <p:nvPr/>
              </p:nvSpPr>
              <p:spPr>
                <a:xfrm>
                  <a:off x="3553" y="1107"/>
                  <a:ext cx="3" cy="19"/>
                </a:xfrm>
                <a:prstGeom prst="rect">
                  <a:avLst/>
                </a:prstGeom>
                <a:solidFill>
                  <a:srgbClr val="FFBF5F"/>
                </a:solidFill>
                <a:ln cap="flat" cmpd="sng" w="12700">
                  <a:solidFill>
                    <a:srgbClr val="FFB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9" name="Google Shape;349;p6"/>
                <p:cNvSpPr/>
                <p:nvPr/>
              </p:nvSpPr>
              <p:spPr>
                <a:xfrm>
                  <a:off x="3575" y="1107"/>
                  <a:ext cx="3" cy="19"/>
                </a:xfrm>
                <a:prstGeom prst="rect">
                  <a:avLst/>
                </a:prstGeom>
                <a:solidFill>
                  <a:srgbClr val="FFBF5F"/>
                </a:solidFill>
                <a:ln cap="flat" cmpd="sng" w="12700">
                  <a:solidFill>
                    <a:srgbClr val="FFBF5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0" name="Google Shape;350;p6"/>
                <p:cNvSpPr/>
                <p:nvPr/>
              </p:nvSpPr>
              <p:spPr>
                <a:xfrm flipH="1" rot="10800000">
                  <a:off x="3574" y="1159"/>
                  <a:ext cx="7" cy="9"/>
                </a:xfrm>
                <a:prstGeom prst="rect">
                  <a:avLst/>
                </a:prstGeom>
                <a:solidFill>
                  <a:srgbClr val="7F3F00"/>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1" name="Google Shape;351;p6"/>
                <p:cNvSpPr/>
                <p:nvPr/>
              </p:nvSpPr>
              <p:spPr>
                <a:xfrm rot="10800000">
                  <a:off x="3559" y="1140"/>
                  <a:ext cx="3" cy="3"/>
                </a:xfrm>
                <a:prstGeom prst="ellipse">
                  <a:avLst/>
                </a:prstGeom>
                <a:solidFill>
                  <a:srgbClr val="FFBF7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52" name="Google Shape;352;p6"/>
              <p:cNvGrpSpPr/>
              <p:nvPr/>
            </p:nvGrpSpPr>
            <p:grpSpPr>
              <a:xfrm>
                <a:off x="3666" y="852"/>
                <a:ext cx="53" cy="51"/>
                <a:chOff x="3666" y="852"/>
                <a:chExt cx="53" cy="51"/>
              </a:xfrm>
            </p:grpSpPr>
            <p:sp>
              <p:nvSpPr>
                <p:cNvPr id="353" name="Google Shape;353;p6"/>
                <p:cNvSpPr/>
                <p:nvPr/>
              </p:nvSpPr>
              <p:spPr>
                <a:xfrm>
                  <a:off x="3673" y="871"/>
                  <a:ext cx="29" cy="32"/>
                </a:xfrm>
                <a:prstGeom prst="rect">
                  <a:avLst/>
                </a:prstGeom>
                <a:solidFill>
                  <a:srgbClr val="FF9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4" name="Google Shape;354;p6"/>
                <p:cNvSpPr/>
                <p:nvPr/>
              </p:nvSpPr>
              <p:spPr>
                <a:xfrm>
                  <a:off x="3666" y="852"/>
                  <a:ext cx="53" cy="19"/>
                </a:xfrm>
                <a:custGeom>
                  <a:rect b="b" l="l" r="r" t="t"/>
                  <a:pathLst>
                    <a:path extrusionOk="0" h="19" w="53">
                      <a:moveTo>
                        <a:pt x="0" y="18"/>
                      </a:moveTo>
                      <a:lnTo>
                        <a:pt x="52" y="18"/>
                      </a:lnTo>
                      <a:lnTo>
                        <a:pt x="52" y="9"/>
                      </a:lnTo>
                      <a:lnTo>
                        <a:pt x="34" y="0"/>
                      </a:lnTo>
                      <a:lnTo>
                        <a:pt x="18" y="0"/>
                      </a:lnTo>
                      <a:lnTo>
                        <a:pt x="0" y="9"/>
                      </a:lnTo>
                      <a:lnTo>
                        <a:pt x="0" y="18"/>
                      </a:lnTo>
                    </a:path>
                  </a:pathLst>
                </a:custGeom>
                <a:solidFill>
                  <a:srgbClr val="BF7F3F"/>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5" name="Google Shape;355;p6"/>
                <p:cNvSpPr/>
                <p:nvPr/>
              </p:nvSpPr>
              <p:spPr>
                <a:xfrm>
                  <a:off x="3670" y="856"/>
                  <a:ext cx="44" cy="14"/>
                </a:xfrm>
                <a:custGeom>
                  <a:rect b="b" l="l" r="r" t="t"/>
                  <a:pathLst>
                    <a:path extrusionOk="0" h="14" w="44">
                      <a:moveTo>
                        <a:pt x="0" y="13"/>
                      </a:moveTo>
                      <a:lnTo>
                        <a:pt x="43" y="13"/>
                      </a:lnTo>
                      <a:lnTo>
                        <a:pt x="43" y="7"/>
                      </a:lnTo>
                      <a:lnTo>
                        <a:pt x="29" y="0"/>
                      </a:lnTo>
                      <a:lnTo>
                        <a:pt x="15" y="0"/>
                      </a:lnTo>
                      <a:lnTo>
                        <a:pt x="0" y="7"/>
                      </a:lnTo>
                      <a:lnTo>
                        <a:pt x="0" y="13"/>
                      </a:lnTo>
                    </a:path>
                  </a:pathLst>
                </a:custGeom>
                <a:solidFill>
                  <a:srgbClr val="FF9F1F"/>
                </a:solidFill>
                <a:ln cap="rnd" cmpd="sng" w="12700">
                  <a:solidFill>
                    <a:srgbClr val="FF9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6" name="Google Shape;356;p6"/>
                <p:cNvSpPr/>
                <p:nvPr/>
              </p:nvSpPr>
              <p:spPr>
                <a:xfrm>
                  <a:off x="3677" y="897"/>
                  <a:ext cx="20" cy="2"/>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7" name="Google Shape;357;p6"/>
                <p:cNvSpPr/>
                <p:nvPr/>
              </p:nvSpPr>
              <p:spPr>
                <a:xfrm>
                  <a:off x="3677" y="877"/>
                  <a:ext cx="20" cy="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58" name="Google Shape;358;p6"/>
              <p:cNvGrpSpPr/>
              <p:nvPr/>
            </p:nvGrpSpPr>
            <p:grpSpPr>
              <a:xfrm>
                <a:off x="3549" y="852"/>
                <a:ext cx="53" cy="51"/>
                <a:chOff x="3549" y="852"/>
                <a:chExt cx="53" cy="51"/>
              </a:xfrm>
            </p:grpSpPr>
            <p:sp>
              <p:nvSpPr>
                <p:cNvPr id="359" name="Google Shape;359;p6"/>
                <p:cNvSpPr/>
                <p:nvPr/>
              </p:nvSpPr>
              <p:spPr>
                <a:xfrm>
                  <a:off x="3557" y="873"/>
                  <a:ext cx="28" cy="30"/>
                </a:xfrm>
                <a:prstGeom prst="rect">
                  <a:avLst/>
                </a:prstGeom>
                <a:solidFill>
                  <a:srgbClr val="FF9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0" name="Google Shape;360;p6"/>
                <p:cNvSpPr/>
                <p:nvPr/>
              </p:nvSpPr>
              <p:spPr>
                <a:xfrm>
                  <a:off x="3549" y="852"/>
                  <a:ext cx="53" cy="20"/>
                </a:xfrm>
                <a:custGeom>
                  <a:rect b="b" l="l" r="r" t="t"/>
                  <a:pathLst>
                    <a:path extrusionOk="0" h="20" w="53">
                      <a:moveTo>
                        <a:pt x="0" y="19"/>
                      </a:moveTo>
                      <a:lnTo>
                        <a:pt x="52" y="19"/>
                      </a:lnTo>
                      <a:lnTo>
                        <a:pt x="52" y="10"/>
                      </a:lnTo>
                      <a:lnTo>
                        <a:pt x="34" y="0"/>
                      </a:lnTo>
                      <a:lnTo>
                        <a:pt x="18" y="0"/>
                      </a:lnTo>
                      <a:lnTo>
                        <a:pt x="0" y="9"/>
                      </a:lnTo>
                      <a:lnTo>
                        <a:pt x="0" y="19"/>
                      </a:lnTo>
                    </a:path>
                  </a:pathLst>
                </a:custGeom>
                <a:solidFill>
                  <a:srgbClr val="BF7F3F"/>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1" name="Google Shape;361;p6"/>
                <p:cNvSpPr/>
                <p:nvPr/>
              </p:nvSpPr>
              <p:spPr>
                <a:xfrm>
                  <a:off x="3555" y="856"/>
                  <a:ext cx="42" cy="15"/>
                </a:xfrm>
                <a:custGeom>
                  <a:rect b="b" l="l" r="r" t="t"/>
                  <a:pathLst>
                    <a:path extrusionOk="0" h="15" w="42">
                      <a:moveTo>
                        <a:pt x="0" y="14"/>
                      </a:moveTo>
                      <a:lnTo>
                        <a:pt x="41" y="14"/>
                      </a:lnTo>
                      <a:lnTo>
                        <a:pt x="41" y="7"/>
                      </a:lnTo>
                      <a:lnTo>
                        <a:pt x="27" y="0"/>
                      </a:lnTo>
                      <a:lnTo>
                        <a:pt x="14" y="0"/>
                      </a:lnTo>
                      <a:lnTo>
                        <a:pt x="0" y="7"/>
                      </a:lnTo>
                      <a:lnTo>
                        <a:pt x="0" y="14"/>
                      </a:lnTo>
                    </a:path>
                  </a:pathLst>
                </a:custGeom>
                <a:solidFill>
                  <a:srgbClr val="FF9F1F"/>
                </a:solidFill>
                <a:ln cap="rnd" cmpd="sng" w="12700">
                  <a:solidFill>
                    <a:srgbClr val="FF9F1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2" name="Google Shape;362;p6"/>
                <p:cNvSpPr/>
                <p:nvPr/>
              </p:nvSpPr>
              <p:spPr>
                <a:xfrm>
                  <a:off x="3562" y="897"/>
                  <a:ext cx="20" cy="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3" name="Google Shape;363;p6"/>
                <p:cNvSpPr/>
                <p:nvPr/>
              </p:nvSpPr>
              <p:spPr>
                <a:xfrm>
                  <a:off x="3562" y="877"/>
                  <a:ext cx="20" cy="4"/>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64" name="Google Shape;364;p6"/>
              <p:cNvGrpSpPr/>
              <p:nvPr/>
            </p:nvGrpSpPr>
            <p:grpSpPr>
              <a:xfrm>
                <a:off x="3655" y="962"/>
                <a:ext cx="71" cy="72"/>
                <a:chOff x="3655" y="962"/>
                <a:chExt cx="71" cy="72"/>
              </a:xfrm>
            </p:grpSpPr>
            <p:grpSp>
              <p:nvGrpSpPr>
                <p:cNvPr id="365" name="Google Shape;365;p6"/>
                <p:cNvGrpSpPr/>
                <p:nvPr/>
              </p:nvGrpSpPr>
              <p:grpSpPr>
                <a:xfrm>
                  <a:off x="3657" y="962"/>
                  <a:ext cx="69" cy="71"/>
                  <a:chOff x="3657" y="962"/>
                  <a:chExt cx="69" cy="71"/>
                </a:xfrm>
              </p:grpSpPr>
              <p:sp>
                <p:nvSpPr>
                  <p:cNvPr id="366" name="Google Shape;366;p6"/>
                  <p:cNvSpPr/>
                  <p:nvPr/>
                </p:nvSpPr>
                <p:spPr>
                  <a:xfrm>
                    <a:off x="3657" y="962"/>
                    <a:ext cx="69" cy="71"/>
                  </a:xfrm>
                  <a:custGeom>
                    <a:rect b="b" l="l" r="r" t="t"/>
                    <a:pathLst>
                      <a:path extrusionOk="0" h="71" w="69">
                        <a:moveTo>
                          <a:pt x="7" y="0"/>
                        </a:moveTo>
                        <a:lnTo>
                          <a:pt x="62" y="0"/>
                        </a:lnTo>
                        <a:lnTo>
                          <a:pt x="62" y="61"/>
                        </a:lnTo>
                        <a:lnTo>
                          <a:pt x="68" y="70"/>
                        </a:lnTo>
                        <a:lnTo>
                          <a:pt x="0" y="70"/>
                        </a:lnTo>
                        <a:lnTo>
                          <a:pt x="7" y="61"/>
                        </a:lnTo>
                        <a:lnTo>
                          <a:pt x="7" y="0"/>
                        </a:lnTo>
                      </a:path>
                    </a:pathLst>
                  </a:custGeom>
                  <a:solidFill>
                    <a:srgbClr val="BF7F3F"/>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67" name="Google Shape;367;p6"/>
                  <p:cNvGrpSpPr/>
                  <p:nvPr/>
                </p:nvGrpSpPr>
                <p:grpSpPr>
                  <a:xfrm>
                    <a:off x="3673" y="970"/>
                    <a:ext cx="29" cy="46"/>
                    <a:chOff x="3673" y="970"/>
                    <a:chExt cx="29" cy="46"/>
                  </a:xfrm>
                </p:grpSpPr>
                <p:sp>
                  <p:nvSpPr>
                    <p:cNvPr id="368" name="Google Shape;368;p6"/>
                    <p:cNvSpPr/>
                    <p:nvPr/>
                  </p:nvSpPr>
                  <p:spPr>
                    <a:xfrm>
                      <a:off x="3673" y="970"/>
                      <a:ext cx="29" cy="46"/>
                    </a:xfrm>
                    <a:prstGeom prst="rect">
                      <a:avLst/>
                    </a:prstGeom>
                    <a:solidFill>
                      <a:srgbClr val="FF9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69" name="Google Shape;369;p6"/>
                    <p:cNvSpPr/>
                    <p:nvPr/>
                  </p:nvSpPr>
                  <p:spPr>
                    <a:xfrm>
                      <a:off x="3695" y="1001"/>
                      <a:ext cx="4" cy="1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0" name="Google Shape;370;p6"/>
                    <p:cNvSpPr/>
                    <p:nvPr/>
                  </p:nvSpPr>
                  <p:spPr>
                    <a:xfrm>
                      <a:off x="3676" y="1001"/>
                      <a:ext cx="4" cy="1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1" name="Google Shape;371;p6"/>
                    <p:cNvSpPr/>
                    <p:nvPr/>
                  </p:nvSpPr>
                  <p:spPr>
                    <a:xfrm>
                      <a:off x="3695" y="974"/>
                      <a:ext cx="4" cy="12"/>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2" name="Google Shape;372;p6"/>
                    <p:cNvSpPr/>
                    <p:nvPr/>
                  </p:nvSpPr>
                  <p:spPr>
                    <a:xfrm>
                      <a:off x="3676" y="974"/>
                      <a:ext cx="4" cy="12"/>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373" name="Google Shape;373;p6"/>
                <p:cNvSpPr/>
                <p:nvPr/>
              </p:nvSpPr>
              <p:spPr>
                <a:xfrm flipH="1" rot="10800000">
                  <a:off x="3655" y="1024"/>
                  <a:ext cx="65" cy="10"/>
                </a:xfrm>
                <a:prstGeom prst="rect">
                  <a:avLst/>
                </a:prstGeom>
                <a:solidFill>
                  <a:srgbClr val="DF9F7F"/>
                </a:solidFill>
                <a:ln cap="flat" cmpd="sng" w="12700">
                  <a:solidFill>
                    <a:srgbClr val="DF9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74" name="Google Shape;374;p6"/>
              <p:cNvGrpSpPr/>
              <p:nvPr/>
            </p:nvGrpSpPr>
            <p:grpSpPr>
              <a:xfrm>
                <a:off x="3540" y="962"/>
                <a:ext cx="71" cy="72"/>
                <a:chOff x="3540" y="962"/>
                <a:chExt cx="71" cy="72"/>
              </a:xfrm>
            </p:grpSpPr>
            <p:grpSp>
              <p:nvGrpSpPr>
                <p:cNvPr id="375" name="Google Shape;375;p6"/>
                <p:cNvGrpSpPr/>
                <p:nvPr/>
              </p:nvGrpSpPr>
              <p:grpSpPr>
                <a:xfrm>
                  <a:off x="3541" y="962"/>
                  <a:ext cx="70" cy="71"/>
                  <a:chOff x="3541" y="962"/>
                  <a:chExt cx="70" cy="71"/>
                </a:xfrm>
              </p:grpSpPr>
              <p:sp>
                <p:nvSpPr>
                  <p:cNvPr id="376" name="Google Shape;376;p6"/>
                  <p:cNvSpPr/>
                  <p:nvPr/>
                </p:nvSpPr>
                <p:spPr>
                  <a:xfrm>
                    <a:off x="3541" y="962"/>
                    <a:ext cx="70" cy="71"/>
                  </a:xfrm>
                  <a:custGeom>
                    <a:rect b="b" l="l" r="r" t="t"/>
                    <a:pathLst>
                      <a:path extrusionOk="0" h="71" w="70">
                        <a:moveTo>
                          <a:pt x="7" y="0"/>
                        </a:moveTo>
                        <a:lnTo>
                          <a:pt x="62" y="0"/>
                        </a:lnTo>
                        <a:lnTo>
                          <a:pt x="62" y="61"/>
                        </a:lnTo>
                        <a:lnTo>
                          <a:pt x="69" y="70"/>
                        </a:lnTo>
                        <a:lnTo>
                          <a:pt x="0" y="70"/>
                        </a:lnTo>
                        <a:lnTo>
                          <a:pt x="7" y="61"/>
                        </a:lnTo>
                        <a:lnTo>
                          <a:pt x="7" y="0"/>
                        </a:lnTo>
                      </a:path>
                    </a:pathLst>
                  </a:custGeom>
                  <a:solidFill>
                    <a:srgbClr val="BF7F3F"/>
                  </a:solidFill>
                  <a:ln cap="rnd" cmpd="sng" w="12700">
                    <a:solidFill>
                      <a:srgbClr val="7F3F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377" name="Google Shape;377;p6"/>
                  <p:cNvGrpSpPr/>
                  <p:nvPr/>
                </p:nvGrpSpPr>
                <p:grpSpPr>
                  <a:xfrm>
                    <a:off x="3557" y="970"/>
                    <a:ext cx="31" cy="46"/>
                    <a:chOff x="3557" y="970"/>
                    <a:chExt cx="31" cy="46"/>
                  </a:xfrm>
                </p:grpSpPr>
                <p:sp>
                  <p:nvSpPr>
                    <p:cNvPr id="378" name="Google Shape;378;p6"/>
                    <p:cNvSpPr/>
                    <p:nvPr/>
                  </p:nvSpPr>
                  <p:spPr>
                    <a:xfrm>
                      <a:off x="3557" y="970"/>
                      <a:ext cx="31" cy="46"/>
                    </a:xfrm>
                    <a:prstGeom prst="rect">
                      <a:avLst/>
                    </a:prstGeom>
                    <a:solidFill>
                      <a:srgbClr val="FF9F1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9" name="Google Shape;379;p6"/>
                    <p:cNvSpPr/>
                    <p:nvPr/>
                  </p:nvSpPr>
                  <p:spPr>
                    <a:xfrm>
                      <a:off x="3581" y="1001"/>
                      <a:ext cx="4" cy="1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0" name="Google Shape;380;p6"/>
                    <p:cNvSpPr/>
                    <p:nvPr/>
                  </p:nvSpPr>
                  <p:spPr>
                    <a:xfrm>
                      <a:off x="3560" y="1001"/>
                      <a:ext cx="4" cy="13"/>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1" name="Google Shape;381;p6"/>
                    <p:cNvSpPr/>
                    <p:nvPr/>
                  </p:nvSpPr>
                  <p:spPr>
                    <a:xfrm>
                      <a:off x="3581" y="974"/>
                      <a:ext cx="4" cy="12"/>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2" name="Google Shape;382;p6"/>
                    <p:cNvSpPr/>
                    <p:nvPr/>
                  </p:nvSpPr>
                  <p:spPr>
                    <a:xfrm>
                      <a:off x="3560" y="974"/>
                      <a:ext cx="4" cy="12"/>
                    </a:xfrm>
                    <a:prstGeom prst="rect">
                      <a:avLst/>
                    </a:prstGeom>
                    <a:solidFill>
                      <a:srgbClr val="FFBF5F"/>
                    </a:solidFill>
                    <a:ln cap="flat" cmpd="sng" w="12700">
                      <a:solidFill>
                        <a:srgbClr val="7F3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383" name="Google Shape;383;p6"/>
                <p:cNvSpPr/>
                <p:nvPr/>
              </p:nvSpPr>
              <p:spPr>
                <a:xfrm flipH="1" rot="10800000">
                  <a:off x="3540" y="1024"/>
                  <a:ext cx="64" cy="10"/>
                </a:xfrm>
                <a:prstGeom prst="rect">
                  <a:avLst/>
                </a:prstGeom>
                <a:solidFill>
                  <a:srgbClr val="DF9F7F"/>
                </a:solidFill>
                <a:ln cap="flat" cmpd="sng" w="12700">
                  <a:solidFill>
                    <a:srgbClr val="DF9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384" name="Google Shape;384;p6"/>
              <p:cNvGrpSpPr/>
              <p:nvPr/>
            </p:nvGrpSpPr>
            <p:grpSpPr>
              <a:xfrm>
                <a:off x="3521" y="1157"/>
                <a:ext cx="216" cy="45"/>
                <a:chOff x="3521" y="1157"/>
                <a:chExt cx="216" cy="45"/>
              </a:xfrm>
            </p:grpSpPr>
            <p:grpSp>
              <p:nvGrpSpPr>
                <p:cNvPr id="385" name="Google Shape;385;p6"/>
                <p:cNvGrpSpPr/>
                <p:nvPr/>
              </p:nvGrpSpPr>
              <p:grpSpPr>
                <a:xfrm>
                  <a:off x="3521" y="1157"/>
                  <a:ext cx="90" cy="45"/>
                  <a:chOff x="3521" y="1157"/>
                  <a:chExt cx="90" cy="45"/>
                </a:xfrm>
              </p:grpSpPr>
              <p:sp>
                <p:nvSpPr>
                  <p:cNvPr id="386" name="Google Shape;386;p6"/>
                  <p:cNvSpPr/>
                  <p:nvPr/>
                </p:nvSpPr>
                <p:spPr>
                  <a:xfrm flipH="1" rot="10800000">
                    <a:off x="3543" y="1176"/>
                    <a:ext cx="46" cy="4"/>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7" name="Google Shape;387;p6"/>
                  <p:cNvSpPr/>
                  <p:nvPr/>
                </p:nvSpPr>
                <p:spPr>
                  <a:xfrm flipH="1" rot="10800000">
                    <a:off x="3538" y="1182"/>
                    <a:ext cx="55" cy="3"/>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8" name="Google Shape;388;p6"/>
                  <p:cNvSpPr/>
                  <p:nvPr/>
                </p:nvSpPr>
                <p:spPr>
                  <a:xfrm flipH="1" rot="10800000">
                    <a:off x="3534" y="1188"/>
                    <a:ext cx="62" cy="4"/>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89" name="Google Shape;389;p6"/>
                  <p:cNvSpPr/>
                  <p:nvPr/>
                </p:nvSpPr>
                <p:spPr>
                  <a:xfrm flipH="1" rot="10800000">
                    <a:off x="3530" y="1195"/>
                    <a:ext cx="71" cy="1"/>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0" name="Google Shape;390;p6"/>
                  <p:cNvSpPr/>
                  <p:nvPr/>
                </p:nvSpPr>
                <p:spPr>
                  <a:xfrm flipH="1" rot="10800000">
                    <a:off x="3527" y="1199"/>
                    <a:ext cx="77" cy="3"/>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1" name="Google Shape;391;p6"/>
                  <p:cNvSpPr/>
                  <p:nvPr/>
                </p:nvSpPr>
                <p:spPr>
                  <a:xfrm>
                    <a:off x="3543" y="1174"/>
                    <a:ext cx="47" cy="3"/>
                  </a:xfrm>
                  <a:custGeom>
                    <a:rect b="b" l="l" r="r" t="t"/>
                    <a:pathLst>
                      <a:path extrusionOk="0" h="3" w="47">
                        <a:moveTo>
                          <a:pt x="0" y="0"/>
                        </a:moveTo>
                        <a:lnTo>
                          <a:pt x="3" y="2"/>
                        </a:lnTo>
                        <a:lnTo>
                          <a:pt x="43" y="2"/>
                        </a:lnTo>
                        <a:lnTo>
                          <a:pt x="46" y="0"/>
                        </a:lnTo>
                        <a:lnTo>
                          <a:pt x="0"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2" name="Google Shape;392;p6"/>
                  <p:cNvSpPr/>
                  <p:nvPr/>
                </p:nvSpPr>
                <p:spPr>
                  <a:xfrm>
                    <a:off x="3538" y="1179"/>
                    <a:ext cx="55" cy="4"/>
                  </a:xfrm>
                  <a:custGeom>
                    <a:rect b="b" l="l" r="r" t="t"/>
                    <a:pathLst>
                      <a:path extrusionOk="0" h="4" w="55">
                        <a:moveTo>
                          <a:pt x="4" y="3"/>
                        </a:moveTo>
                        <a:lnTo>
                          <a:pt x="52" y="3"/>
                        </a:lnTo>
                        <a:lnTo>
                          <a:pt x="54" y="0"/>
                        </a:lnTo>
                        <a:lnTo>
                          <a:pt x="0" y="0"/>
                        </a:lnTo>
                        <a:lnTo>
                          <a:pt x="4" y="3"/>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3" name="Google Shape;393;p6"/>
                  <p:cNvSpPr/>
                  <p:nvPr/>
                </p:nvSpPr>
                <p:spPr>
                  <a:xfrm>
                    <a:off x="3536" y="1185"/>
                    <a:ext cx="61" cy="5"/>
                  </a:xfrm>
                  <a:custGeom>
                    <a:rect b="b" l="l" r="r" t="t"/>
                    <a:pathLst>
                      <a:path extrusionOk="0" h="5" w="61">
                        <a:moveTo>
                          <a:pt x="3" y="4"/>
                        </a:moveTo>
                        <a:lnTo>
                          <a:pt x="58" y="4"/>
                        </a:lnTo>
                        <a:lnTo>
                          <a:pt x="60" y="0"/>
                        </a:lnTo>
                        <a:lnTo>
                          <a:pt x="0" y="0"/>
                        </a:lnTo>
                        <a:lnTo>
                          <a:pt x="3" y="4"/>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4" name="Google Shape;394;p6"/>
                  <p:cNvSpPr/>
                  <p:nvPr/>
                </p:nvSpPr>
                <p:spPr>
                  <a:xfrm>
                    <a:off x="3531" y="1190"/>
                    <a:ext cx="71" cy="5"/>
                  </a:xfrm>
                  <a:custGeom>
                    <a:rect b="b" l="l" r="r" t="t"/>
                    <a:pathLst>
                      <a:path extrusionOk="0" h="5" w="71">
                        <a:moveTo>
                          <a:pt x="3" y="4"/>
                        </a:moveTo>
                        <a:lnTo>
                          <a:pt x="0" y="0"/>
                        </a:lnTo>
                        <a:lnTo>
                          <a:pt x="70" y="0"/>
                        </a:lnTo>
                        <a:lnTo>
                          <a:pt x="66" y="4"/>
                        </a:lnTo>
                        <a:lnTo>
                          <a:pt x="3" y="4"/>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5" name="Google Shape;395;p6"/>
                  <p:cNvSpPr/>
                  <p:nvPr/>
                </p:nvSpPr>
                <p:spPr>
                  <a:xfrm>
                    <a:off x="3527" y="1196"/>
                    <a:ext cx="78" cy="6"/>
                  </a:xfrm>
                  <a:custGeom>
                    <a:rect b="b" l="l" r="r" t="t"/>
                    <a:pathLst>
                      <a:path extrusionOk="0" h="6" w="78">
                        <a:moveTo>
                          <a:pt x="3" y="5"/>
                        </a:moveTo>
                        <a:lnTo>
                          <a:pt x="0" y="0"/>
                        </a:lnTo>
                        <a:lnTo>
                          <a:pt x="77" y="0"/>
                        </a:lnTo>
                        <a:lnTo>
                          <a:pt x="74" y="5"/>
                        </a:lnTo>
                        <a:lnTo>
                          <a:pt x="3" y="5"/>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6" name="Google Shape;396;p6"/>
                  <p:cNvSpPr/>
                  <p:nvPr/>
                </p:nvSpPr>
                <p:spPr>
                  <a:xfrm flipH="1">
                    <a:off x="3605" y="1182"/>
                    <a:ext cx="6"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7" name="Google Shape;397;p6"/>
                  <p:cNvSpPr/>
                  <p:nvPr/>
                </p:nvSpPr>
                <p:spPr>
                  <a:xfrm flipH="1">
                    <a:off x="3601" y="1176"/>
                    <a:ext cx="6"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8" name="Google Shape;398;p6"/>
                  <p:cNvSpPr/>
                  <p:nvPr/>
                </p:nvSpPr>
                <p:spPr>
                  <a:xfrm flipH="1">
                    <a:off x="3596" y="1171"/>
                    <a:ext cx="8"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99" name="Google Shape;399;p6"/>
                  <p:cNvSpPr/>
                  <p:nvPr/>
                </p:nvSpPr>
                <p:spPr>
                  <a:xfrm flipH="1">
                    <a:off x="3593" y="1167"/>
                    <a:ext cx="6" cy="1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0" name="Google Shape;400;p6"/>
                  <p:cNvSpPr/>
                  <p:nvPr/>
                </p:nvSpPr>
                <p:spPr>
                  <a:xfrm flipH="1">
                    <a:off x="3589" y="1162"/>
                    <a:ext cx="7" cy="14"/>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01" name="Google Shape;401;p6"/>
                  <p:cNvGrpSpPr/>
                  <p:nvPr/>
                </p:nvGrpSpPr>
                <p:grpSpPr>
                  <a:xfrm>
                    <a:off x="3592" y="1157"/>
                    <a:ext cx="19" cy="25"/>
                    <a:chOff x="3592" y="1157"/>
                    <a:chExt cx="19" cy="25"/>
                  </a:xfrm>
                </p:grpSpPr>
                <p:sp>
                  <p:nvSpPr>
                    <p:cNvPr id="402" name="Google Shape;402;p6"/>
                    <p:cNvSpPr/>
                    <p:nvPr/>
                  </p:nvSpPr>
                  <p:spPr>
                    <a:xfrm>
                      <a:off x="3592" y="1157"/>
                      <a:ext cx="13" cy="20"/>
                    </a:xfrm>
                    <a:custGeom>
                      <a:rect b="b" l="l" r="r" t="t"/>
                      <a:pathLst>
                        <a:path extrusionOk="0" h="20" w="13">
                          <a:moveTo>
                            <a:pt x="12" y="18"/>
                          </a:moveTo>
                          <a:lnTo>
                            <a:pt x="0" y="0"/>
                          </a:lnTo>
                          <a:lnTo>
                            <a:pt x="0" y="1"/>
                          </a:lnTo>
                          <a:lnTo>
                            <a:pt x="12" y="19"/>
                          </a:lnTo>
                          <a:lnTo>
                            <a:pt x="12" y="18"/>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3" name="Google Shape;403;p6"/>
                    <p:cNvSpPr/>
                    <p:nvPr/>
                  </p:nvSpPr>
                  <p:spPr>
                    <a:xfrm>
                      <a:off x="3592" y="1157"/>
                      <a:ext cx="16" cy="19"/>
                    </a:xfrm>
                    <a:custGeom>
                      <a:rect b="b" l="l" r="r" t="t"/>
                      <a:pathLst>
                        <a:path extrusionOk="0" h="19" w="16">
                          <a:moveTo>
                            <a:pt x="15" y="18"/>
                          </a:moveTo>
                          <a:lnTo>
                            <a:pt x="14" y="18"/>
                          </a:lnTo>
                          <a:lnTo>
                            <a:pt x="0" y="0"/>
                          </a:lnTo>
                          <a:lnTo>
                            <a:pt x="1" y="0"/>
                          </a:lnTo>
                          <a:lnTo>
                            <a:pt x="15" y="18"/>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4" name="Google Shape;404;p6"/>
                    <p:cNvSpPr/>
                    <p:nvPr/>
                  </p:nvSpPr>
                  <p:spPr>
                    <a:xfrm rot="10800000">
                      <a:off x="3607" y="1176"/>
                      <a:ext cx="4" cy="6"/>
                    </a:xfrm>
                    <a:prstGeom prst="rect">
                      <a:avLst/>
                    </a:prstGeom>
                    <a:solidFill>
                      <a:srgbClr val="7F5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05" name="Google Shape;405;p6"/>
                  <p:cNvSpPr/>
                  <p:nvPr/>
                </p:nvSpPr>
                <p:spPr>
                  <a:xfrm flipH="1">
                    <a:off x="3521" y="1182"/>
                    <a:ext cx="4"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6" name="Google Shape;406;p6"/>
                  <p:cNvSpPr/>
                  <p:nvPr/>
                </p:nvSpPr>
                <p:spPr>
                  <a:xfrm flipH="1">
                    <a:off x="3524" y="1177"/>
                    <a:ext cx="6"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7" name="Google Shape;407;p6"/>
                  <p:cNvSpPr/>
                  <p:nvPr/>
                </p:nvSpPr>
                <p:spPr>
                  <a:xfrm flipH="1">
                    <a:off x="3528" y="1171"/>
                    <a:ext cx="6"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8" name="Google Shape;408;p6"/>
                  <p:cNvSpPr/>
                  <p:nvPr/>
                </p:nvSpPr>
                <p:spPr>
                  <a:xfrm flipH="1">
                    <a:off x="3533" y="1167"/>
                    <a:ext cx="5" cy="1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9" name="Google Shape;409;p6"/>
                  <p:cNvSpPr/>
                  <p:nvPr/>
                </p:nvSpPr>
                <p:spPr>
                  <a:xfrm flipH="1">
                    <a:off x="3537" y="1162"/>
                    <a:ext cx="6" cy="14"/>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0" name="Google Shape;410;p6"/>
                  <p:cNvSpPr/>
                  <p:nvPr/>
                </p:nvSpPr>
                <p:spPr>
                  <a:xfrm>
                    <a:off x="3528" y="1157"/>
                    <a:ext cx="13" cy="20"/>
                  </a:xfrm>
                  <a:custGeom>
                    <a:rect b="b" l="l" r="r" t="t"/>
                    <a:pathLst>
                      <a:path extrusionOk="0" h="20" w="13">
                        <a:moveTo>
                          <a:pt x="0" y="18"/>
                        </a:moveTo>
                        <a:lnTo>
                          <a:pt x="12" y="0"/>
                        </a:lnTo>
                        <a:lnTo>
                          <a:pt x="12" y="1"/>
                        </a:lnTo>
                        <a:lnTo>
                          <a:pt x="0" y="19"/>
                        </a:lnTo>
                        <a:lnTo>
                          <a:pt x="0" y="18"/>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1" name="Google Shape;411;p6"/>
                  <p:cNvSpPr/>
                  <p:nvPr/>
                </p:nvSpPr>
                <p:spPr>
                  <a:xfrm>
                    <a:off x="3525" y="1157"/>
                    <a:ext cx="16" cy="19"/>
                  </a:xfrm>
                  <a:custGeom>
                    <a:rect b="b" l="l" r="r" t="t"/>
                    <a:pathLst>
                      <a:path extrusionOk="0" h="19" w="16">
                        <a:moveTo>
                          <a:pt x="0" y="18"/>
                        </a:moveTo>
                        <a:lnTo>
                          <a:pt x="1" y="18"/>
                        </a:lnTo>
                        <a:lnTo>
                          <a:pt x="15" y="0"/>
                        </a:lnTo>
                        <a:lnTo>
                          <a:pt x="14" y="0"/>
                        </a:lnTo>
                        <a:lnTo>
                          <a:pt x="0" y="18"/>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2" name="Google Shape;412;p6"/>
                  <p:cNvSpPr/>
                  <p:nvPr/>
                </p:nvSpPr>
                <p:spPr>
                  <a:xfrm rot="10800000">
                    <a:off x="3521" y="1176"/>
                    <a:ext cx="4" cy="6"/>
                  </a:xfrm>
                  <a:prstGeom prst="rect">
                    <a:avLst/>
                  </a:prstGeom>
                  <a:solidFill>
                    <a:srgbClr val="7F5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13" name="Google Shape;413;p6"/>
                <p:cNvGrpSpPr/>
                <p:nvPr/>
              </p:nvGrpSpPr>
              <p:grpSpPr>
                <a:xfrm>
                  <a:off x="3647" y="1157"/>
                  <a:ext cx="90" cy="45"/>
                  <a:chOff x="3647" y="1157"/>
                  <a:chExt cx="90" cy="45"/>
                </a:xfrm>
              </p:grpSpPr>
              <p:sp>
                <p:nvSpPr>
                  <p:cNvPr id="414" name="Google Shape;414;p6"/>
                  <p:cNvSpPr/>
                  <p:nvPr/>
                </p:nvSpPr>
                <p:spPr>
                  <a:xfrm flipH="1" rot="10800000">
                    <a:off x="3669" y="1176"/>
                    <a:ext cx="46" cy="4"/>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5" name="Google Shape;415;p6"/>
                  <p:cNvSpPr/>
                  <p:nvPr/>
                </p:nvSpPr>
                <p:spPr>
                  <a:xfrm flipH="1" rot="10800000">
                    <a:off x="3664" y="1182"/>
                    <a:ext cx="55" cy="3"/>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6" name="Google Shape;416;p6"/>
                  <p:cNvSpPr/>
                  <p:nvPr/>
                </p:nvSpPr>
                <p:spPr>
                  <a:xfrm flipH="1" rot="10800000">
                    <a:off x="3660" y="1188"/>
                    <a:ext cx="62" cy="4"/>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7" name="Google Shape;417;p6"/>
                  <p:cNvSpPr/>
                  <p:nvPr/>
                </p:nvSpPr>
                <p:spPr>
                  <a:xfrm flipH="1" rot="10800000">
                    <a:off x="3655" y="1195"/>
                    <a:ext cx="72" cy="1"/>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8" name="Google Shape;418;p6"/>
                  <p:cNvSpPr/>
                  <p:nvPr/>
                </p:nvSpPr>
                <p:spPr>
                  <a:xfrm flipH="1" rot="10800000">
                    <a:off x="3652" y="1199"/>
                    <a:ext cx="77" cy="3"/>
                  </a:xfrm>
                  <a:prstGeom prst="rect">
                    <a:avLst/>
                  </a:prstGeom>
                  <a:solidFill>
                    <a:srgbClr val="5F3F1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19" name="Google Shape;419;p6"/>
                  <p:cNvSpPr/>
                  <p:nvPr/>
                </p:nvSpPr>
                <p:spPr>
                  <a:xfrm>
                    <a:off x="3669" y="1174"/>
                    <a:ext cx="47" cy="3"/>
                  </a:xfrm>
                  <a:custGeom>
                    <a:rect b="b" l="l" r="r" t="t"/>
                    <a:pathLst>
                      <a:path extrusionOk="0" h="3" w="47">
                        <a:moveTo>
                          <a:pt x="0" y="0"/>
                        </a:moveTo>
                        <a:lnTo>
                          <a:pt x="3" y="2"/>
                        </a:lnTo>
                        <a:lnTo>
                          <a:pt x="43" y="2"/>
                        </a:lnTo>
                        <a:lnTo>
                          <a:pt x="46" y="0"/>
                        </a:lnTo>
                        <a:lnTo>
                          <a:pt x="0" y="0"/>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0" name="Google Shape;420;p6"/>
                  <p:cNvSpPr/>
                  <p:nvPr/>
                </p:nvSpPr>
                <p:spPr>
                  <a:xfrm>
                    <a:off x="3664" y="1179"/>
                    <a:ext cx="55" cy="4"/>
                  </a:xfrm>
                  <a:custGeom>
                    <a:rect b="b" l="l" r="r" t="t"/>
                    <a:pathLst>
                      <a:path extrusionOk="0" h="4" w="55">
                        <a:moveTo>
                          <a:pt x="3" y="3"/>
                        </a:moveTo>
                        <a:lnTo>
                          <a:pt x="52" y="3"/>
                        </a:lnTo>
                        <a:lnTo>
                          <a:pt x="54" y="0"/>
                        </a:lnTo>
                        <a:lnTo>
                          <a:pt x="0" y="0"/>
                        </a:lnTo>
                        <a:lnTo>
                          <a:pt x="3" y="3"/>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1" name="Google Shape;421;p6"/>
                  <p:cNvSpPr/>
                  <p:nvPr/>
                </p:nvSpPr>
                <p:spPr>
                  <a:xfrm>
                    <a:off x="3661" y="1185"/>
                    <a:ext cx="62" cy="5"/>
                  </a:xfrm>
                  <a:custGeom>
                    <a:rect b="b" l="l" r="r" t="t"/>
                    <a:pathLst>
                      <a:path extrusionOk="0" h="5" w="62">
                        <a:moveTo>
                          <a:pt x="3" y="4"/>
                        </a:moveTo>
                        <a:lnTo>
                          <a:pt x="58" y="4"/>
                        </a:lnTo>
                        <a:lnTo>
                          <a:pt x="61" y="0"/>
                        </a:lnTo>
                        <a:lnTo>
                          <a:pt x="0" y="0"/>
                        </a:lnTo>
                        <a:lnTo>
                          <a:pt x="3" y="4"/>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2" name="Google Shape;422;p6"/>
                  <p:cNvSpPr/>
                  <p:nvPr/>
                </p:nvSpPr>
                <p:spPr>
                  <a:xfrm>
                    <a:off x="3657" y="1190"/>
                    <a:ext cx="71" cy="5"/>
                  </a:xfrm>
                  <a:custGeom>
                    <a:rect b="b" l="l" r="r" t="t"/>
                    <a:pathLst>
                      <a:path extrusionOk="0" h="5" w="71">
                        <a:moveTo>
                          <a:pt x="3" y="4"/>
                        </a:moveTo>
                        <a:lnTo>
                          <a:pt x="0" y="0"/>
                        </a:lnTo>
                        <a:lnTo>
                          <a:pt x="70" y="0"/>
                        </a:lnTo>
                        <a:lnTo>
                          <a:pt x="66" y="4"/>
                        </a:lnTo>
                        <a:lnTo>
                          <a:pt x="3" y="4"/>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3" name="Google Shape;423;p6"/>
                  <p:cNvSpPr/>
                  <p:nvPr/>
                </p:nvSpPr>
                <p:spPr>
                  <a:xfrm>
                    <a:off x="3652" y="1196"/>
                    <a:ext cx="78" cy="6"/>
                  </a:xfrm>
                  <a:custGeom>
                    <a:rect b="b" l="l" r="r" t="t"/>
                    <a:pathLst>
                      <a:path extrusionOk="0" h="6" w="78">
                        <a:moveTo>
                          <a:pt x="3" y="5"/>
                        </a:moveTo>
                        <a:lnTo>
                          <a:pt x="0" y="0"/>
                        </a:lnTo>
                        <a:lnTo>
                          <a:pt x="77" y="0"/>
                        </a:lnTo>
                        <a:lnTo>
                          <a:pt x="74" y="5"/>
                        </a:lnTo>
                        <a:lnTo>
                          <a:pt x="3" y="5"/>
                        </a:lnTo>
                      </a:path>
                    </a:pathLst>
                  </a:custGeom>
                  <a:solidFill>
                    <a:srgbClr val="9F7F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4" name="Google Shape;424;p6"/>
                  <p:cNvSpPr/>
                  <p:nvPr/>
                </p:nvSpPr>
                <p:spPr>
                  <a:xfrm flipH="1">
                    <a:off x="3731" y="1182"/>
                    <a:ext cx="6"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5" name="Google Shape;425;p6"/>
                  <p:cNvSpPr/>
                  <p:nvPr/>
                </p:nvSpPr>
                <p:spPr>
                  <a:xfrm flipH="1">
                    <a:off x="3727" y="1176"/>
                    <a:ext cx="5"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6" name="Google Shape;426;p6"/>
                  <p:cNvSpPr/>
                  <p:nvPr/>
                </p:nvSpPr>
                <p:spPr>
                  <a:xfrm flipH="1">
                    <a:off x="3722" y="1171"/>
                    <a:ext cx="7"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7" name="Google Shape;427;p6"/>
                  <p:cNvSpPr/>
                  <p:nvPr/>
                </p:nvSpPr>
                <p:spPr>
                  <a:xfrm flipH="1">
                    <a:off x="3719" y="1167"/>
                    <a:ext cx="5" cy="1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28" name="Google Shape;428;p6"/>
                  <p:cNvSpPr/>
                  <p:nvPr/>
                </p:nvSpPr>
                <p:spPr>
                  <a:xfrm flipH="1">
                    <a:off x="3715" y="1162"/>
                    <a:ext cx="7" cy="14"/>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29" name="Google Shape;429;p6"/>
                  <p:cNvGrpSpPr/>
                  <p:nvPr/>
                </p:nvGrpSpPr>
                <p:grpSpPr>
                  <a:xfrm>
                    <a:off x="3718" y="1157"/>
                    <a:ext cx="19" cy="25"/>
                    <a:chOff x="3718" y="1157"/>
                    <a:chExt cx="19" cy="25"/>
                  </a:xfrm>
                </p:grpSpPr>
                <p:sp>
                  <p:nvSpPr>
                    <p:cNvPr id="430" name="Google Shape;430;p6"/>
                    <p:cNvSpPr/>
                    <p:nvPr/>
                  </p:nvSpPr>
                  <p:spPr>
                    <a:xfrm>
                      <a:off x="3718" y="1157"/>
                      <a:ext cx="12" cy="20"/>
                    </a:xfrm>
                    <a:custGeom>
                      <a:rect b="b" l="l" r="r" t="t"/>
                      <a:pathLst>
                        <a:path extrusionOk="0" h="20" w="12">
                          <a:moveTo>
                            <a:pt x="11" y="18"/>
                          </a:moveTo>
                          <a:lnTo>
                            <a:pt x="0" y="0"/>
                          </a:lnTo>
                          <a:lnTo>
                            <a:pt x="0" y="1"/>
                          </a:lnTo>
                          <a:lnTo>
                            <a:pt x="11" y="19"/>
                          </a:lnTo>
                          <a:lnTo>
                            <a:pt x="11" y="18"/>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1" name="Google Shape;431;p6"/>
                    <p:cNvSpPr/>
                    <p:nvPr/>
                  </p:nvSpPr>
                  <p:spPr>
                    <a:xfrm>
                      <a:off x="3718" y="1157"/>
                      <a:ext cx="14" cy="19"/>
                    </a:xfrm>
                    <a:custGeom>
                      <a:rect b="b" l="l" r="r" t="t"/>
                      <a:pathLst>
                        <a:path extrusionOk="0" h="19" w="14">
                          <a:moveTo>
                            <a:pt x="13" y="18"/>
                          </a:moveTo>
                          <a:lnTo>
                            <a:pt x="12" y="18"/>
                          </a:lnTo>
                          <a:lnTo>
                            <a:pt x="0" y="0"/>
                          </a:lnTo>
                          <a:lnTo>
                            <a:pt x="1" y="0"/>
                          </a:lnTo>
                          <a:lnTo>
                            <a:pt x="13" y="18"/>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2" name="Google Shape;432;p6"/>
                    <p:cNvSpPr/>
                    <p:nvPr/>
                  </p:nvSpPr>
                  <p:spPr>
                    <a:xfrm rot="10800000">
                      <a:off x="3731" y="1176"/>
                      <a:ext cx="6" cy="6"/>
                    </a:xfrm>
                    <a:prstGeom prst="rect">
                      <a:avLst/>
                    </a:prstGeom>
                    <a:solidFill>
                      <a:srgbClr val="7F5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33" name="Google Shape;433;p6"/>
                  <p:cNvSpPr/>
                  <p:nvPr/>
                </p:nvSpPr>
                <p:spPr>
                  <a:xfrm flipH="1">
                    <a:off x="3647" y="1182"/>
                    <a:ext cx="4"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4" name="Google Shape;434;p6"/>
                  <p:cNvSpPr/>
                  <p:nvPr/>
                </p:nvSpPr>
                <p:spPr>
                  <a:xfrm flipH="1">
                    <a:off x="3650" y="1177"/>
                    <a:ext cx="5" cy="18"/>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5" name="Google Shape;435;p6"/>
                  <p:cNvSpPr/>
                  <p:nvPr/>
                </p:nvSpPr>
                <p:spPr>
                  <a:xfrm flipH="1">
                    <a:off x="3654" y="1171"/>
                    <a:ext cx="6" cy="17"/>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6" name="Google Shape;436;p6"/>
                  <p:cNvSpPr/>
                  <p:nvPr/>
                </p:nvSpPr>
                <p:spPr>
                  <a:xfrm flipH="1">
                    <a:off x="3658" y="1167"/>
                    <a:ext cx="6" cy="15"/>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7" name="Google Shape;437;p6"/>
                  <p:cNvSpPr/>
                  <p:nvPr/>
                </p:nvSpPr>
                <p:spPr>
                  <a:xfrm flipH="1">
                    <a:off x="3663" y="1162"/>
                    <a:ext cx="6" cy="14"/>
                  </a:xfrm>
                  <a:prstGeom prst="rect">
                    <a:avLst/>
                  </a:prstGeom>
                  <a:solidFill>
                    <a:srgbClr val="BF7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8" name="Google Shape;438;p6"/>
                  <p:cNvSpPr/>
                  <p:nvPr/>
                </p:nvSpPr>
                <p:spPr>
                  <a:xfrm>
                    <a:off x="3654" y="1157"/>
                    <a:ext cx="13" cy="20"/>
                  </a:xfrm>
                  <a:custGeom>
                    <a:rect b="b" l="l" r="r" t="t"/>
                    <a:pathLst>
                      <a:path extrusionOk="0" h="20" w="13">
                        <a:moveTo>
                          <a:pt x="0" y="18"/>
                        </a:moveTo>
                        <a:lnTo>
                          <a:pt x="12" y="0"/>
                        </a:lnTo>
                        <a:lnTo>
                          <a:pt x="12" y="1"/>
                        </a:lnTo>
                        <a:lnTo>
                          <a:pt x="0" y="19"/>
                        </a:lnTo>
                        <a:lnTo>
                          <a:pt x="0" y="18"/>
                        </a:lnTo>
                      </a:path>
                    </a:pathLst>
                  </a:custGeom>
                  <a:solidFill>
                    <a:srgbClr val="3F1F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39" name="Google Shape;439;p6"/>
                  <p:cNvSpPr/>
                  <p:nvPr/>
                </p:nvSpPr>
                <p:spPr>
                  <a:xfrm>
                    <a:off x="3651" y="1157"/>
                    <a:ext cx="16" cy="19"/>
                  </a:xfrm>
                  <a:custGeom>
                    <a:rect b="b" l="l" r="r" t="t"/>
                    <a:pathLst>
                      <a:path extrusionOk="0" h="19" w="16">
                        <a:moveTo>
                          <a:pt x="0" y="18"/>
                        </a:moveTo>
                        <a:lnTo>
                          <a:pt x="1" y="18"/>
                        </a:lnTo>
                        <a:lnTo>
                          <a:pt x="15" y="0"/>
                        </a:lnTo>
                        <a:lnTo>
                          <a:pt x="14" y="0"/>
                        </a:lnTo>
                        <a:lnTo>
                          <a:pt x="0" y="18"/>
                        </a:lnTo>
                      </a:path>
                    </a:pathLst>
                  </a:custGeom>
                  <a:solidFill>
                    <a:srgbClr val="5F3F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0" name="Google Shape;440;p6"/>
                  <p:cNvSpPr/>
                  <p:nvPr/>
                </p:nvSpPr>
                <p:spPr>
                  <a:xfrm rot="10800000">
                    <a:off x="3647" y="1176"/>
                    <a:ext cx="4" cy="6"/>
                  </a:xfrm>
                  <a:prstGeom prst="rect">
                    <a:avLst/>
                  </a:prstGeom>
                  <a:solidFill>
                    <a:srgbClr val="7F5F3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grpSp>
      <p:grpSp>
        <p:nvGrpSpPr>
          <p:cNvPr id="441" name="Google Shape;441;p6"/>
          <p:cNvGrpSpPr/>
          <p:nvPr/>
        </p:nvGrpSpPr>
        <p:grpSpPr>
          <a:xfrm>
            <a:off x="6511925" y="1735137"/>
            <a:ext cx="1004887" cy="796925"/>
            <a:chOff x="3967" y="1417"/>
            <a:chExt cx="633" cy="502"/>
          </a:xfrm>
        </p:grpSpPr>
        <p:grpSp>
          <p:nvGrpSpPr>
            <p:cNvPr id="442" name="Google Shape;442;p6"/>
            <p:cNvGrpSpPr/>
            <p:nvPr/>
          </p:nvGrpSpPr>
          <p:grpSpPr>
            <a:xfrm>
              <a:off x="3967" y="1417"/>
              <a:ext cx="320" cy="502"/>
              <a:chOff x="3967" y="1417"/>
              <a:chExt cx="320" cy="502"/>
            </a:xfrm>
          </p:grpSpPr>
          <p:sp>
            <p:nvSpPr>
              <p:cNvPr id="443" name="Google Shape;443;p6"/>
              <p:cNvSpPr/>
              <p:nvPr/>
            </p:nvSpPr>
            <p:spPr>
              <a:xfrm>
                <a:off x="4147" y="1570"/>
                <a:ext cx="140" cy="190"/>
              </a:xfrm>
              <a:custGeom>
                <a:rect b="b" l="l" r="r" t="t"/>
                <a:pathLst>
                  <a:path extrusionOk="0" h="190" w="140">
                    <a:moveTo>
                      <a:pt x="0" y="10"/>
                    </a:moveTo>
                    <a:lnTo>
                      <a:pt x="10" y="10"/>
                    </a:lnTo>
                    <a:lnTo>
                      <a:pt x="10" y="0"/>
                    </a:lnTo>
                    <a:lnTo>
                      <a:pt x="20" y="0"/>
                    </a:lnTo>
                    <a:lnTo>
                      <a:pt x="20" y="10"/>
                    </a:lnTo>
                    <a:lnTo>
                      <a:pt x="30" y="10"/>
                    </a:lnTo>
                    <a:lnTo>
                      <a:pt x="30" y="0"/>
                    </a:lnTo>
                    <a:lnTo>
                      <a:pt x="40" y="0"/>
                    </a:lnTo>
                    <a:lnTo>
                      <a:pt x="40" y="10"/>
                    </a:lnTo>
                    <a:lnTo>
                      <a:pt x="50" y="10"/>
                    </a:lnTo>
                    <a:lnTo>
                      <a:pt x="50" y="0"/>
                    </a:lnTo>
                    <a:lnTo>
                      <a:pt x="60" y="0"/>
                    </a:lnTo>
                    <a:lnTo>
                      <a:pt x="60" y="10"/>
                    </a:lnTo>
                    <a:lnTo>
                      <a:pt x="70" y="10"/>
                    </a:lnTo>
                    <a:lnTo>
                      <a:pt x="70" y="0"/>
                    </a:lnTo>
                    <a:lnTo>
                      <a:pt x="79" y="0"/>
                    </a:lnTo>
                    <a:lnTo>
                      <a:pt x="79" y="10"/>
                    </a:lnTo>
                    <a:lnTo>
                      <a:pt x="90" y="10"/>
                    </a:lnTo>
                    <a:lnTo>
                      <a:pt x="90" y="0"/>
                    </a:lnTo>
                    <a:lnTo>
                      <a:pt x="99" y="0"/>
                    </a:lnTo>
                    <a:lnTo>
                      <a:pt x="99" y="10"/>
                    </a:lnTo>
                    <a:lnTo>
                      <a:pt x="109" y="10"/>
                    </a:lnTo>
                    <a:lnTo>
                      <a:pt x="109" y="0"/>
                    </a:lnTo>
                    <a:lnTo>
                      <a:pt x="119" y="0"/>
                    </a:lnTo>
                    <a:lnTo>
                      <a:pt x="119" y="10"/>
                    </a:lnTo>
                    <a:lnTo>
                      <a:pt x="129" y="10"/>
                    </a:lnTo>
                    <a:lnTo>
                      <a:pt x="129" y="0"/>
                    </a:lnTo>
                    <a:lnTo>
                      <a:pt x="139" y="0"/>
                    </a:lnTo>
                    <a:lnTo>
                      <a:pt x="139" y="189"/>
                    </a:lnTo>
                    <a:lnTo>
                      <a:pt x="0" y="189"/>
                    </a:lnTo>
                    <a:lnTo>
                      <a:pt x="0" y="10"/>
                    </a:lnTo>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4" name="Google Shape;444;p6"/>
              <p:cNvSpPr/>
              <p:nvPr/>
            </p:nvSpPr>
            <p:spPr>
              <a:xfrm>
                <a:off x="4167" y="1582"/>
                <a:ext cx="28" cy="162"/>
              </a:xfrm>
              <a:prstGeom prst="rect">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45" name="Google Shape;445;p6"/>
              <p:cNvGrpSpPr/>
              <p:nvPr/>
            </p:nvGrpSpPr>
            <p:grpSpPr>
              <a:xfrm>
                <a:off x="4105" y="1504"/>
                <a:ext cx="93" cy="277"/>
                <a:chOff x="4105" y="1504"/>
                <a:chExt cx="93" cy="277"/>
              </a:xfrm>
            </p:grpSpPr>
            <p:sp>
              <p:nvSpPr>
                <p:cNvPr id="446" name="Google Shape;446;p6"/>
                <p:cNvSpPr/>
                <p:nvPr/>
              </p:nvSpPr>
              <p:spPr>
                <a:xfrm>
                  <a:off x="4105" y="1504"/>
                  <a:ext cx="93" cy="63"/>
                </a:xfrm>
                <a:custGeom>
                  <a:rect b="b" l="l" r="r" t="t"/>
                  <a:pathLst>
                    <a:path extrusionOk="0" h="63" w="93">
                      <a:moveTo>
                        <a:pt x="48" y="0"/>
                      </a:moveTo>
                      <a:lnTo>
                        <a:pt x="23" y="43"/>
                      </a:lnTo>
                      <a:lnTo>
                        <a:pt x="0" y="62"/>
                      </a:lnTo>
                      <a:lnTo>
                        <a:pt x="92" y="62"/>
                      </a:lnTo>
                      <a:lnTo>
                        <a:pt x="71" y="43"/>
                      </a:lnTo>
                      <a:lnTo>
                        <a:pt x="48"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7" name="Google Shape;447;p6"/>
                <p:cNvSpPr/>
                <p:nvPr/>
              </p:nvSpPr>
              <p:spPr>
                <a:xfrm>
                  <a:off x="4157" y="1504"/>
                  <a:ext cx="41" cy="63"/>
                </a:xfrm>
                <a:custGeom>
                  <a:rect b="b" l="l" r="r" t="t"/>
                  <a:pathLst>
                    <a:path extrusionOk="0" h="63" w="41">
                      <a:moveTo>
                        <a:pt x="0" y="0"/>
                      </a:moveTo>
                      <a:lnTo>
                        <a:pt x="21" y="43"/>
                      </a:lnTo>
                      <a:lnTo>
                        <a:pt x="40" y="62"/>
                      </a:lnTo>
                      <a:lnTo>
                        <a:pt x="28" y="61"/>
                      </a:lnTo>
                      <a:lnTo>
                        <a:pt x="15" y="44"/>
                      </a:lnTo>
                      <a:lnTo>
                        <a:pt x="0"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8" name="Google Shape;448;p6"/>
                <p:cNvSpPr/>
                <p:nvPr/>
              </p:nvSpPr>
              <p:spPr>
                <a:xfrm>
                  <a:off x="4105" y="1566"/>
                  <a:ext cx="93" cy="11"/>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49" name="Google Shape;449;p6"/>
                <p:cNvGrpSpPr/>
                <p:nvPr/>
              </p:nvGrpSpPr>
              <p:grpSpPr>
                <a:xfrm>
                  <a:off x="4116" y="1568"/>
                  <a:ext cx="70" cy="213"/>
                  <a:chOff x="4116" y="1568"/>
                  <a:chExt cx="70" cy="213"/>
                </a:xfrm>
              </p:grpSpPr>
              <p:grpSp>
                <p:nvGrpSpPr>
                  <p:cNvPr id="450" name="Google Shape;450;p6"/>
                  <p:cNvGrpSpPr/>
                  <p:nvPr/>
                </p:nvGrpSpPr>
                <p:grpSpPr>
                  <a:xfrm>
                    <a:off x="4116" y="1568"/>
                    <a:ext cx="70" cy="213"/>
                    <a:chOff x="4116" y="1568"/>
                    <a:chExt cx="70" cy="213"/>
                  </a:xfrm>
                </p:grpSpPr>
                <p:grpSp>
                  <p:nvGrpSpPr>
                    <p:cNvPr id="451" name="Google Shape;451;p6"/>
                    <p:cNvGrpSpPr/>
                    <p:nvPr/>
                  </p:nvGrpSpPr>
                  <p:grpSpPr>
                    <a:xfrm>
                      <a:off x="4116" y="1568"/>
                      <a:ext cx="70" cy="211"/>
                      <a:chOff x="4116" y="1568"/>
                      <a:chExt cx="70" cy="211"/>
                    </a:xfrm>
                  </p:grpSpPr>
                  <p:sp>
                    <p:nvSpPr>
                      <p:cNvPr id="452" name="Google Shape;452;p6"/>
                      <p:cNvSpPr/>
                      <p:nvPr/>
                    </p:nvSpPr>
                    <p:spPr>
                      <a:xfrm>
                        <a:off x="4117" y="1568"/>
                        <a:ext cx="69" cy="18"/>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3" name="Google Shape;453;p6"/>
                      <p:cNvSpPr/>
                      <p:nvPr/>
                    </p:nvSpPr>
                    <p:spPr>
                      <a:xfrm>
                        <a:off x="4116" y="1580"/>
                        <a:ext cx="70" cy="199"/>
                      </a:xfrm>
                      <a:prstGeom prst="rect">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54" name="Google Shape;454;p6"/>
                    <p:cNvSpPr/>
                    <p:nvPr/>
                  </p:nvSpPr>
                  <p:spPr>
                    <a:xfrm>
                      <a:off x="4162" y="1568"/>
                      <a:ext cx="4" cy="213"/>
                    </a:xfrm>
                    <a:custGeom>
                      <a:rect b="b" l="l" r="r" t="t"/>
                      <a:pathLst>
                        <a:path extrusionOk="0" h="213" w="4">
                          <a:moveTo>
                            <a:pt x="3" y="0"/>
                          </a:moveTo>
                          <a:lnTo>
                            <a:pt x="0" y="1"/>
                          </a:lnTo>
                          <a:lnTo>
                            <a:pt x="0" y="212"/>
                          </a:lnTo>
                          <a:lnTo>
                            <a:pt x="3" y="212"/>
                          </a:lnTo>
                          <a:lnTo>
                            <a:pt x="3" y="0"/>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55" name="Google Shape;455;p6"/>
                    <p:cNvSpPr/>
                    <p:nvPr/>
                  </p:nvSpPr>
                  <p:spPr>
                    <a:xfrm>
                      <a:off x="4177" y="1572"/>
                      <a:ext cx="7" cy="209"/>
                    </a:xfrm>
                    <a:custGeom>
                      <a:rect b="b" l="l" r="r" t="t"/>
                      <a:pathLst>
                        <a:path extrusionOk="0" h="209" w="7">
                          <a:moveTo>
                            <a:pt x="6" y="0"/>
                          </a:moveTo>
                          <a:lnTo>
                            <a:pt x="0" y="1"/>
                          </a:lnTo>
                          <a:lnTo>
                            <a:pt x="0" y="207"/>
                          </a:lnTo>
                          <a:lnTo>
                            <a:pt x="6" y="208"/>
                          </a:lnTo>
                          <a:lnTo>
                            <a:pt x="6" y="0"/>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56" name="Google Shape;456;p6"/>
                  <p:cNvSpPr/>
                  <p:nvPr/>
                </p:nvSpPr>
                <p:spPr>
                  <a:xfrm>
                    <a:off x="4137" y="1609"/>
                    <a:ext cx="15" cy="27"/>
                  </a:xfrm>
                  <a:custGeom>
                    <a:rect b="b" l="l" r="r" t="t"/>
                    <a:pathLst>
                      <a:path extrusionOk="0" h="27" w="15">
                        <a:moveTo>
                          <a:pt x="0" y="0"/>
                        </a:moveTo>
                        <a:lnTo>
                          <a:pt x="0" y="26"/>
                        </a:lnTo>
                        <a:lnTo>
                          <a:pt x="12" y="26"/>
                        </a:lnTo>
                        <a:lnTo>
                          <a:pt x="14" y="26"/>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457" name="Google Shape;457;p6"/>
              <p:cNvSpPr/>
              <p:nvPr/>
            </p:nvSpPr>
            <p:spPr>
              <a:xfrm>
                <a:off x="4015" y="1727"/>
                <a:ext cx="272" cy="190"/>
              </a:xfrm>
              <a:custGeom>
                <a:rect b="b" l="l" r="r" t="t"/>
                <a:pathLst>
                  <a:path extrusionOk="0" h="190" w="272">
                    <a:moveTo>
                      <a:pt x="0" y="11"/>
                    </a:moveTo>
                    <a:lnTo>
                      <a:pt x="139" y="10"/>
                    </a:lnTo>
                    <a:lnTo>
                      <a:pt x="139" y="0"/>
                    </a:lnTo>
                    <a:lnTo>
                      <a:pt x="149" y="0"/>
                    </a:lnTo>
                    <a:lnTo>
                      <a:pt x="149" y="10"/>
                    </a:lnTo>
                    <a:lnTo>
                      <a:pt x="159" y="10"/>
                    </a:lnTo>
                    <a:lnTo>
                      <a:pt x="159" y="0"/>
                    </a:lnTo>
                    <a:lnTo>
                      <a:pt x="169" y="0"/>
                    </a:lnTo>
                    <a:lnTo>
                      <a:pt x="169" y="10"/>
                    </a:lnTo>
                    <a:lnTo>
                      <a:pt x="180" y="10"/>
                    </a:lnTo>
                    <a:lnTo>
                      <a:pt x="180" y="0"/>
                    </a:lnTo>
                    <a:lnTo>
                      <a:pt x="189" y="0"/>
                    </a:lnTo>
                    <a:lnTo>
                      <a:pt x="189" y="10"/>
                    </a:lnTo>
                    <a:lnTo>
                      <a:pt x="200" y="10"/>
                    </a:lnTo>
                    <a:lnTo>
                      <a:pt x="200" y="0"/>
                    </a:lnTo>
                    <a:lnTo>
                      <a:pt x="210" y="0"/>
                    </a:lnTo>
                    <a:lnTo>
                      <a:pt x="210" y="10"/>
                    </a:lnTo>
                    <a:lnTo>
                      <a:pt x="220" y="10"/>
                    </a:lnTo>
                    <a:lnTo>
                      <a:pt x="220" y="0"/>
                    </a:lnTo>
                    <a:lnTo>
                      <a:pt x="230" y="0"/>
                    </a:lnTo>
                    <a:lnTo>
                      <a:pt x="230" y="10"/>
                    </a:lnTo>
                    <a:lnTo>
                      <a:pt x="240" y="10"/>
                    </a:lnTo>
                    <a:lnTo>
                      <a:pt x="240" y="0"/>
                    </a:lnTo>
                    <a:lnTo>
                      <a:pt x="251" y="0"/>
                    </a:lnTo>
                    <a:lnTo>
                      <a:pt x="251" y="10"/>
                    </a:lnTo>
                    <a:lnTo>
                      <a:pt x="260" y="10"/>
                    </a:lnTo>
                    <a:lnTo>
                      <a:pt x="260" y="0"/>
                    </a:lnTo>
                    <a:lnTo>
                      <a:pt x="271" y="0"/>
                    </a:lnTo>
                    <a:lnTo>
                      <a:pt x="271" y="189"/>
                    </a:lnTo>
                    <a:lnTo>
                      <a:pt x="0" y="189"/>
                    </a:lnTo>
                    <a:lnTo>
                      <a:pt x="0" y="11"/>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58" name="Google Shape;458;p6"/>
              <p:cNvGrpSpPr/>
              <p:nvPr/>
            </p:nvGrpSpPr>
            <p:grpSpPr>
              <a:xfrm>
                <a:off x="3967" y="1417"/>
                <a:ext cx="112" cy="356"/>
                <a:chOff x="3967" y="1417"/>
                <a:chExt cx="112" cy="356"/>
              </a:xfrm>
            </p:grpSpPr>
            <p:grpSp>
              <p:nvGrpSpPr>
                <p:cNvPr id="459" name="Google Shape;459;p6"/>
                <p:cNvGrpSpPr/>
                <p:nvPr/>
              </p:nvGrpSpPr>
              <p:grpSpPr>
                <a:xfrm>
                  <a:off x="3967" y="1417"/>
                  <a:ext cx="112" cy="97"/>
                  <a:chOff x="3967" y="1417"/>
                  <a:chExt cx="112" cy="97"/>
                </a:xfrm>
              </p:grpSpPr>
              <p:sp>
                <p:nvSpPr>
                  <p:cNvPr id="460" name="Google Shape;460;p6"/>
                  <p:cNvSpPr/>
                  <p:nvPr/>
                </p:nvSpPr>
                <p:spPr>
                  <a:xfrm>
                    <a:off x="3968" y="1417"/>
                    <a:ext cx="111" cy="83"/>
                  </a:xfrm>
                  <a:custGeom>
                    <a:rect b="b" l="l" r="r" t="t"/>
                    <a:pathLst>
                      <a:path extrusionOk="0" h="83" w="111">
                        <a:moveTo>
                          <a:pt x="56" y="0"/>
                        </a:moveTo>
                        <a:lnTo>
                          <a:pt x="27" y="57"/>
                        </a:lnTo>
                        <a:lnTo>
                          <a:pt x="0" y="82"/>
                        </a:lnTo>
                        <a:lnTo>
                          <a:pt x="110" y="82"/>
                        </a:lnTo>
                        <a:lnTo>
                          <a:pt x="84" y="56"/>
                        </a:lnTo>
                        <a:lnTo>
                          <a:pt x="56"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1" name="Google Shape;461;p6"/>
                  <p:cNvSpPr/>
                  <p:nvPr/>
                </p:nvSpPr>
                <p:spPr>
                  <a:xfrm>
                    <a:off x="4029" y="1417"/>
                    <a:ext cx="50" cy="83"/>
                  </a:xfrm>
                  <a:custGeom>
                    <a:rect b="b" l="l" r="r" t="t"/>
                    <a:pathLst>
                      <a:path extrusionOk="0" h="83" w="50">
                        <a:moveTo>
                          <a:pt x="0" y="0"/>
                        </a:moveTo>
                        <a:lnTo>
                          <a:pt x="25" y="56"/>
                        </a:lnTo>
                        <a:lnTo>
                          <a:pt x="49" y="82"/>
                        </a:lnTo>
                        <a:lnTo>
                          <a:pt x="34" y="81"/>
                        </a:lnTo>
                        <a:lnTo>
                          <a:pt x="18" y="59"/>
                        </a:lnTo>
                        <a:lnTo>
                          <a:pt x="0"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2" name="Google Shape;462;p6"/>
                  <p:cNvSpPr/>
                  <p:nvPr/>
                </p:nvSpPr>
                <p:spPr>
                  <a:xfrm>
                    <a:off x="3967" y="1497"/>
                    <a:ext cx="112" cy="17"/>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63" name="Google Shape;463;p6"/>
                <p:cNvGrpSpPr/>
                <p:nvPr/>
              </p:nvGrpSpPr>
              <p:grpSpPr>
                <a:xfrm>
                  <a:off x="3981" y="1500"/>
                  <a:ext cx="94" cy="273"/>
                  <a:chOff x="3981" y="1500"/>
                  <a:chExt cx="94" cy="273"/>
                </a:xfrm>
              </p:grpSpPr>
              <p:sp>
                <p:nvSpPr>
                  <p:cNvPr id="464" name="Google Shape;464;p6"/>
                  <p:cNvSpPr/>
                  <p:nvPr/>
                </p:nvSpPr>
                <p:spPr>
                  <a:xfrm>
                    <a:off x="3981" y="1681"/>
                    <a:ext cx="94" cy="92"/>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65" name="Google Shape;465;p6"/>
                  <p:cNvGrpSpPr/>
                  <p:nvPr/>
                </p:nvGrpSpPr>
                <p:grpSpPr>
                  <a:xfrm>
                    <a:off x="3981" y="1500"/>
                    <a:ext cx="84" cy="229"/>
                    <a:chOff x="3981" y="1500"/>
                    <a:chExt cx="84" cy="229"/>
                  </a:xfrm>
                </p:grpSpPr>
                <p:sp>
                  <p:nvSpPr>
                    <p:cNvPr id="466" name="Google Shape;466;p6"/>
                    <p:cNvSpPr/>
                    <p:nvPr/>
                  </p:nvSpPr>
                  <p:spPr>
                    <a:xfrm>
                      <a:off x="3982" y="1500"/>
                      <a:ext cx="83" cy="20"/>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7" name="Google Shape;467;p6"/>
                    <p:cNvSpPr/>
                    <p:nvPr/>
                  </p:nvSpPr>
                  <p:spPr>
                    <a:xfrm>
                      <a:off x="3981" y="1513"/>
                      <a:ext cx="83" cy="216"/>
                    </a:xfrm>
                    <a:prstGeom prst="rect">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68" name="Google Shape;468;p6"/>
                  <p:cNvSpPr/>
                  <p:nvPr/>
                </p:nvSpPr>
                <p:spPr>
                  <a:xfrm>
                    <a:off x="4036" y="1500"/>
                    <a:ext cx="4" cy="231"/>
                  </a:xfrm>
                  <a:custGeom>
                    <a:rect b="b" l="l" r="r" t="t"/>
                    <a:pathLst>
                      <a:path extrusionOk="0" h="231" w="4">
                        <a:moveTo>
                          <a:pt x="3" y="0"/>
                        </a:moveTo>
                        <a:lnTo>
                          <a:pt x="0" y="1"/>
                        </a:lnTo>
                        <a:lnTo>
                          <a:pt x="0" y="230"/>
                        </a:lnTo>
                        <a:lnTo>
                          <a:pt x="3" y="230"/>
                        </a:lnTo>
                        <a:lnTo>
                          <a:pt x="3"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69" name="Google Shape;469;p6"/>
                  <p:cNvSpPr/>
                  <p:nvPr/>
                </p:nvSpPr>
                <p:spPr>
                  <a:xfrm>
                    <a:off x="4054" y="1504"/>
                    <a:ext cx="6" cy="227"/>
                  </a:xfrm>
                  <a:custGeom>
                    <a:rect b="b" l="l" r="r" t="t"/>
                    <a:pathLst>
                      <a:path extrusionOk="0" h="227" w="6">
                        <a:moveTo>
                          <a:pt x="5" y="0"/>
                        </a:moveTo>
                        <a:lnTo>
                          <a:pt x="0" y="1"/>
                        </a:lnTo>
                        <a:lnTo>
                          <a:pt x="0" y="225"/>
                        </a:lnTo>
                        <a:lnTo>
                          <a:pt x="5" y="226"/>
                        </a:lnTo>
                        <a:lnTo>
                          <a:pt x="5"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0" name="Google Shape;470;p6"/>
                  <p:cNvSpPr/>
                  <p:nvPr/>
                </p:nvSpPr>
                <p:spPr>
                  <a:xfrm>
                    <a:off x="4005" y="1553"/>
                    <a:ext cx="18" cy="34"/>
                  </a:xfrm>
                  <a:custGeom>
                    <a:rect b="b" l="l" r="r" t="t"/>
                    <a:pathLst>
                      <a:path extrusionOk="0" h="34" w="18">
                        <a:moveTo>
                          <a:pt x="0" y="0"/>
                        </a:moveTo>
                        <a:lnTo>
                          <a:pt x="0" y="33"/>
                        </a:lnTo>
                        <a:lnTo>
                          <a:pt x="14" y="33"/>
                        </a:lnTo>
                        <a:lnTo>
                          <a:pt x="16" y="33"/>
                        </a:lnTo>
                        <a:lnTo>
                          <a:pt x="17" y="33"/>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471" name="Google Shape;471;p6"/>
              <p:cNvSpPr/>
              <p:nvPr/>
            </p:nvSpPr>
            <p:spPr>
              <a:xfrm>
                <a:off x="4032" y="1639"/>
                <a:ext cx="3" cy="279"/>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2" name="Google Shape;472;p6"/>
              <p:cNvSpPr/>
              <p:nvPr/>
            </p:nvSpPr>
            <p:spPr>
              <a:xfrm>
                <a:off x="4125" y="1738"/>
                <a:ext cx="19" cy="180"/>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73" name="Google Shape;473;p6"/>
              <p:cNvGrpSpPr/>
              <p:nvPr/>
            </p:nvGrpSpPr>
            <p:grpSpPr>
              <a:xfrm>
                <a:off x="4022" y="1535"/>
                <a:ext cx="132" cy="104"/>
                <a:chOff x="4022" y="1535"/>
                <a:chExt cx="132" cy="104"/>
              </a:xfrm>
            </p:grpSpPr>
            <p:sp>
              <p:nvSpPr>
                <p:cNvPr id="474" name="Google Shape;474;p6"/>
                <p:cNvSpPr/>
                <p:nvPr/>
              </p:nvSpPr>
              <p:spPr>
                <a:xfrm>
                  <a:off x="4023" y="1535"/>
                  <a:ext cx="131" cy="89"/>
                </a:xfrm>
                <a:custGeom>
                  <a:rect b="b" l="l" r="r" t="t"/>
                  <a:pathLst>
                    <a:path extrusionOk="0" h="89" w="131">
                      <a:moveTo>
                        <a:pt x="66" y="0"/>
                      </a:moveTo>
                      <a:lnTo>
                        <a:pt x="33" y="61"/>
                      </a:lnTo>
                      <a:lnTo>
                        <a:pt x="0" y="88"/>
                      </a:lnTo>
                      <a:lnTo>
                        <a:pt x="130" y="88"/>
                      </a:lnTo>
                      <a:lnTo>
                        <a:pt x="99" y="61"/>
                      </a:lnTo>
                      <a:lnTo>
                        <a:pt x="66"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5" name="Google Shape;475;p6"/>
                <p:cNvSpPr/>
                <p:nvPr/>
              </p:nvSpPr>
              <p:spPr>
                <a:xfrm>
                  <a:off x="4093" y="1535"/>
                  <a:ext cx="61" cy="89"/>
                </a:xfrm>
                <a:custGeom>
                  <a:rect b="b" l="l" r="r" t="t"/>
                  <a:pathLst>
                    <a:path extrusionOk="0" h="89" w="61">
                      <a:moveTo>
                        <a:pt x="0" y="0"/>
                      </a:moveTo>
                      <a:lnTo>
                        <a:pt x="31" y="61"/>
                      </a:lnTo>
                      <a:lnTo>
                        <a:pt x="60" y="88"/>
                      </a:lnTo>
                      <a:lnTo>
                        <a:pt x="42" y="87"/>
                      </a:lnTo>
                      <a:lnTo>
                        <a:pt x="22" y="63"/>
                      </a:lnTo>
                      <a:lnTo>
                        <a:pt x="0"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76" name="Google Shape;476;p6"/>
                <p:cNvSpPr/>
                <p:nvPr/>
              </p:nvSpPr>
              <p:spPr>
                <a:xfrm>
                  <a:off x="4022" y="1620"/>
                  <a:ext cx="132" cy="19"/>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77" name="Google Shape;477;p6"/>
              <p:cNvGrpSpPr/>
              <p:nvPr/>
            </p:nvGrpSpPr>
            <p:grpSpPr>
              <a:xfrm>
                <a:off x="4038" y="1624"/>
                <a:ext cx="100" cy="295"/>
                <a:chOff x="4038" y="1624"/>
                <a:chExt cx="100" cy="295"/>
              </a:xfrm>
            </p:grpSpPr>
            <p:grpSp>
              <p:nvGrpSpPr>
                <p:cNvPr id="478" name="Google Shape;478;p6"/>
                <p:cNvGrpSpPr/>
                <p:nvPr/>
              </p:nvGrpSpPr>
              <p:grpSpPr>
                <a:xfrm>
                  <a:off x="4038" y="1624"/>
                  <a:ext cx="100" cy="294"/>
                  <a:chOff x="4038" y="1624"/>
                  <a:chExt cx="100" cy="294"/>
                </a:xfrm>
              </p:grpSpPr>
              <p:grpSp>
                <p:nvGrpSpPr>
                  <p:cNvPr id="479" name="Google Shape;479;p6"/>
                  <p:cNvGrpSpPr/>
                  <p:nvPr/>
                </p:nvGrpSpPr>
                <p:grpSpPr>
                  <a:xfrm>
                    <a:off x="4038" y="1624"/>
                    <a:ext cx="100" cy="294"/>
                    <a:chOff x="4038" y="1624"/>
                    <a:chExt cx="100" cy="294"/>
                  </a:xfrm>
                </p:grpSpPr>
                <p:sp>
                  <p:nvSpPr>
                    <p:cNvPr id="480" name="Google Shape;480;p6"/>
                    <p:cNvSpPr/>
                    <p:nvPr/>
                  </p:nvSpPr>
                  <p:spPr>
                    <a:xfrm>
                      <a:off x="4039" y="1624"/>
                      <a:ext cx="99" cy="28"/>
                    </a:xfrm>
                    <a:prstGeom prst="ellipse">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1" name="Google Shape;481;p6"/>
                    <p:cNvSpPr/>
                    <p:nvPr/>
                  </p:nvSpPr>
                  <p:spPr>
                    <a:xfrm>
                      <a:off x="4038" y="1641"/>
                      <a:ext cx="99" cy="277"/>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82" name="Google Shape;482;p6"/>
                  <p:cNvSpPr/>
                  <p:nvPr/>
                </p:nvSpPr>
                <p:spPr>
                  <a:xfrm>
                    <a:off x="4066" y="1681"/>
                    <a:ext cx="21" cy="36"/>
                  </a:xfrm>
                  <a:custGeom>
                    <a:rect b="b" l="l" r="r" t="t"/>
                    <a:pathLst>
                      <a:path extrusionOk="0" h="36" w="21">
                        <a:moveTo>
                          <a:pt x="0" y="0"/>
                        </a:moveTo>
                        <a:lnTo>
                          <a:pt x="0" y="35"/>
                        </a:lnTo>
                        <a:lnTo>
                          <a:pt x="17" y="35"/>
                        </a:lnTo>
                        <a:lnTo>
                          <a:pt x="19" y="35"/>
                        </a:lnTo>
                        <a:lnTo>
                          <a:pt x="20" y="35"/>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483" name="Google Shape;483;p6"/>
                <p:cNvSpPr/>
                <p:nvPr/>
              </p:nvSpPr>
              <p:spPr>
                <a:xfrm>
                  <a:off x="4104" y="1624"/>
                  <a:ext cx="3" cy="294"/>
                </a:xfrm>
                <a:custGeom>
                  <a:rect b="b" l="l" r="r" t="t"/>
                  <a:pathLst>
                    <a:path extrusionOk="0" h="294" w="3">
                      <a:moveTo>
                        <a:pt x="2" y="0"/>
                      </a:moveTo>
                      <a:lnTo>
                        <a:pt x="0" y="1"/>
                      </a:lnTo>
                      <a:lnTo>
                        <a:pt x="0" y="293"/>
                      </a:lnTo>
                      <a:lnTo>
                        <a:pt x="2" y="293"/>
                      </a:lnTo>
                      <a:lnTo>
                        <a:pt x="2" y="0"/>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4" name="Google Shape;484;p6"/>
                <p:cNvSpPr/>
                <p:nvPr/>
              </p:nvSpPr>
              <p:spPr>
                <a:xfrm>
                  <a:off x="4125" y="1629"/>
                  <a:ext cx="5" cy="290"/>
                </a:xfrm>
                <a:custGeom>
                  <a:rect b="b" l="l" r="r" t="t"/>
                  <a:pathLst>
                    <a:path extrusionOk="0" h="290" w="5">
                      <a:moveTo>
                        <a:pt x="4" y="0"/>
                      </a:moveTo>
                      <a:lnTo>
                        <a:pt x="1" y="1"/>
                      </a:lnTo>
                      <a:lnTo>
                        <a:pt x="0" y="289"/>
                      </a:lnTo>
                      <a:lnTo>
                        <a:pt x="4" y="289"/>
                      </a:lnTo>
                      <a:lnTo>
                        <a:pt x="4" y="0"/>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485" name="Google Shape;485;p6"/>
              <p:cNvGrpSpPr/>
              <p:nvPr/>
            </p:nvGrpSpPr>
            <p:grpSpPr>
              <a:xfrm>
                <a:off x="3977" y="1515"/>
                <a:ext cx="116" cy="35"/>
                <a:chOff x="3977" y="1515"/>
                <a:chExt cx="116" cy="35"/>
              </a:xfrm>
            </p:grpSpPr>
            <p:sp>
              <p:nvSpPr>
                <p:cNvPr id="486" name="Google Shape;486;p6"/>
                <p:cNvSpPr/>
                <p:nvPr/>
              </p:nvSpPr>
              <p:spPr>
                <a:xfrm>
                  <a:off x="3977" y="1515"/>
                  <a:ext cx="109" cy="35"/>
                </a:xfrm>
                <a:custGeom>
                  <a:rect b="b" l="l" r="r" t="t"/>
                  <a:pathLst>
                    <a:path extrusionOk="0" h="35" w="109">
                      <a:moveTo>
                        <a:pt x="108" y="0"/>
                      </a:moveTo>
                      <a:lnTo>
                        <a:pt x="93" y="1"/>
                      </a:lnTo>
                      <a:lnTo>
                        <a:pt x="82" y="4"/>
                      </a:lnTo>
                      <a:lnTo>
                        <a:pt x="75" y="7"/>
                      </a:lnTo>
                      <a:lnTo>
                        <a:pt x="70" y="12"/>
                      </a:lnTo>
                      <a:lnTo>
                        <a:pt x="63" y="16"/>
                      </a:lnTo>
                      <a:lnTo>
                        <a:pt x="54" y="22"/>
                      </a:lnTo>
                      <a:lnTo>
                        <a:pt x="39" y="28"/>
                      </a:lnTo>
                      <a:lnTo>
                        <a:pt x="27" y="30"/>
                      </a:lnTo>
                      <a:lnTo>
                        <a:pt x="12" y="32"/>
                      </a:lnTo>
                      <a:lnTo>
                        <a:pt x="0" y="32"/>
                      </a:lnTo>
                      <a:lnTo>
                        <a:pt x="10" y="34"/>
                      </a:lnTo>
                      <a:lnTo>
                        <a:pt x="24" y="33"/>
                      </a:lnTo>
                      <a:lnTo>
                        <a:pt x="40" y="32"/>
                      </a:lnTo>
                      <a:lnTo>
                        <a:pt x="61" y="28"/>
                      </a:lnTo>
                      <a:lnTo>
                        <a:pt x="75" y="23"/>
                      </a:lnTo>
                      <a:lnTo>
                        <a:pt x="84" y="19"/>
                      </a:lnTo>
                      <a:lnTo>
                        <a:pt x="92" y="16"/>
                      </a:lnTo>
                      <a:lnTo>
                        <a:pt x="102" y="15"/>
                      </a:lnTo>
                      <a:lnTo>
                        <a:pt x="108" y="15"/>
                      </a:lnTo>
                      <a:lnTo>
                        <a:pt x="108" y="0"/>
                      </a:lnTo>
                    </a:path>
                  </a:pathLst>
                </a:custGeom>
                <a:solidFill>
                  <a:srgbClr val="FF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487" name="Google Shape;487;p6"/>
                <p:cNvCxnSpPr/>
                <p:nvPr/>
              </p:nvCxnSpPr>
              <p:spPr>
                <a:xfrm>
                  <a:off x="4093" y="1517"/>
                  <a:ext cx="0" cy="15"/>
                </a:xfrm>
                <a:prstGeom prst="straightConnector1">
                  <a:avLst/>
                </a:prstGeom>
                <a:noFill/>
                <a:ln cap="flat" cmpd="sng" w="12700">
                  <a:solidFill>
                    <a:srgbClr val="000000"/>
                  </a:solidFill>
                  <a:prstDash val="solid"/>
                  <a:miter lim="800000"/>
                  <a:headEnd len="sm" w="sm" type="none"/>
                  <a:tailEnd len="sm" w="sm" type="none"/>
                </a:ln>
              </p:spPr>
            </p:cxnSp>
          </p:grpSp>
        </p:grpSp>
        <p:grpSp>
          <p:nvGrpSpPr>
            <p:cNvPr id="488" name="Google Shape;488;p6"/>
            <p:cNvGrpSpPr/>
            <p:nvPr/>
          </p:nvGrpSpPr>
          <p:grpSpPr>
            <a:xfrm>
              <a:off x="4281" y="1417"/>
              <a:ext cx="319" cy="502"/>
              <a:chOff x="4281" y="1417"/>
              <a:chExt cx="319" cy="502"/>
            </a:xfrm>
          </p:grpSpPr>
          <p:sp>
            <p:nvSpPr>
              <p:cNvPr id="489" name="Google Shape;489;p6"/>
              <p:cNvSpPr/>
              <p:nvPr/>
            </p:nvSpPr>
            <p:spPr>
              <a:xfrm>
                <a:off x="4281" y="1570"/>
                <a:ext cx="139" cy="190"/>
              </a:xfrm>
              <a:custGeom>
                <a:rect b="b" l="l" r="r" t="t"/>
                <a:pathLst>
                  <a:path extrusionOk="0" h="190" w="139">
                    <a:moveTo>
                      <a:pt x="138" y="10"/>
                    </a:moveTo>
                    <a:lnTo>
                      <a:pt x="129" y="10"/>
                    </a:lnTo>
                    <a:lnTo>
                      <a:pt x="129" y="0"/>
                    </a:lnTo>
                    <a:lnTo>
                      <a:pt x="118" y="0"/>
                    </a:lnTo>
                    <a:lnTo>
                      <a:pt x="118" y="10"/>
                    </a:lnTo>
                    <a:lnTo>
                      <a:pt x="109" y="10"/>
                    </a:lnTo>
                    <a:lnTo>
                      <a:pt x="109" y="0"/>
                    </a:lnTo>
                    <a:lnTo>
                      <a:pt x="98" y="0"/>
                    </a:lnTo>
                    <a:lnTo>
                      <a:pt x="98" y="10"/>
                    </a:lnTo>
                    <a:lnTo>
                      <a:pt x="89" y="10"/>
                    </a:lnTo>
                    <a:lnTo>
                      <a:pt x="89" y="0"/>
                    </a:lnTo>
                    <a:lnTo>
                      <a:pt x="78" y="0"/>
                    </a:lnTo>
                    <a:lnTo>
                      <a:pt x="78" y="10"/>
                    </a:lnTo>
                    <a:lnTo>
                      <a:pt x="69" y="10"/>
                    </a:lnTo>
                    <a:lnTo>
                      <a:pt x="69" y="0"/>
                    </a:lnTo>
                    <a:lnTo>
                      <a:pt x="60" y="0"/>
                    </a:lnTo>
                    <a:lnTo>
                      <a:pt x="60" y="10"/>
                    </a:lnTo>
                    <a:lnTo>
                      <a:pt x="49" y="10"/>
                    </a:lnTo>
                    <a:lnTo>
                      <a:pt x="49" y="0"/>
                    </a:lnTo>
                    <a:lnTo>
                      <a:pt x="40" y="0"/>
                    </a:lnTo>
                    <a:lnTo>
                      <a:pt x="40" y="10"/>
                    </a:lnTo>
                    <a:lnTo>
                      <a:pt x="29" y="10"/>
                    </a:lnTo>
                    <a:lnTo>
                      <a:pt x="29" y="0"/>
                    </a:lnTo>
                    <a:lnTo>
                      <a:pt x="20" y="0"/>
                    </a:lnTo>
                    <a:lnTo>
                      <a:pt x="20" y="10"/>
                    </a:lnTo>
                    <a:lnTo>
                      <a:pt x="9" y="10"/>
                    </a:lnTo>
                    <a:lnTo>
                      <a:pt x="9" y="0"/>
                    </a:lnTo>
                    <a:lnTo>
                      <a:pt x="0" y="0"/>
                    </a:lnTo>
                    <a:lnTo>
                      <a:pt x="0" y="189"/>
                    </a:lnTo>
                    <a:lnTo>
                      <a:pt x="138" y="189"/>
                    </a:lnTo>
                    <a:lnTo>
                      <a:pt x="138" y="10"/>
                    </a:lnTo>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90" name="Google Shape;490;p6"/>
              <p:cNvSpPr/>
              <p:nvPr/>
            </p:nvSpPr>
            <p:spPr>
              <a:xfrm>
                <a:off x="4372" y="1582"/>
                <a:ext cx="27" cy="162"/>
              </a:xfrm>
              <a:prstGeom prst="rect">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91" name="Google Shape;491;p6"/>
              <p:cNvGrpSpPr/>
              <p:nvPr/>
            </p:nvGrpSpPr>
            <p:grpSpPr>
              <a:xfrm>
                <a:off x="4368" y="1504"/>
                <a:ext cx="94" cy="277"/>
                <a:chOff x="4368" y="1504"/>
                <a:chExt cx="94" cy="277"/>
              </a:xfrm>
            </p:grpSpPr>
            <p:sp>
              <p:nvSpPr>
                <p:cNvPr id="492" name="Google Shape;492;p6"/>
                <p:cNvSpPr/>
                <p:nvPr/>
              </p:nvSpPr>
              <p:spPr>
                <a:xfrm>
                  <a:off x="4369" y="1504"/>
                  <a:ext cx="93" cy="63"/>
                </a:xfrm>
                <a:custGeom>
                  <a:rect b="b" l="l" r="r" t="t"/>
                  <a:pathLst>
                    <a:path extrusionOk="0" h="63" w="93">
                      <a:moveTo>
                        <a:pt x="45" y="0"/>
                      </a:moveTo>
                      <a:lnTo>
                        <a:pt x="69" y="43"/>
                      </a:lnTo>
                      <a:lnTo>
                        <a:pt x="92" y="62"/>
                      </a:lnTo>
                      <a:lnTo>
                        <a:pt x="0" y="62"/>
                      </a:lnTo>
                      <a:lnTo>
                        <a:pt x="22" y="43"/>
                      </a:lnTo>
                      <a:lnTo>
                        <a:pt x="45"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93" name="Google Shape;493;p6"/>
                <p:cNvSpPr/>
                <p:nvPr/>
              </p:nvSpPr>
              <p:spPr>
                <a:xfrm>
                  <a:off x="4369" y="1504"/>
                  <a:ext cx="42" cy="63"/>
                </a:xfrm>
                <a:custGeom>
                  <a:rect b="b" l="l" r="r" t="t"/>
                  <a:pathLst>
                    <a:path extrusionOk="0" h="63" w="42">
                      <a:moveTo>
                        <a:pt x="41" y="0"/>
                      </a:moveTo>
                      <a:lnTo>
                        <a:pt x="20" y="43"/>
                      </a:lnTo>
                      <a:lnTo>
                        <a:pt x="0" y="62"/>
                      </a:lnTo>
                      <a:lnTo>
                        <a:pt x="12" y="61"/>
                      </a:lnTo>
                      <a:lnTo>
                        <a:pt x="26" y="44"/>
                      </a:lnTo>
                      <a:lnTo>
                        <a:pt x="41"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94" name="Google Shape;494;p6"/>
                <p:cNvSpPr/>
                <p:nvPr/>
              </p:nvSpPr>
              <p:spPr>
                <a:xfrm>
                  <a:off x="4368" y="1566"/>
                  <a:ext cx="94" cy="11"/>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95" name="Google Shape;495;p6"/>
                <p:cNvGrpSpPr/>
                <p:nvPr/>
              </p:nvGrpSpPr>
              <p:grpSpPr>
                <a:xfrm>
                  <a:off x="4380" y="1568"/>
                  <a:ext cx="70" cy="213"/>
                  <a:chOff x="4380" y="1568"/>
                  <a:chExt cx="70" cy="213"/>
                </a:xfrm>
              </p:grpSpPr>
              <p:grpSp>
                <p:nvGrpSpPr>
                  <p:cNvPr id="496" name="Google Shape;496;p6"/>
                  <p:cNvGrpSpPr/>
                  <p:nvPr/>
                </p:nvGrpSpPr>
                <p:grpSpPr>
                  <a:xfrm>
                    <a:off x="4380" y="1568"/>
                    <a:ext cx="70" cy="213"/>
                    <a:chOff x="4380" y="1568"/>
                    <a:chExt cx="70" cy="213"/>
                  </a:xfrm>
                </p:grpSpPr>
                <p:grpSp>
                  <p:nvGrpSpPr>
                    <p:cNvPr id="497" name="Google Shape;497;p6"/>
                    <p:cNvGrpSpPr/>
                    <p:nvPr/>
                  </p:nvGrpSpPr>
                  <p:grpSpPr>
                    <a:xfrm>
                      <a:off x="4380" y="1568"/>
                      <a:ext cx="70" cy="211"/>
                      <a:chOff x="4380" y="1568"/>
                      <a:chExt cx="70" cy="211"/>
                    </a:xfrm>
                  </p:grpSpPr>
                  <p:sp>
                    <p:nvSpPr>
                      <p:cNvPr id="498" name="Google Shape;498;p6"/>
                      <p:cNvSpPr/>
                      <p:nvPr/>
                    </p:nvSpPr>
                    <p:spPr>
                      <a:xfrm>
                        <a:off x="4380" y="1568"/>
                        <a:ext cx="70" cy="18"/>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99" name="Google Shape;499;p6"/>
                      <p:cNvSpPr/>
                      <p:nvPr/>
                    </p:nvSpPr>
                    <p:spPr>
                      <a:xfrm>
                        <a:off x="4381" y="1580"/>
                        <a:ext cx="69" cy="199"/>
                      </a:xfrm>
                      <a:prstGeom prst="rect">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500" name="Google Shape;500;p6"/>
                    <p:cNvSpPr/>
                    <p:nvPr/>
                  </p:nvSpPr>
                  <p:spPr>
                    <a:xfrm>
                      <a:off x="4401" y="1568"/>
                      <a:ext cx="5" cy="213"/>
                    </a:xfrm>
                    <a:custGeom>
                      <a:rect b="b" l="l" r="r" t="t"/>
                      <a:pathLst>
                        <a:path extrusionOk="0" h="213" w="5">
                          <a:moveTo>
                            <a:pt x="0" y="0"/>
                          </a:moveTo>
                          <a:lnTo>
                            <a:pt x="4" y="1"/>
                          </a:lnTo>
                          <a:lnTo>
                            <a:pt x="4" y="212"/>
                          </a:lnTo>
                          <a:lnTo>
                            <a:pt x="0" y="212"/>
                          </a:lnTo>
                          <a:lnTo>
                            <a:pt x="0" y="0"/>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01" name="Google Shape;501;p6"/>
                    <p:cNvSpPr/>
                    <p:nvPr/>
                  </p:nvSpPr>
                  <p:spPr>
                    <a:xfrm>
                      <a:off x="4384" y="1572"/>
                      <a:ext cx="7" cy="209"/>
                    </a:xfrm>
                    <a:custGeom>
                      <a:rect b="b" l="l" r="r" t="t"/>
                      <a:pathLst>
                        <a:path extrusionOk="0" h="209" w="7">
                          <a:moveTo>
                            <a:pt x="0" y="0"/>
                          </a:moveTo>
                          <a:lnTo>
                            <a:pt x="6" y="1"/>
                          </a:lnTo>
                          <a:lnTo>
                            <a:pt x="6" y="207"/>
                          </a:lnTo>
                          <a:lnTo>
                            <a:pt x="0" y="208"/>
                          </a:lnTo>
                          <a:lnTo>
                            <a:pt x="0" y="0"/>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502" name="Google Shape;502;p6"/>
                  <p:cNvSpPr/>
                  <p:nvPr/>
                </p:nvSpPr>
                <p:spPr>
                  <a:xfrm>
                    <a:off x="4424" y="1609"/>
                    <a:ext cx="15" cy="27"/>
                  </a:xfrm>
                  <a:custGeom>
                    <a:rect b="b" l="l" r="r" t="t"/>
                    <a:pathLst>
                      <a:path extrusionOk="0" h="27" w="15">
                        <a:moveTo>
                          <a:pt x="14" y="0"/>
                        </a:moveTo>
                        <a:lnTo>
                          <a:pt x="14" y="26"/>
                        </a:lnTo>
                        <a:lnTo>
                          <a:pt x="2" y="26"/>
                        </a:lnTo>
                        <a:lnTo>
                          <a:pt x="0" y="26"/>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503" name="Google Shape;503;p6"/>
              <p:cNvSpPr/>
              <p:nvPr/>
            </p:nvSpPr>
            <p:spPr>
              <a:xfrm>
                <a:off x="4281" y="1727"/>
                <a:ext cx="272" cy="190"/>
              </a:xfrm>
              <a:custGeom>
                <a:rect b="b" l="l" r="r" t="t"/>
                <a:pathLst>
                  <a:path extrusionOk="0" h="190" w="272">
                    <a:moveTo>
                      <a:pt x="271" y="11"/>
                    </a:moveTo>
                    <a:lnTo>
                      <a:pt x="132" y="10"/>
                    </a:lnTo>
                    <a:lnTo>
                      <a:pt x="132" y="0"/>
                    </a:lnTo>
                    <a:lnTo>
                      <a:pt x="121" y="0"/>
                    </a:lnTo>
                    <a:lnTo>
                      <a:pt x="121" y="10"/>
                    </a:lnTo>
                    <a:lnTo>
                      <a:pt x="112" y="10"/>
                    </a:lnTo>
                    <a:lnTo>
                      <a:pt x="112" y="0"/>
                    </a:lnTo>
                    <a:lnTo>
                      <a:pt x="101" y="0"/>
                    </a:lnTo>
                    <a:lnTo>
                      <a:pt x="101" y="10"/>
                    </a:lnTo>
                    <a:lnTo>
                      <a:pt x="91" y="10"/>
                    </a:lnTo>
                    <a:lnTo>
                      <a:pt x="91" y="0"/>
                    </a:lnTo>
                    <a:lnTo>
                      <a:pt x="81" y="0"/>
                    </a:lnTo>
                    <a:lnTo>
                      <a:pt x="81" y="10"/>
                    </a:lnTo>
                    <a:lnTo>
                      <a:pt x="71" y="10"/>
                    </a:lnTo>
                    <a:lnTo>
                      <a:pt x="71" y="0"/>
                    </a:lnTo>
                    <a:lnTo>
                      <a:pt x="61" y="0"/>
                    </a:lnTo>
                    <a:lnTo>
                      <a:pt x="61" y="10"/>
                    </a:lnTo>
                    <a:lnTo>
                      <a:pt x="51" y="10"/>
                    </a:lnTo>
                    <a:lnTo>
                      <a:pt x="51" y="0"/>
                    </a:lnTo>
                    <a:lnTo>
                      <a:pt x="41" y="0"/>
                    </a:lnTo>
                    <a:lnTo>
                      <a:pt x="41" y="10"/>
                    </a:lnTo>
                    <a:lnTo>
                      <a:pt x="30" y="10"/>
                    </a:lnTo>
                    <a:lnTo>
                      <a:pt x="30" y="0"/>
                    </a:lnTo>
                    <a:lnTo>
                      <a:pt x="20" y="0"/>
                    </a:lnTo>
                    <a:lnTo>
                      <a:pt x="20" y="10"/>
                    </a:lnTo>
                    <a:lnTo>
                      <a:pt x="10" y="10"/>
                    </a:lnTo>
                    <a:lnTo>
                      <a:pt x="10" y="0"/>
                    </a:lnTo>
                    <a:lnTo>
                      <a:pt x="0" y="0"/>
                    </a:lnTo>
                    <a:lnTo>
                      <a:pt x="0" y="189"/>
                    </a:lnTo>
                    <a:lnTo>
                      <a:pt x="271" y="189"/>
                    </a:lnTo>
                    <a:lnTo>
                      <a:pt x="271" y="11"/>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04" name="Google Shape;504;p6"/>
              <p:cNvGrpSpPr/>
              <p:nvPr/>
            </p:nvGrpSpPr>
            <p:grpSpPr>
              <a:xfrm>
                <a:off x="4488" y="1417"/>
                <a:ext cx="112" cy="356"/>
                <a:chOff x="4488" y="1417"/>
                <a:chExt cx="112" cy="356"/>
              </a:xfrm>
            </p:grpSpPr>
            <p:grpSp>
              <p:nvGrpSpPr>
                <p:cNvPr id="505" name="Google Shape;505;p6"/>
                <p:cNvGrpSpPr/>
                <p:nvPr/>
              </p:nvGrpSpPr>
              <p:grpSpPr>
                <a:xfrm>
                  <a:off x="4488" y="1417"/>
                  <a:ext cx="112" cy="97"/>
                  <a:chOff x="4488" y="1417"/>
                  <a:chExt cx="112" cy="97"/>
                </a:xfrm>
              </p:grpSpPr>
              <p:sp>
                <p:nvSpPr>
                  <p:cNvPr id="506" name="Google Shape;506;p6"/>
                  <p:cNvSpPr/>
                  <p:nvPr/>
                </p:nvSpPr>
                <p:spPr>
                  <a:xfrm>
                    <a:off x="4489" y="1417"/>
                    <a:ext cx="111" cy="83"/>
                  </a:xfrm>
                  <a:custGeom>
                    <a:rect b="b" l="l" r="r" t="t"/>
                    <a:pathLst>
                      <a:path extrusionOk="0" h="83" w="111">
                        <a:moveTo>
                          <a:pt x="53" y="0"/>
                        </a:moveTo>
                        <a:lnTo>
                          <a:pt x="82" y="57"/>
                        </a:lnTo>
                        <a:lnTo>
                          <a:pt x="110" y="82"/>
                        </a:lnTo>
                        <a:lnTo>
                          <a:pt x="0" y="82"/>
                        </a:lnTo>
                        <a:lnTo>
                          <a:pt x="26" y="56"/>
                        </a:lnTo>
                        <a:lnTo>
                          <a:pt x="53"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07" name="Google Shape;507;p6"/>
                  <p:cNvSpPr/>
                  <p:nvPr/>
                </p:nvSpPr>
                <p:spPr>
                  <a:xfrm>
                    <a:off x="4489" y="1417"/>
                    <a:ext cx="50" cy="83"/>
                  </a:xfrm>
                  <a:custGeom>
                    <a:rect b="b" l="l" r="r" t="t"/>
                    <a:pathLst>
                      <a:path extrusionOk="0" h="83" w="50">
                        <a:moveTo>
                          <a:pt x="49" y="0"/>
                        </a:moveTo>
                        <a:lnTo>
                          <a:pt x="24" y="56"/>
                        </a:lnTo>
                        <a:lnTo>
                          <a:pt x="0" y="82"/>
                        </a:lnTo>
                        <a:lnTo>
                          <a:pt x="15" y="81"/>
                        </a:lnTo>
                        <a:lnTo>
                          <a:pt x="31" y="59"/>
                        </a:lnTo>
                        <a:lnTo>
                          <a:pt x="49"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08" name="Google Shape;508;p6"/>
                  <p:cNvSpPr/>
                  <p:nvPr/>
                </p:nvSpPr>
                <p:spPr>
                  <a:xfrm>
                    <a:off x="4488" y="1497"/>
                    <a:ext cx="111" cy="17"/>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09" name="Google Shape;509;p6"/>
                <p:cNvGrpSpPr/>
                <p:nvPr/>
              </p:nvGrpSpPr>
              <p:grpSpPr>
                <a:xfrm>
                  <a:off x="4492" y="1500"/>
                  <a:ext cx="94" cy="273"/>
                  <a:chOff x="4492" y="1500"/>
                  <a:chExt cx="94" cy="273"/>
                </a:xfrm>
              </p:grpSpPr>
              <p:sp>
                <p:nvSpPr>
                  <p:cNvPr id="510" name="Google Shape;510;p6"/>
                  <p:cNvSpPr/>
                  <p:nvPr/>
                </p:nvSpPr>
                <p:spPr>
                  <a:xfrm>
                    <a:off x="4492" y="1681"/>
                    <a:ext cx="94" cy="92"/>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11" name="Google Shape;511;p6"/>
                  <p:cNvGrpSpPr/>
                  <p:nvPr/>
                </p:nvGrpSpPr>
                <p:grpSpPr>
                  <a:xfrm>
                    <a:off x="4502" y="1500"/>
                    <a:ext cx="84" cy="229"/>
                    <a:chOff x="4502" y="1500"/>
                    <a:chExt cx="84" cy="229"/>
                  </a:xfrm>
                </p:grpSpPr>
                <p:sp>
                  <p:nvSpPr>
                    <p:cNvPr id="512" name="Google Shape;512;p6"/>
                    <p:cNvSpPr/>
                    <p:nvPr/>
                  </p:nvSpPr>
                  <p:spPr>
                    <a:xfrm>
                      <a:off x="4502" y="1500"/>
                      <a:ext cx="83" cy="20"/>
                    </a:xfrm>
                    <a:prstGeom prst="ellipse">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3" name="Google Shape;513;p6"/>
                    <p:cNvSpPr/>
                    <p:nvPr/>
                  </p:nvSpPr>
                  <p:spPr>
                    <a:xfrm>
                      <a:off x="4502" y="1513"/>
                      <a:ext cx="84" cy="216"/>
                    </a:xfrm>
                    <a:prstGeom prst="rect">
                      <a:avLst/>
                    </a:prstGeom>
                    <a:solidFill>
                      <a:srgbClr val="60606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514" name="Google Shape;514;p6"/>
                  <p:cNvSpPr/>
                  <p:nvPr/>
                </p:nvSpPr>
                <p:spPr>
                  <a:xfrm>
                    <a:off x="4528" y="1500"/>
                    <a:ext cx="3" cy="231"/>
                  </a:xfrm>
                  <a:custGeom>
                    <a:rect b="b" l="l" r="r" t="t"/>
                    <a:pathLst>
                      <a:path extrusionOk="0" h="231" w="3">
                        <a:moveTo>
                          <a:pt x="0" y="0"/>
                        </a:moveTo>
                        <a:lnTo>
                          <a:pt x="2" y="1"/>
                        </a:lnTo>
                        <a:lnTo>
                          <a:pt x="2" y="230"/>
                        </a:lnTo>
                        <a:lnTo>
                          <a:pt x="0" y="230"/>
                        </a:lnTo>
                        <a:lnTo>
                          <a:pt x="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5" name="Google Shape;515;p6"/>
                  <p:cNvSpPr/>
                  <p:nvPr/>
                </p:nvSpPr>
                <p:spPr>
                  <a:xfrm>
                    <a:off x="4508" y="1504"/>
                    <a:ext cx="6" cy="227"/>
                  </a:xfrm>
                  <a:custGeom>
                    <a:rect b="b" l="l" r="r" t="t"/>
                    <a:pathLst>
                      <a:path extrusionOk="0" h="227" w="6">
                        <a:moveTo>
                          <a:pt x="0" y="0"/>
                        </a:moveTo>
                        <a:lnTo>
                          <a:pt x="5" y="1"/>
                        </a:lnTo>
                        <a:lnTo>
                          <a:pt x="5" y="225"/>
                        </a:lnTo>
                        <a:lnTo>
                          <a:pt x="0" y="226"/>
                        </a:lnTo>
                        <a:lnTo>
                          <a:pt x="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6" name="Google Shape;516;p6"/>
                  <p:cNvSpPr/>
                  <p:nvPr/>
                </p:nvSpPr>
                <p:spPr>
                  <a:xfrm>
                    <a:off x="4553" y="1553"/>
                    <a:ext cx="18" cy="34"/>
                  </a:xfrm>
                  <a:custGeom>
                    <a:rect b="b" l="l" r="r" t="t"/>
                    <a:pathLst>
                      <a:path extrusionOk="0" h="34" w="18">
                        <a:moveTo>
                          <a:pt x="17" y="0"/>
                        </a:moveTo>
                        <a:lnTo>
                          <a:pt x="17" y="33"/>
                        </a:lnTo>
                        <a:lnTo>
                          <a:pt x="2" y="33"/>
                        </a:lnTo>
                        <a:lnTo>
                          <a:pt x="1" y="33"/>
                        </a:lnTo>
                        <a:lnTo>
                          <a:pt x="0" y="33"/>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517" name="Google Shape;517;p6"/>
              <p:cNvSpPr/>
              <p:nvPr/>
            </p:nvSpPr>
            <p:spPr>
              <a:xfrm>
                <a:off x="4532" y="1639"/>
                <a:ext cx="3" cy="279"/>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8" name="Google Shape;518;p6"/>
              <p:cNvSpPr/>
              <p:nvPr/>
            </p:nvSpPr>
            <p:spPr>
              <a:xfrm>
                <a:off x="4423" y="1738"/>
                <a:ext cx="18" cy="180"/>
              </a:xfrm>
              <a:prstGeom prst="rect">
                <a:avLst/>
              </a:prstGeom>
              <a:solidFill>
                <a:srgbClr val="40404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19" name="Google Shape;519;p6"/>
              <p:cNvGrpSpPr/>
              <p:nvPr/>
            </p:nvGrpSpPr>
            <p:grpSpPr>
              <a:xfrm>
                <a:off x="4413" y="1535"/>
                <a:ext cx="131" cy="104"/>
                <a:chOff x="4413" y="1535"/>
                <a:chExt cx="131" cy="104"/>
              </a:xfrm>
            </p:grpSpPr>
            <p:sp>
              <p:nvSpPr>
                <p:cNvPr id="520" name="Google Shape;520;p6"/>
                <p:cNvSpPr/>
                <p:nvPr/>
              </p:nvSpPr>
              <p:spPr>
                <a:xfrm>
                  <a:off x="4414" y="1535"/>
                  <a:ext cx="130" cy="89"/>
                </a:xfrm>
                <a:custGeom>
                  <a:rect b="b" l="l" r="r" t="t"/>
                  <a:pathLst>
                    <a:path extrusionOk="0" h="89" w="130">
                      <a:moveTo>
                        <a:pt x="63" y="0"/>
                      </a:moveTo>
                      <a:lnTo>
                        <a:pt x="97" y="61"/>
                      </a:lnTo>
                      <a:lnTo>
                        <a:pt x="129" y="88"/>
                      </a:lnTo>
                      <a:lnTo>
                        <a:pt x="0" y="88"/>
                      </a:lnTo>
                      <a:lnTo>
                        <a:pt x="31" y="61"/>
                      </a:lnTo>
                      <a:lnTo>
                        <a:pt x="63" y="0"/>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1" name="Google Shape;521;p6"/>
                <p:cNvSpPr/>
                <p:nvPr/>
              </p:nvSpPr>
              <p:spPr>
                <a:xfrm>
                  <a:off x="4414" y="1535"/>
                  <a:ext cx="60" cy="89"/>
                </a:xfrm>
                <a:custGeom>
                  <a:rect b="b" l="l" r="r" t="t"/>
                  <a:pathLst>
                    <a:path extrusionOk="0" h="89" w="60">
                      <a:moveTo>
                        <a:pt x="59" y="0"/>
                      </a:moveTo>
                      <a:lnTo>
                        <a:pt x="29" y="61"/>
                      </a:lnTo>
                      <a:lnTo>
                        <a:pt x="0" y="88"/>
                      </a:lnTo>
                      <a:lnTo>
                        <a:pt x="18" y="87"/>
                      </a:lnTo>
                      <a:lnTo>
                        <a:pt x="37" y="63"/>
                      </a:lnTo>
                      <a:lnTo>
                        <a:pt x="59" y="0"/>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2" name="Google Shape;522;p6"/>
                <p:cNvSpPr/>
                <p:nvPr/>
              </p:nvSpPr>
              <p:spPr>
                <a:xfrm>
                  <a:off x="4413" y="1620"/>
                  <a:ext cx="131" cy="19"/>
                </a:xfrm>
                <a:prstGeom prst="ellipse">
                  <a:avLst/>
                </a:prstGeom>
                <a:solidFill>
                  <a:srgbClr val="20202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23" name="Google Shape;523;p6"/>
              <p:cNvGrpSpPr/>
              <p:nvPr/>
            </p:nvGrpSpPr>
            <p:grpSpPr>
              <a:xfrm>
                <a:off x="4429" y="1624"/>
                <a:ext cx="100" cy="295"/>
                <a:chOff x="4429" y="1624"/>
                <a:chExt cx="100" cy="295"/>
              </a:xfrm>
            </p:grpSpPr>
            <p:grpSp>
              <p:nvGrpSpPr>
                <p:cNvPr id="524" name="Google Shape;524;p6"/>
                <p:cNvGrpSpPr/>
                <p:nvPr/>
              </p:nvGrpSpPr>
              <p:grpSpPr>
                <a:xfrm>
                  <a:off x="4429" y="1624"/>
                  <a:ext cx="100" cy="294"/>
                  <a:chOff x="4429" y="1624"/>
                  <a:chExt cx="100" cy="294"/>
                </a:xfrm>
              </p:grpSpPr>
              <p:grpSp>
                <p:nvGrpSpPr>
                  <p:cNvPr id="525" name="Google Shape;525;p6"/>
                  <p:cNvGrpSpPr/>
                  <p:nvPr/>
                </p:nvGrpSpPr>
                <p:grpSpPr>
                  <a:xfrm>
                    <a:off x="4429" y="1624"/>
                    <a:ext cx="100" cy="294"/>
                    <a:chOff x="4429" y="1624"/>
                    <a:chExt cx="100" cy="294"/>
                  </a:xfrm>
                </p:grpSpPr>
                <p:sp>
                  <p:nvSpPr>
                    <p:cNvPr id="526" name="Google Shape;526;p6"/>
                    <p:cNvSpPr/>
                    <p:nvPr/>
                  </p:nvSpPr>
                  <p:spPr>
                    <a:xfrm>
                      <a:off x="4429" y="1624"/>
                      <a:ext cx="99" cy="28"/>
                    </a:xfrm>
                    <a:prstGeom prst="ellipse">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7" name="Google Shape;527;p6"/>
                    <p:cNvSpPr/>
                    <p:nvPr/>
                  </p:nvSpPr>
                  <p:spPr>
                    <a:xfrm>
                      <a:off x="4430" y="1641"/>
                      <a:ext cx="99" cy="277"/>
                    </a:xfrm>
                    <a:prstGeom prst="rect">
                      <a:avLst/>
                    </a:prstGeom>
                    <a:solidFill>
                      <a:srgbClr val="80808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528" name="Google Shape;528;p6"/>
                  <p:cNvSpPr/>
                  <p:nvPr/>
                </p:nvSpPr>
                <p:spPr>
                  <a:xfrm>
                    <a:off x="4489" y="1681"/>
                    <a:ext cx="20" cy="36"/>
                  </a:xfrm>
                  <a:custGeom>
                    <a:rect b="b" l="l" r="r" t="t"/>
                    <a:pathLst>
                      <a:path extrusionOk="0" h="36" w="20">
                        <a:moveTo>
                          <a:pt x="19" y="0"/>
                        </a:moveTo>
                        <a:lnTo>
                          <a:pt x="19" y="35"/>
                        </a:lnTo>
                        <a:lnTo>
                          <a:pt x="3" y="35"/>
                        </a:lnTo>
                        <a:lnTo>
                          <a:pt x="1" y="35"/>
                        </a:lnTo>
                        <a:lnTo>
                          <a:pt x="0" y="35"/>
                        </a:lnTo>
                      </a:path>
                    </a:pathLst>
                  </a:custGeom>
                  <a:noFill/>
                  <a:ln cap="rnd" cmpd="sng" w="12700">
                    <a:solidFill>
                      <a:srgbClr val="40404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529" name="Google Shape;529;p6"/>
                <p:cNvSpPr/>
                <p:nvPr/>
              </p:nvSpPr>
              <p:spPr>
                <a:xfrm>
                  <a:off x="4461" y="1624"/>
                  <a:ext cx="2" cy="294"/>
                </a:xfrm>
                <a:custGeom>
                  <a:rect b="b" l="l" r="r" t="t"/>
                  <a:pathLst>
                    <a:path extrusionOk="0" h="294" w="2">
                      <a:moveTo>
                        <a:pt x="0" y="0"/>
                      </a:moveTo>
                      <a:lnTo>
                        <a:pt x="1" y="1"/>
                      </a:lnTo>
                      <a:lnTo>
                        <a:pt x="1" y="293"/>
                      </a:lnTo>
                      <a:lnTo>
                        <a:pt x="0" y="293"/>
                      </a:lnTo>
                      <a:lnTo>
                        <a:pt x="0" y="0"/>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0" name="Google Shape;530;p6"/>
                <p:cNvSpPr/>
                <p:nvPr/>
              </p:nvSpPr>
              <p:spPr>
                <a:xfrm>
                  <a:off x="4437" y="1629"/>
                  <a:ext cx="6" cy="290"/>
                </a:xfrm>
                <a:custGeom>
                  <a:rect b="b" l="l" r="r" t="t"/>
                  <a:pathLst>
                    <a:path extrusionOk="0" h="290" w="6">
                      <a:moveTo>
                        <a:pt x="0" y="0"/>
                      </a:moveTo>
                      <a:lnTo>
                        <a:pt x="5" y="1"/>
                      </a:lnTo>
                      <a:lnTo>
                        <a:pt x="5" y="289"/>
                      </a:lnTo>
                      <a:lnTo>
                        <a:pt x="0" y="289"/>
                      </a:lnTo>
                      <a:lnTo>
                        <a:pt x="0" y="0"/>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31" name="Google Shape;531;p6"/>
              <p:cNvGrpSpPr/>
              <p:nvPr/>
            </p:nvGrpSpPr>
            <p:grpSpPr>
              <a:xfrm>
                <a:off x="4366" y="1515"/>
                <a:ext cx="117" cy="35"/>
                <a:chOff x="4366" y="1515"/>
                <a:chExt cx="117" cy="35"/>
              </a:xfrm>
            </p:grpSpPr>
            <p:sp>
              <p:nvSpPr>
                <p:cNvPr id="532" name="Google Shape;532;p6"/>
                <p:cNvSpPr/>
                <p:nvPr/>
              </p:nvSpPr>
              <p:spPr>
                <a:xfrm>
                  <a:off x="4366" y="1515"/>
                  <a:ext cx="110" cy="35"/>
                </a:xfrm>
                <a:custGeom>
                  <a:rect b="b" l="l" r="r" t="t"/>
                  <a:pathLst>
                    <a:path extrusionOk="0" h="35" w="110">
                      <a:moveTo>
                        <a:pt x="109" y="0"/>
                      </a:moveTo>
                      <a:lnTo>
                        <a:pt x="94" y="1"/>
                      </a:lnTo>
                      <a:lnTo>
                        <a:pt x="83" y="4"/>
                      </a:lnTo>
                      <a:lnTo>
                        <a:pt x="76" y="7"/>
                      </a:lnTo>
                      <a:lnTo>
                        <a:pt x="71" y="12"/>
                      </a:lnTo>
                      <a:lnTo>
                        <a:pt x="64" y="16"/>
                      </a:lnTo>
                      <a:lnTo>
                        <a:pt x="54" y="22"/>
                      </a:lnTo>
                      <a:lnTo>
                        <a:pt x="39" y="28"/>
                      </a:lnTo>
                      <a:lnTo>
                        <a:pt x="27" y="30"/>
                      </a:lnTo>
                      <a:lnTo>
                        <a:pt x="13" y="32"/>
                      </a:lnTo>
                      <a:lnTo>
                        <a:pt x="0" y="32"/>
                      </a:lnTo>
                      <a:lnTo>
                        <a:pt x="11" y="34"/>
                      </a:lnTo>
                      <a:lnTo>
                        <a:pt x="25" y="33"/>
                      </a:lnTo>
                      <a:lnTo>
                        <a:pt x="41" y="32"/>
                      </a:lnTo>
                      <a:lnTo>
                        <a:pt x="61" y="28"/>
                      </a:lnTo>
                      <a:lnTo>
                        <a:pt x="75" y="23"/>
                      </a:lnTo>
                      <a:lnTo>
                        <a:pt x="84" y="19"/>
                      </a:lnTo>
                      <a:lnTo>
                        <a:pt x="93" y="16"/>
                      </a:lnTo>
                      <a:lnTo>
                        <a:pt x="102" y="15"/>
                      </a:lnTo>
                      <a:lnTo>
                        <a:pt x="109" y="15"/>
                      </a:lnTo>
                      <a:lnTo>
                        <a:pt x="109" y="0"/>
                      </a:lnTo>
                    </a:path>
                  </a:pathLst>
                </a:custGeom>
                <a:solidFill>
                  <a:srgbClr val="FFA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33" name="Google Shape;533;p6"/>
                <p:cNvCxnSpPr/>
                <p:nvPr/>
              </p:nvCxnSpPr>
              <p:spPr>
                <a:xfrm>
                  <a:off x="4483" y="1517"/>
                  <a:ext cx="0" cy="15"/>
                </a:xfrm>
                <a:prstGeom prst="straightConnector1">
                  <a:avLst/>
                </a:prstGeom>
                <a:noFill/>
                <a:ln cap="flat" cmpd="sng" w="12700">
                  <a:solidFill>
                    <a:srgbClr val="000000"/>
                  </a:solidFill>
                  <a:prstDash val="solid"/>
                  <a:miter lim="800000"/>
                  <a:headEnd len="sm" w="sm" type="none"/>
                  <a:tailEnd len="sm" w="sm" type="none"/>
                </a:ln>
              </p:spPr>
            </p:cxnSp>
          </p:grpSp>
        </p:grpSp>
      </p:grpSp>
      <p:grpSp>
        <p:nvGrpSpPr>
          <p:cNvPr id="534" name="Google Shape;534;p6"/>
          <p:cNvGrpSpPr/>
          <p:nvPr/>
        </p:nvGrpSpPr>
        <p:grpSpPr>
          <a:xfrm>
            <a:off x="814387" y="2041525"/>
            <a:ext cx="1171575" cy="920750"/>
            <a:chOff x="378" y="1610"/>
            <a:chExt cx="738" cy="580"/>
          </a:xfrm>
        </p:grpSpPr>
        <p:sp>
          <p:nvSpPr>
            <p:cNvPr id="535" name="Google Shape;535;p6"/>
            <p:cNvSpPr/>
            <p:nvPr/>
          </p:nvSpPr>
          <p:spPr>
            <a:xfrm>
              <a:off x="487" y="1715"/>
              <a:ext cx="44" cy="74"/>
            </a:xfrm>
            <a:custGeom>
              <a:rect b="b" l="l" r="r" t="t"/>
              <a:pathLst>
                <a:path extrusionOk="0" h="74" w="44">
                  <a:moveTo>
                    <a:pt x="36" y="0"/>
                  </a:moveTo>
                  <a:lnTo>
                    <a:pt x="0" y="73"/>
                  </a:lnTo>
                  <a:lnTo>
                    <a:pt x="9" y="72"/>
                  </a:lnTo>
                  <a:lnTo>
                    <a:pt x="43" y="0"/>
                  </a:lnTo>
                  <a:lnTo>
                    <a:pt x="36" y="0"/>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6" name="Google Shape;536;p6"/>
            <p:cNvSpPr/>
            <p:nvPr/>
          </p:nvSpPr>
          <p:spPr>
            <a:xfrm>
              <a:off x="563" y="1885"/>
              <a:ext cx="276" cy="31"/>
            </a:xfrm>
            <a:custGeom>
              <a:rect b="b" l="l" r="r" t="t"/>
              <a:pathLst>
                <a:path extrusionOk="0" h="31" w="276">
                  <a:moveTo>
                    <a:pt x="7" y="5"/>
                  </a:moveTo>
                  <a:lnTo>
                    <a:pt x="0" y="17"/>
                  </a:lnTo>
                  <a:lnTo>
                    <a:pt x="65" y="30"/>
                  </a:lnTo>
                  <a:lnTo>
                    <a:pt x="273" y="9"/>
                  </a:lnTo>
                  <a:lnTo>
                    <a:pt x="275" y="0"/>
                  </a:lnTo>
                  <a:lnTo>
                    <a:pt x="68" y="17"/>
                  </a:lnTo>
                  <a:lnTo>
                    <a:pt x="7" y="5"/>
                  </a:lnTo>
                </a:path>
              </a:pathLst>
            </a:custGeom>
            <a:solidFill>
              <a:srgbClr val="2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7" name="Google Shape;537;p6"/>
            <p:cNvSpPr/>
            <p:nvPr/>
          </p:nvSpPr>
          <p:spPr>
            <a:xfrm>
              <a:off x="969" y="1853"/>
              <a:ext cx="128" cy="42"/>
            </a:xfrm>
            <a:custGeom>
              <a:rect b="b" l="l" r="r" t="t"/>
              <a:pathLst>
                <a:path extrusionOk="0" h="42" w="128">
                  <a:moveTo>
                    <a:pt x="17" y="9"/>
                  </a:moveTo>
                  <a:lnTo>
                    <a:pt x="0" y="41"/>
                  </a:lnTo>
                  <a:lnTo>
                    <a:pt x="127" y="26"/>
                  </a:lnTo>
                  <a:lnTo>
                    <a:pt x="127" y="0"/>
                  </a:lnTo>
                  <a:lnTo>
                    <a:pt x="17" y="9"/>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8" name="Google Shape;538;p6"/>
            <p:cNvSpPr/>
            <p:nvPr/>
          </p:nvSpPr>
          <p:spPr>
            <a:xfrm>
              <a:off x="378" y="1937"/>
              <a:ext cx="67" cy="29"/>
            </a:xfrm>
            <a:custGeom>
              <a:rect b="b" l="l" r="r" t="t"/>
              <a:pathLst>
                <a:path extrusionOk="0" h="29" w="67">
                  <a:moveTo>
                    <a:pt x="0" y="0"/>
                  </a:moveTo>
                  <a:lnTo>
                    <a:pt x="9" y="13"/>
                  </a:lnTo>
                  <a:lnTo>
                    <a:pt x="56" y="28"/>
                  </a:lnTo>
                  <a:lnTo>
                    <a:pt x="66" y="18"/>
                  </a:lnTo>
                  <a:lnTo>
                    <a:pt x="0" y="0"/>
                  </a:lnTo>
                </a:path>
              </a:pathLst>
            </a:custGeom>
            <a:solidFill>
              <a:srgbClr val="2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9" name="Google Shape;539;p6"/>
            <p:cNvSpPr/>
            <p:nvPr/>
          </p:nvSpPr>
          <p:spPr>
            <a:xfrm>
              <a:off x="429" y="1864"/>
              <a:ext cx="84" cy="25"/>
            </a:xfrm>
            <a:custGeom>
              <a:rect b="b" l="l" r="r" t="t"/>
              <a:pathLst>
                <a:path extrusionOk="0" h="25" w="84">
                  <a:moveTo>
                    <a:pt x="68" y="24"/>
                  </a:moveTo>
                  <a:lnTo>
                    <a:pt x="83" y="9"/>
                  </a:lnTo>
                  <a:lnTo>
                    <a:pt x="0" y="0"/>
                  </a:lnTo>
                  <a:lnTo>
                    <a:pt x="14" y="18"/>
                  </a:lnTo>
                  <a:lnTo>
                    <a:pt x="68" y="24"/>
                  </a:lnTo>
                </a:path>
              </a:pathLst>
            </a:custGeom>
            <a:solidFill>
              <a:srgbClr val="2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0" name="Google Shape;540;p6"/>
            <p:cNvSpPr/>
            <p:nvPr/>
          </p:nvSpPr>
          <p:spPr>
            <a:xfrm>
              <a:off x="630" y="1656"/>
              <a:ext cx="481" cy="247"/>
            </a:xfrm>
            <a:custGeom>
              <a:rect b="b" l="l" r="r" t="t"/>
              <a:pathLst>
                <a:path extrusionOk="0" h="247" w="481">
                  <a:moveTo>
                    <a:pt x="0" y="246"/>
                  </a:moveTo>
                  <a:lnTo>
                    <a:pt x="43" y="0"/>
                  </a:lnTo>
                  <a:lnTo>
                    <a:pt x="272" y="15"/>
                  </a:lnTo>
                  <a:lnTo>
                    <a:pt x="480" y="194"/>
                  </a:lnTo>
                  <a:lnTo>
                    <a:pt x="355" y="209"/>
                  </a:lnTo>
                  <a:lnTo>
                    <a:pt x="0" y="246"/>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1" name="Google Shape;541;p6"/>
            <p:cNvSpPr/>
            <p:nvPr/>
          </p:nvSpPr>
          <p:spPr>
            <a:xfrm>
              <a:off x="426" y="1654"/>
              <a:ext cx="243" cy="248"/>
            </a:xfrm>
            <a:custGeom>
              <a:rect b="b" l="l" r="r" t="t"/>
              <a:pathLst>
                <a:path extrusionOk="0" h="248" w="243">
                  <a:moveTo>
                    <a:pt x="199" y="247"/>
                  </a:moveTo>
                  <a:lnTo>
                    <a:pt x="242" y="0"/>
                  </a:lnTo>
                  <a:lnTo>
                    <a:pt x="0" y="204"/>
                  </a:lnTo>
                  <a:lnTo>
                    <a:pt x="199" y="247"/>
                  </a:lnTo>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2" name="Google Shape;542;p6"/>
            <p:cNvSpPr/>
            <p:nvPr/>
          </p:nvSpPr>
          <p:spPr>
            <a:xfrm>
              <a:off x="547" y="1715"/>
              <a:ext cx="83" cy="84"/>
            </a:xfrm>
            <a:custGeom>
              <a:rect b="b" l="l" r="r" t="t"/>
              <a:pathLst>
                <a:path extrusionOk="0" h="84" w="83">
                  <a:moveTo>
                    <a:pt x="0" y="0"/>
                  </a:moveTo>
                  <a:lnTo>
                    <a:pt x="82" y="0"/>
                  </a:lnTo>
                  <a:lnTo>
                    <a:pt x="59" y="83"/>
                  </a:lnTo>
                  <a:lnTo>
                    <a:pt x="36" y="82"/>
                  </a:lnTo>
                  <a:lnTo>
                    <a:pt x="0" y="0"/>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3" name="Google Shape;543;p6"/>
            <p:cNvSpPr/>
            <p:nvPr/>
          </p:nvSpPr>
          <p:spPr>
            <a:xfrm>
              <a:off x="378" y="1895"/>
              <a:ext cx="57" cy="59"/>
            </a:xfrm>
            <a:custGeom>
              <a:rect b="b" l="l" r="r" t="t"/>
              <a:pathLst>
                <a:path extrusionOk="0" h="59" w="57">
                  <a:moveTo>
                    <a:pt x="56" y="58"/>
                  </a:moveTo>
                  <a:lnTo>
                    <a:pt x="56" y="0"/>
                  </a:lnTo>
                  <a:lnTo>
                    <a:pt x="0" y="38"/>
                  </a:lnTo>
                  <a:lnTo>
                    <a:pt x="56" y="58"/>
                  </a:lnTo>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44" name="Google Shape;544;p6"/>
            <p:cNvGrpSpPr/>
            <p:nvPr/>
          </p:nvGrpSpPr>
          <p:grpSpPr>
            <a:xfrm>
              <a:off x="386" y="1714"/>
              <a:ext cx="447" cy="475"/>
              <a:chOff x="386" y="1714"/>
              <a:chExt cx="447" cy="475"/>
            </a:xfrm>
          </p:grpSpPr>
          <p:sp>
            <p:nvSpPr>
              <p:cNvPr id="545" name="Google Shape;545;p6"/>
              <p:cNvSpPr/>
              <p:nvPr/>
            </p:nvSpPr>
            <p:spPr>
              <a:xfrm>
                <a:off x="386" y="1714"/>
                <a:ext cx="236" cy="472"/>
              </a:xfrm>
              <a:custGeom>
                <a:rect b="b" l="l" r="r" t="t"/>
                <a:pathLst>
                  <a:path extrusionOk="0" h="472" w="236">
                    <a:moveTo>
                      <a:pt x="104" y="172"/>
                    </a:moveTo>
                    <a:lnTo>
                      <a:pt x="103" y="78"/>
                    </a:lnTo>
                    <a:lnTo>
                      <a:pt x="143" y="0"/>
                    </a:lnTo>
                    <a:lnTo>
                      <a:pt x="194" y="89"/>
                    </a:lnTo>
                    <a:lnTo>
                      <a:pt x="207" y="89"/>
                    </a:lnTo>
                    <a:lnTo>
                      <a:pt x="207" y="141"/>
                    </a:lnTo>
                    <a:lnTo>
                      <a:pt x="172" y="187"/>
                    </a:lnTo>
                    <a:lnTo>
                      <a:pt x="235" y="203"/>
                    </a:lnTo>
                    <a:lnTo>
                      <a:pt x="234" y="471"/>
                    </a:lnTo>
                    <a:lnTo>
                      <a:pt x="1" y="372"/>
                    </a:lnTo>
                    <a:lnTo>
                      <a:pt x="0" y="310"/>
                    </a:lnTo>
                    <a:lnTo>
                      <a:pt x="0" y="232"/>
                    </a:lnTo>
                    <a:lnTo>
                      <a:pt x="53" y="253"/>
                    </a:lnTo>
                    <a:lnTo>
                      <a:pt x="52" y="159"/>
                    </a:lnTo>
                    <a:lnTo>
                      <a:pt x="104" y="172"/>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6" name="Google Shape;546;p6"/>
              <p:cNvSpPr/>
              <p:nvPr/>
            </p:nvSpPr>
            <p:spPr>
              <a:xfrm>
                <a:off x="436" y="1875"/>
                <a:ext cx="51" cy="26"/>
              </a:xfrm>
              <a:custGeom>
                <a:rect b="b" l="l" r="r" t="t"/>
                <a:pathLst>
                  <a:path extrusionOk="0" h="26" w="51">
                    <a:moveTo>
                      <a:pt x="0" y="0"/>
                    </a:moveTo>
                    <a:lnTo>
                      <a:pt x="4" y="14"/>
                    </a:lnTo>
                    <a:lnTo>
                      <a:pt x="50" y="25"/>
                    </a:lnTo>
                    <a:lnTo>
                      <a:pt x="50" y="11"/>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7" name="Google Shape;547;p6"/>
              <p:cNvSpPr/>
              <p:nvPr/>
            </p:nvSpPr>
            <p:spPr>
              <a:xfrm>
                <a:off x="563" y="1895"/>
                <a:ext cx="270" cy="42"/>
              </a:xfrm>
              <a:custGeom>
                <a:rect b="b" l="l" r="r" t="t"/>
                <a:pathLst>
                  <a:path extrusionOk="0" h="42" w="270">
                    <a:moveTo>
                      <a:pt x="0" y="7"/>
                    </a:moveTo>
                    <a:lnTo>
                      <a:pt x="2" y="24"/>
                    </a:lnTo>
                    <a:lnTo>
                      <a:pt x="65" y="41"/>
                    </a:lnTo>
                    <a:lnTo>
                      <a:pt x="269" y="19"/>
                    </a:lnTo>
                    <a:lnTo>
                      <a:pt x="269" y="0"/>
                    </a:lnTo>
                    <a:lnTo>
                      <a:pt x="64" y="20"/>
                    </a:lnTo>
                    <a:lnTo>
                      <a:pt x="0" y="7"/>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48" name="Google Shape;548;p6"/>
              <p:cNvSpPr/>
              <p:nvPr/>
            </p:nvSpPr>
            <p:spPr>
              <a:xfrm>
                <a:off x="386" y="2046"/>
                <a:ext cx="238" cy="143"/>
              </a:xfrm>
              <a:custGeom>
                <a:rect b="b" l="l" r="r" t="t"/>
                <a:pathLst>
                  <a:path extrusionOk="0" h="143" w="238">
                    <a:moveTo>
                      <a:pt x="0" y="0"/>
                    </a:moveTo>
                    <a:lnTo>
                      <a:pt x="237" y="94"/>
                    </a:lnTo>
                    <a:lnTo>
                      <a:pt x="234" y="142"/>
                    </a:lnTo>
                    <a:lnTo>
                      <a:pt x="0" y="45"/>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49" name="Google Shape;549;p6"/>
            <p:cNvGrpSpPr/>
            <p:nvPr/>
          </p:nvGrpSpPr>
          <p:grpSpPr>
            <a:xfrm>
              <a:off x="404" y="2074"/>
              <a:ext cx="181" cy="88"/>
              <a:chOff x="404" y="2074"/>
              <a:chExt cx="181" cy="88"/>
            </a:xfrm>
          </p:grpSpPr>
          <p:sp>
            <p:nvSpPr>
              <p:cNvPr id="550" name="Google Shape;550;p6"/>
              <p:cNvSpPr/>
              <p:nvPr/>
            </p:nvSpPr>
            <p:spPr>
              <a:xfrm>
                <a:off x="404" y="2074"/>
                <a:ext cx="19" cy="22"/>
              </a:xfrm>
              <a:custGeom>
                <a:rect b="b" l="l" r="r" t="t"/>
                <a:pathLst>
                  <a:path extrusionOk="0" h="22" w="19">
                    <a:moveTo>
                      <a:pt x="0" y="0"/>
                    </a:moveTo>
                    <a:lnTo>
                      <a:pt x="1" y="15"/>
                    </a:lnTo>
                    <a:lnTo>
                      <a:pt x="16" y="21"/>
                    </a:lnTo>
                    <a:lnTo>
                      <a:pt x="18" y="7"/>
                    </a:lnTo>
                    <a:lnTo>
                      <a:pt x="0" y="0"/>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1" name="Google Shape;551;p6"/>
              <p:cNvSpPr/>
              <p:nvPr/>
            </p:nvSpPr>
            <p:spPr>
              <a:xfrm>
                <a:off x="475" y="2103"/>
                <a:ext cx="21" cy="23"/>
              </a:xfrm>
              <a:custGeom>
                <a:rect b="b" l="l" r="r" t="t"/>
                <a:pathLst>
                  <a:path extrusionOk="0" h="23" w="21">
                    <a:moveTo>
                      <a:pt x="0" y="0"/>
                    </a:moveTo>
                    <a:lnTo>
                      <a:pt x="0" y="15"/>
                    </a:lnTo>
                    <a:lnTo>
                      <a:pt x="19" y="22"/>
                    </a:lnTo>
                    <a:lnTo>
                      <a:pt x="20" y="9"/>
                    </a:lnTo>
                    <a:lnTo>
                      <a:pt x="0" y="0"/>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2" name="Google Shape;552;p6"/>
              <p:cNvSpPr/>
              <p:nvPr/>
            </p:nvSpPr>
            <p:spPr>
              <a:xfrm>
                <a:off x="557" y="2135"/>
                <a:ext cx="28" cy="27"/>
              </a:xfrm>
              <a:custGeom>
                <a:rect b="b" l="l" r="r" t="t"/>
                <a:pathLst>
                  <a:path extrusionOk="0" h="27" w="28">
                    <a:moveTo>
                      <a:pt x="1" y="0"/>
                    </a:moveTo>
                    <a:lnTo>
                      <a:pt x="0" y="15"/>
                    </a:lnTo>
                    <a:lnTo>
                      <a:pt x="27" y="26"/>
                    </a:lnTo>
                    <a:lnTo>
                      <a:pt x="27" y="11"/>
                    </a:lnTo>
                    <a:lnTo>
                      <a:pt x="1" y="0"/>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53" name="Google Shape;553;p6"/>
            <p:cNvGrpSpPr/>
            <p:nvPr/>
          </p:nvGrpSpPr>
          <p:grpSpPr>
            <a:xfrm>
              <a:off x="547" y="1971"/>
              <a:ext cx="52" cy="108"/>
              <a:chOff x="547" y="1971"/>
              <a:chExt cx="52" cy="108"/>
            </a:xfrm>
          </p:grpSpPr>
          <p:sp>
            <p:nvSpPr>
              <p:cNvPr id="554" name="Google Shape;554;p6"/>
              <p:cNvSpPr/>
              <p:nvPr/>
            </p:nvSpPr>
            <p:spPr>
              <a:xfrm>
                <a:off x="552" y="1971"/>
                <a:ext cx="47" cy="102"/>
              </a:xfrm>
              <a:custGeom>
                <a:rect b="b" l="l" r="r" t="t"/>
                <a:pathLst>
                  <a:path extrusionOk="0" h="102" w="47">
                    <a:moveTo>
                      <a:pt x="46" y="101"/>
                    </a:moveTo>
                    <a:lnTo>
                      <a:pt x="46" y="90"/>
                    </a:lnTo>
                    <a:lnTo>
                      <a:pt x="46" y="23"/>
                    </a:lnTo>
                    <a:lnTo>
                      <a:pt x="42" y="15"/>
                    </a:lnTo>
                    <a:lnTo>
                      <a:pt x="36" y="6"/>
                    </a:lnTo>
                    <a:lnTo>
                      <a:pt x="28" y="1"/>
                    </a:lnTo>
                    <a:lnTo>
                      <a:pt x="16" y="0"/>
                    </a:lnTo>
                    <a:lnTo>
                      <a:pt x="6" y="4"/>
                    </a:lnTo>
                    <a:lnTo>
                      <a:pt x="0" y="12"/>
                    </a:lnTo>
                    <a:lnTo>
                      <a:pt x="0" y="83"/>
                    </a:lnTo>
                    <a:lnTo>
                      <a:pt x="46" y="101"/>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5" name="Google Shape;555;p6"/>
              <p:cNvSpPr/>
              <p:nvPr/>
            </p:nvSpPr>
            <p:spPr>
              <a:xfrm>
                <a:off x="547" y="1972"/>
                <a:ext cx="50" cy="107"/>
              </a:xfrm>
              <a:custGeom>
                <a:rect b="b" l="l" r="r" t="t"/>
                <a:pathLst>
                  <a:path extrusionOk="0" h="107" w="50">
                    <a:moveTo>
                      <a:pt x="48" y="106"/>
                    </a:moveTo>
                    <a:lnTo>
                      <a:pt x="49" y="91"/>
                    </a:lnTo>
                    <a:lnTo>
                      <a:pt x="48" y="25"/>
                    </a:lnTo>
                    <a:lnTo>
                      <a:pt x="46" y="19"/>
                    </a:lnTo>
                    <a:lnTo>
                      <a:pt x="42" y="12"/>
                    </a:lnTo>
                    <a:lnTo>
                      <a:pt x="38" y="7"/>
                    </a:lnTo>
                    <a:lnTo>
                      <a:pt x="31" y="3"/>
                    </a:lnTo>
                    <a:lnTo>
                      <a:pt x="19" y="0"/>
                    </a:lnTo>
                    <a:lnTo>
                      <a:pt x="9" y="3"/>
                    </a:lnTo>
                    <a:lnTo>
                      <a:pt x="4" y="7"/>
                    </a:lnTo>
                    <a:lnTo>
                      <a:pt x="2" y="13"/>
                    </a:lnTo>
                    <a:lnTo>
                      <a:pt x="0" y="20"/>
                    </a:lnTo>
                    <a:lnTo>
                      <a:pt x="1" y="88"/>
                    </a:lnTo>
                    <a:lnTo>
                      <a:pt x="48" y="10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6" name="Google Shape;556;p6"/>
              <p:cNvSpPr/>
              <p:nvPr/>
            </p:nvSpPr>
            <p:spPr>
              <a:xfrm>
                <a:off x="556" y="1986"/>
                <a:ext cx="11" cy="69"/>
              </a:xfrm>
              <a:custGeom>
                <a:rect b="b" l="l" r="r" t="t"/>
                <a:pathLst>
                  <a:path extrusionOk="0" h="69" w="11">
                    <a:moveTo>
                      <a:pt x="0" y="68"/>
                    </a:moveTo>
                    <a:lnTo>
                      <a:pt x="1" y="48"/>
                    </a:lnTo>
                    <a:lnTo>
                      <a:pt x="1" y="27"/>
                    </a:lnTo>
                    <a:lnTo>
                      <a:pt x="0" y="16"/>
                    </a:lnTo>
                    <a:lnTo>
                      <a:pt x="2" y="5"/>
                    </a:lnTo>
                    <a:lnTo>
                      <a:pt x="10" y="0"/>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57" name="Google Shape;557;p6"/>
              <p:cNvSpPr/>
              <p:nvPr/>
            </p:nvSpPr>
            <p:spPr>
              <a:xfrm>
                <a:off x="558" y="1986"/>
                <a:ext cx="27" cy="76"/>
              </a:xfrm>
              <a:custGeom>
                <a:rect b="b" l="l" r="r" t="t"/>
                <a:pathLst>
                  <a:path extrusionOk="0" h="76" w="27">
                    <a:moveTo>
                      <a:pt x="0" y="65"/>
                    </a:moveTo>
                    <a:lnTo>
                      <a:pt x="0" y="14"/>
                    </a:lnTo>
                    <a:lnTo>
                      <a:pt x="0" y="5"/>
                    </a:lnTo>
                    <a:lnTo>
                      <a:pt x="5" y="2"/>
                    </a:lnTo>
                    <a:lnTo>
                      <a:pt x="9" y="0"/>
                    </a:lnTo>
                    <a:lnTo>
                      <a:pt x="16" y="2"/>
                    </a:lnTo>
                    <a:lnTo>
                      <a:pt x="23" y="6"/>
                    </a:lnTo>
                    <a:lnTo>
                      <a:pt x="25" y="17"/>
                    </a:lnTo>
                    <a:lnTo>
                      <a:pt x="26" y="75"/>
                    </a:lnTo>
                    <a:lnTo>
                      <a:pt x="0" y="65"/>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58" name="Google Shape;558;p6"/>
              <p:cNvCxnSpPr/>
              <p:nvPr/>
            </p:nvCxnSpPr>
            <p:spPr>
              <a:xfrm rot="10800000">
                <a:off x="573" y="1983"/>
                <a:ext cx="0" cy="82"/>
              </a:xfrm>
              <a:prstGeom prst="straightConnector1">
                <a:avLst/>
              </a:prstGeom>
              <a:noFill/>
              <a:ln cap="flat" cmpd="sng" w="12700">
                <a:solidFill>
                  <a:srgbClr val="603000"/>
                </a:solidFill>
                <a:prstDash val="solid"/>
                <a:miter lim="800000"/>
                <a:headEnd len="sm" w="sm" type="none"/>
                <a:tailEnd len="sm" w="sm" type="none"/>
              </a:ln>
            </p:spPr>
          </p:cxnSp>
          <p:cxnSp>
            <p:nvCxnSpPr>
              <p:cNvPr id="559" name="Google Shape;559;p6"/>
              <p:cNvCxnSpPr/>
              <p:nvPr/>
            </p:nvCxnSpPr>
            <p:spPr>
              <a:xfrm>
                <a:off x="563" y="2014"/>
                <a:ext cx="22" cy="0"/>
              </a:xfrm>
              <a:prstGeom prst="straightConnector1">
                <a:avLst/>
              </a:prstGeom>
              <a:noFill/>
              <a:ln cap="flat" cmpd="sng" w="12700">
                <a:solidFill>
                  <a:srgbClr val="603000"/>
                </a:solidFill>
                <a:prstDash val="solid"/>
                <a:miter lim="800000"/>
                <a:headEnd len="sm" w="sm" type="none"/>
                <a:tailEnd len="sm" w="sm" type="none"/>
              </a:ln>
            </p:spPr>
          </p:cxnSp>
          <p:cxnSp>
            <p:nvCxnSpPr>
              <p:cNvPr id="560" name="Google Shape;560;p6"/>
              <p:cNvCxnSpPr/>
              <p:nvPr/>
            </p:nvCxnSpPr>
            <p:spPr>
              <a:xfrm>
                <a:off x="563" y="2043"/>
                <a:ext cx="23" cy="1"/>
              </a:xfrm>
              <a:prstGeom prst="straightConnector1">
                <a:avLst/>
              </a:prstGeom>
              <a:noFill/>
              <a:ln cap="flat" cmpd="sng" w="12700">
                <a:solidFill>
                  <a:srgbClr val="603000"/>
                </a:solidFill>
                <a:prstDash val="solid"/>
                <a:miter lim="800000"/>
                <a:headEnd len="sm" w="sm" type="none"/>
                <a:tailEnd len="sm" w="sm" type="none"/>
              </a:ln>
            </p:spPr>
          </p:cxnSp>
        </p:grpSp>
        <p:grpSp>
          <p:nvGrpSpPr>
            <p:cNvPr id="561" name="Google Shape;561;p6"/>
            <p:cNvGrpSpPr/>
            <p:nvPr/>
          </p:nvGrpSpPr>
          <p:grpSpPr>
            <a:xfrm>
              <a:off x="626" y="1673"/>
              <a:ext cx="490" cy="517"/>
              <a:chOff x="626" y="1673"/>
              <a:chExt cx="490" cy="517"/>
            </a:xfrm>
          </p:grpSpPr>
          <p:sp>
            <p:nvSpPr>
              <p:cNvPr id="562" name="Google Shape;562;p6"/>
              <p:cNvSpPr/>
              <p:nvPr/>
            </p:nvSpPr>
            <p:spPr>
              <a:xfrm>
                <a:off x="626" y="2020"/>
                <a:ext cx="471" cy="170"/>
              </a:xfrm>
              <a:custGeom>
                <a:rect b="b" l="l" r="r" t="t"/>
                <a:pathLst>
                  <a:path extrusionOk="0" h="170" w="471">
                    <a:moveTo>
                      <a:pt x="1" y="114"/>
                    </a:moveTo>
                    <a:lnTo>
                      <a:pt x="470" y="0"/>
                    </a:lnTo>
                    <a:lnTo>
                      <a:pt x="470" y="45"/>
                    </a:lnTo>
                    <a:lnTo>
                      <a:pt x="0" y="169"/>
                    </a:lnTo>
                    <a:lnTo>
                      <a:pt x="1" y="11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3" name="Google Shape;563;p6"/>
              <p:cNvSpPr/>
              <p:nvPr/>
            </p:nvSpPr>
            <p:spPr>
              <a:xfrm>
                <a:off x="626" y="1676"/>
                <a:ext cx="471" cy="463"/>
              </a:xfrm>
              <a:custGeom>
                <a:rect b="b" l="l" r="r" t="t"/>
                <a:pathLst>
                  <a:path extrusionOk="0" h="463" w="471">
                    <a:moveTo>
                      <a:pt x="0" y="462"/>
                    </a:moveTo>
                    <a:lnTo>
                      <a:pt x="0" y="263"/>
                    </a:lnTo>
                    <a:lnTo>
                      <a:pt x="208" y="238"/>
                    </a:lnTo>
                    <a:lnTo>
                      <a:pt x="208" y="114"/>
                    </a:lnTo>
                    <a:lnTo>
                      <a:pt x="290" y="0"/>
                    </a:lnTo>
                    <a:lnTo>
                      <a:pt x="356" y="107"/>
                    </a:lnTo>
                    <a:lnTo>
                      <a:pt x="356" y="216"/>
                    </a:lnTo>
                    <a:lnTo>
                      <a:pt x="470" y="202"/>
                    </a:lnTo>
                    <a:lnTo>
                      <a:pt x="470" y="351"/>
                    </a:lnTo>
                    <a:lnTo>
                      <a:pt x="0" y="462"/>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4" name="Google Shape;564;p6"/>
              <p:cNvSpPr/>
              <p:nvPr/>
            </p:nvSpPr>
            <p:spPr>
              <a:xfrm>
                <a:off x="806" y="1673"/>
                <a:ext cx="108" cy="203"/>
              </a:xfrm>
              <a:custGeom>
                <a:rect b="b" l="l" r="r" t="t"/>
                <a:pathLst>
                  <a:path extrusionOk="0" h="203" w="108">
                    <a:moveTo>
                      <a:pt x="32" y="202"/>
                    </a:moveTo>
                    <a:lnTo>
                      <a:pt x="7" y="169"/>
                    </a:lnTo>
                    <a:lnTo>
                      <a:pt x="0" y="116"/>
                    </a:lnTo>
                    <a:lnTo>
                      <a:pt x="20" y="117"/>
                    </a:lnTo>
                    <a:lnTo>
                      <a:pt x="20" y="108"/>
                    </a:lnTo>
                    <a:lnTo>
                      <a:pt x="96" y="0"/>
                    </a:lnTo>
                    <a:lnTo>
                      <a:pt x="107" y="4"/>
                    </a:lnTo>
                    <a:lnTo>
                      <a:pt x="32" y="117"/>
                    </a:lnTo>
                    <a:lnTo>
                      <a:pt x="32" y="20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5" name="Google Shape;565;p6"/>
              <p:cNvSpPr/>
              <p:nvPr/>
            </p:nvSpPr>
            <p:spPr>
              <a:xfrm>
                <a:off x="987" y="1853"/>
                <a:ext cx="129" cy="15"/>
              </a:xfrm>
              <a:custGeom>
                <a:rect b="b" l="l" r="r" t="t"/>
                <a:pathLst>
                  <a:path extrusionOk="0" h="15" w="129">
                    <a:moveTo>
                      <a:pt x="3" y="14"/>
                    </a:moveTo>
                    <a:lnTo>
                      <a:pt x="128" y="4"/>
                    </a:lnTo>
                    <a:lnTo>
                      <a:pt x="119" y="0"/>
                    </a:lnTo>
                    <a:lnTo>
                      <a:pt x="0" y="8"/>
                    </a:lnTo>
                    <a:lnTo>
                      <a:pt x="3" y="14"/>
                    </a:lnTo>
                  </a:path>
                </a:pathLst>
              </a:custGeom>
              <a:solidFill>
                <a:srgbClr val="2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66" name="Google Shape;566;p6"/>
            <p:cNvGrpSpPr/>
            <p:nvPr/>
          </p:nvGrpSpPr>
          <p:grpSpPr>
            <a:xfrm>
              <a:off x="750" y="1610"/>
              <a:ext cx="97" cy="75"/>
              <a:chOff x="750" y="1610"/>
              <a:chExt cx="97" cy="75"/>
            </a:xfrm>
          </p:grpSpPr>
          <p:grpSp>
            <p:nvGrpSpPr>
              <p:cNvPr id="567" name="Google Shape;567;p6"/>
              <p:cNvGrpSpPr/>
              <p:nvPr/>
            </p:nvGrpSpPr>
            <p:grpSpPr>
              <a:xfrm>
                <a:off x="750" y="1610"/>
                <a:ext cx="26" cy="70"/>
                <a:chOff x="750" y="1610"/>
                <a:chExt cx="26" cy="70"/>
              </a:xfrm>
            </p:grpSpPr>
            <p:sp>
              <p:nvSpPr>
                <p:cNvPr id="568" name="Google Shape;568;p6"/>
                <p:cNvSpPr/>
                <p:nvPr/>
              </p:nvSpPr>
              <p:spPr>
                <a:xfrm>
                  <a:off x="750" y="1610"/>
                  <a:ext cx="15" cy="70"/>
                </a:xfrm>
                <a:custGeom>
                  <a:rect b="b" l="l" r="r" t="t"/>
                  <a:pathLst>
                    <a:path extrusionOk="0" h="70" w="15">
                      <a:moveTo>
                        <a:pt x="0" y="46"/>
                      </a:moveTo>
                      <a:lnTo>
                        <a:pt x="0" y="0"/>
                      </a:lnTo>
                      <a:lnTo>
                        <a:pt x="14" y="0"/>
                      </a:lnTo>
                      <a:lnTo>
                        <a:pt x="14" y="69"/>
                      </a:lnTo>
                      <a:lnTo>
                        <a:pt x="0" y="46"/>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69" name="Google Shape;569;p6"/>
                <p:cNvSpPr/>
                <p:nvPr/>
              </p:nvSpPr>
              <p:spPr>
                <a:xfrm>
                  <a:off x="770" y="1610"/>
                  <a:ext cx="6" cy="70"/>
                </a:xfrm>
                <a:custGeom>
                  <a:rect b="b" l="l" r="r" t="t"/>
                  <a:pathLst>
                    <a:path extrusionOk="0" h="70" w="6">
                      <a:moveTo>
                        <a:pt x="0" y="0"/>
                      </a:moveTo>
                      <a:lnTo>
                        <a:pt x="5" y="0"/>
                      </a:lnTo>
                      <a:lnTo>
                        <a:pt x="5" y="69"/>
                      </a:lnTo>
                      <a:lnTo>
                        <a:pt x="0" y="68"/>
                      </a:lnTo>
                      <a:lnTo>
                        <a:pt x="0" y="0"/>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570" name="Google Shape;570;p6"/>
              <p:cNvGrpSpPr/>
              <p:nvPr/>
            </p:nvGrpSpPr>
            <p:grpSpPr>
              <a:xfrm>
                <a:off x="822" y="1615"/>
                <a:ext cx="25" cy="70"/>
                <a:chOff x="822" y="1615"/>
                <a:chExt cx="25" cy="70"/>
              </a:xfrm>
            </p:grpSpPr>
            <p:sp>
              <p:nvSpPr>
                <p:cNvPr id="571" name="Google Shape;571;p6"/>
                <p:cNvSpPr/>
                <p:nvPr/>
              </p:nvSpPr>
              <p:spPr>
                <a:xfrm>
                  <a:off x="822" y="1615"/>
                  <a:ext cx="14" cy="70"/>
                </a:xfrm>
                <a:custGeom>
                  <a:rect b="b" l="l" r="r" t="t"/>
                  <a:pathLst>
                    <a:path extrusionOk="0" h="70" w="14">
                      <a:moveTo>
                        <a:pt x="0" y="46"/>
                      </a:moveTo>
                      <a:lnTo>
                        <a:pt x="0" y="0"/>
                      </a:lnTo>
                      <a:lnTo>
                        <a:pt x="13" y="0"/>
                      </a:lnTo>
                      <a:lnTo>
                        <a:pt x="13" y="69"/>
                      </a:lnTo>
                      <a:lnTo>
                        <a:pt x="0" y="46"/>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2" name="Google Shape;572;p6"/>
                <p:cNvSpPr/>
                <p:nvPr/>
              </p:nvSpPr>
              <p:spPr>
                <a:xfrm>
                  <a:off x="841" y="1615"/>
                  <a:ext cx="6" cy="70"/>
                </a:xfrm>
                <a:custGeom>
                  <a:rect b="b" l="l" r="r" t="t"/>
                  <a:pathLst>
                    <a:path extrusionOk="0" h="70" w="6">
                      <a:moveTo>
                        <a:pt x="0" y="0"/>
                      </a:moveTo>
                      <a:lnTo>
                        <a:pt x="5" y="0"/>
                      </a:lnTo>
                      <a:lnTo>
                        <a:pt x="5" y="69"/>
                      </a:lnTo>
                      <a:lnTo>
                        <a:pt x="0" y="68"/>
                      </a:lnTo>
                      <a:lnTo>
                        <a:pt x="0" y="0"/>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573" name="Google Shape;573;p6"/>
            <p:cNvSpPr/>
            <p:nvPr/>
          </p:nvSpPr>
          <p:spPr>
            <a:xfrm>
              <a:off x="793" y="1674"/>
              <a:ext cx="110" cy="116"/>
            </a:xfrm>
            <a:custGeom>
              <a:rect b="b" l="l" r="r" t="t"/>
              <a:pathLst>
                <a:path extrusionOk="0" h="116" w="110">
                  <a:moveTo>
                    <a:pt x="109" y="0"/>
                  </a:moveTo>
                  <a:lnTo>
                    <a:pt x="34" y="106"/>
                  </a:lnTo>
                  <a:lnTo>
                    <a:pt x="34" y="113"/>
                  </a:lnTo>
                  <a:lnTo>
                    <a:pt x="11" y="115"/>
                  </a:lnTo>
                  <a:lnTo>
                    <a:pt x="0" y="107"/>
                  </a:lnTo>
                  <a:lnTo>
                    <a:pt x="17" y="4"/>
                  </a:lnTo>
                  <a:lnTo>
                    <a:pt x="109" y="0"/>
                  </a:lnTo>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74" name="Google Shape;574;p6"/>
            <p:cNvGrpSpPr/>
            <p:nvPr/>
          </p:nvGrpSpPr>
          <p:grpSpPr>
            <a:xfrm>
              <a:off x="858" y="1932"/>
              <a:ext cx="130" cy="206"/>
              <a:chOff x="858" y="1932"/>
              <a:chExt cx="130" cy="206"/>
            </a:xfrm>
          </p:grpSpPr>
          <p:sp>
            <p:nvSpPr>
              <p:cNvPr id="575" name="Google Shape;575;p6"/>
              <p:cNvSpPr/>
              <p:nvPr/>
            </p:nvSpPr>
            <p:spPr>
              <a:xfrm>
                <a:off x="858" y="1933"/>
                <a:ext cx="92" cy="153"/>
              </a:xfrm>
              <a:custGeom>
                <a:rect b="b" l="l" r="r" t="t"/>
                <a:pathLst>
                  <a:path extrusionOk="0" h="153" w="92">
                    <a:moveTo>
                      <a:pt x="0" y="152"/>
                    </a:moveTo>
                    <a:lnTo>
                      <a:pt x="0" y="43"/>
                    </a:lnTo>
                    <a:lnTo>
                      <a:pt x="2" y="31"/>
                    </a:lnTo>
                    <a:lnTo>
                      <a:pt x="5" y="25"/>
                    </a:lnTo>
                    <a:lnTo>
                      <a:pt x="10" y="15"/>
                    </a:lnTo>
                    <a:lnTo>
                      <a:pt x="18" y="9"/>
                    </a:lnTo>
                    <a:lnTo>
                      <a:pt x="25" y="5"/>
                    </a:lnTo>
                    <a:lnTo>
                      <a:pt x="37" y="1"/>
                    </a:lnTo>
                    <a:lnTo>
                      <a:pt x="52" y="0"/>
                    </a:lnTo>
                    <a:lnTo>
                      <a:pt x="64" y="2"/>
                    </a:lnTo>
                    <a:lnTo>
                      <a:pt x="74" y="9"/>
                    </a:lnTo>
                    <a:lnTo>
                      <a:pt x="81" y="17"/>
                    </a:lnTo>
                    <a:lnTo>
                      <a:pt x="86" y="24"/>
                    </a:lnTo>
                    <a:lnTo>
                      <a:pt x="90" y="30"/>
                    </a:lnTo>
                    <a:lnTo>
                      <a:pt x="91" y="37"/>
                    </a:lnTo>
                    <a:lnTo>
                      <a:pt x="91" y="43"/>
                    </a:lnTo>
                    <a:lnTo>
                      <a:pt x="91" y="118"/>
                    </a:lnTo>
                    <a:lnTo>
                      <a:pt x="0" y="152"/>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6" name="Google Shape;576;p6"/>
              <p:cNvSpPr/>
              <p:nvPr/>
            </p:nvSpPr>
            <p:spPr>
              <a:xfrm>
                <a:off x="864" y="1932"/>
                <a:ext cx="91" cy="167"/>
              </a:xfrm>
              <a:custGeom>
                <a:rect b="b" l="l" r="r" t="t"/>
                <a:pathLst>
                  <a:path extrusionOk="0" h="167" w="91">
                    <a:moveTo>
                      <a:pt x="0" y="166"/>
                    </a:moveTo>
                    <a:lnTo>
                      <a:pt x="0" y="43"/>
                    </a:lnTo>
                    <a:lnTo>
                      <a:pt x="1" y="31"/>
                    </a:lnTo>
                    <a:lnTo>
                      <a:pt x="5" y="25"/>
                    </a:lnTo>
                    <a:lnTo>
                      <a:pt x="10" y="15"/>
                    </a:lnTo>
                    <a:lnTo>
                      <a:pt x="17" y="9"/>
                    </a:lnTo>
                    <a:lnTo>
                      <a:pt x="25" y="4"/>
                    </a:lnTo>
                    <a:lnTo>
                      <a:pt x="37" y="0"/>
                    </a:lnTo>
                    <a:lnTo>
                      <a:pt x="51" y="0"/>
                    </a:lnTo>
                    <a:lnTo>
                      <a:pt x="64" y="2"/>
                    </a:lnTo>
                    <a:lnTo>
                      <a:pt x="74" y="9"/>
                    </a:lnTo>
                    <a:lnTo>
                      <a:pt x="81" y="17"/>
                    </a:lnTo>
                    <a:lnTo>
                      <a:pt x="86" y="23"/>
                    </a:lnTo>
                    <a:lnTo>
                      <a:pt x="90" y="31"/>
                    </a:lnTo>
                    <a:lnTo>
                      <a:pt x="90" y="37"/>
                    </a:lnTo>
                    <a:lnTo>
                      <a:pt x="90" y="43"/>
                    </a:lnTo>
                    <a:lnTo>
                      <a:pt x="90" y="128"/>
                    </a:lnTo>
                    <a:lnTo>
                      <a:pt x="0" y="16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7" name="Google Shape;577;p6"/>
              <p:cNvSpPr/>
              <p:nvPr/>
            </p:nvSpPr>
            <p:spPr>
              <a:xfrm>
                <a:off x="886" y="1954"/>
                <a:ext cx="17" cy="95"/>
              </a:xfrm>
              <a:custGeom>
                <a:rect b="b" l="l" r="r" t="t"/>
                <a:pathLst>
                  <a:path extrusionOk="0" h="95" w="17">
                    <a:moveTo>
                      <a:pt x="16" y="0"/>
                    </a:moveTo>
                    <a:lnTo>
                      <a:pt x="9" y="2"/>
                    </a:lnTo>
                    <a:lnTo>
                      <a:pt x="5" y="6"/>
                    </a:lnTo>
                    <a:lnTo>
                      <a:pt x="1" y="11"/>
                    </a:lnTo>
                    <a:lnTo>
                      <a:pt x="1" y="17"/>
                    </a:lnTo>
                    <a:lnTo>
                      <a:pt x="0" y="25"/>
                    </a:lnTo>
                    <a:lnTo>
                      <a:pt x="0" y="94"/>
                    </a:lnTo>
                    <a:lnTo>
                      <a:pt x="16" y="88"/>
                    </a:lnTo>
                    <a:lnTo>
                      <a:pt x="16" y="0"/>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8" name="Google Shape;578;p6"/>
              <p:cNvSpPr/>
              <p:nvPr/>
            </p:nvSpPr>
            <p:spPr>
              <a:xfrm>
                <a:off x="917" y="1954"/>
                <a:ext cx="18" cy="98"/>
              </a:xfrm>
              <a:custGeom>
                <a:rect b="b" l="l" r="r" t="t"/>
                <a:pathLst>
                  <a:path extrusionOk="0" h="98" w="18">
                    <a:moveTo>
                      <a:pt x="17" y="97"/>
                    </a:moveTo>
                    <a:lnTo>
                      <a:pt x="17" y="28"/>
                    </a:lnTo>
                    <a:lnTo>
                      <a:pt x="17" y="21"/>
                    </a:lnTo>
                    <a:lnTo>
                      <a:pt x="16" y="13"/>
                    </a:lnTo>
                    <a:lnTo>
                      <a:pt x="13" y="8"/>
                    </a:lnTo>
                    <a:lnTo>
                      <a:pt x="9" y="4"/>
                    </a:lnTo>
                    <a:lnTo>
                      <a:pt x="3" y="0"/>
                    </a:lnTo>
                    <a:lnTo>
                      <a:pt x="0" y="0"/>
                    </a:lnTo>
                    <a:lnTo>
                      <a:pt x="7" y="5"/>
                    </a:lnTo>
                    <a:lnTo>
                      <a:pt x="10" y="7"/>
                    </a:lnTo>
                    <a:lnTo>
                      <a:pt x="12" y="12"/>
                    </a:lnTo>
                    <a:lnTo>
                      <a:pt x="12" y="16"/>
                    </a:lnTo>
                    <a:lnTo>
                      <a:pt x="12" y="94"/>
                    </a:lnTo>
                    <a:lnTo>
                      <a:pt x="17" y="97"/>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9" name="Google Shape;579;p6"/>
              <p:cNvSpPr/>
              <p:nvPr/>
            </p:nvSpPr>
            <p:spPr>
              <a:xfrm>
                <a:off x="910" y="1954"/>
                <a:ext cx="19" cy="96"/>
              </a:xfrm>
              <a:custGeom>
                <a:rect b="b" l="l" r="r" t="t"/>
                <a:pathLst>
                  <a:path extrusionOk="0" h="96" w="19">
                    <a:moveTo>
                      <a:pt x="18" y="95"/>
                    </a:moveTo>
                    <a:lnTo>
                      <a:pt x="18" y="17"/>
                    </a:lnTo>
                    <a:lnTo>
                      <a:pt x="17" y="9"/>
                    </a:lnTo>
                    <a:lnTo>
                      <a:pt x="14" y="4"/>
                    </a:lnTo>
                    <a:lnTo>
                      <a:pt x="10" y="1"/>
                    </a:lnTo>
                    <a:lnTo>
                      <a:pt x="6" y="0"/>
                    </a:lnTo>
                    <a:lnTo>
                      <a:pt x="3" y="0"/>
                    </a:lnTo>
                    <a:lnTo>
                      <a:pt x="0" y="0"/>
                    </a:lnTo>
                    <a:lnTo>
                      <a:pt x="0" y="89"/>
                    </a:lnTo>
                    <a:lnTo>
                      <a:pt x="18" y="95"/>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580" name="Google Shape;580;p6"/>
              <p:cNvGrpSpPr/>
              <p:nvPr/>
            </p:nvGrpSpPr>
            <p:grpSpPr>
              <a:xfrm>
                <a:off x="886" y="2050"/>
                <a:ext cx="102" cy="88"/>
                <a:chOff x="886" y="2050"/>
                <a:chExt cx="102" cy="88"/>
              </a:xfrm>
            </p:grpSpPr>
            <p:sp>
              <p:nvSpPr>
                <p:cNvPr id="581" name="Google Shape;581;p6"/>
                <p:cNvSpPr/>
                <p:nvPr/>
              </p:nvSpPr>
              <p:spPr>
                <a:xfrm>
                  <a:off x="925" y="2107"/>
                  <a:ext cx="62" cy="17"/>
                </a:xfrm>
                <a:custGeom>
                  <a:rect b="b" l="l" r="r" t="t"/>
                  <a:pathLst>
                    <a:path extrusionOk="0" h="17" w="62">
                      <a:moveTo>
                        <a:pt x="0" y="13"/>
                      </a:moveTo>
                      <a:lnTo>
                        <a:pt x="52" y="0"/>
                      </a:lnTo>
                      <a:lnTo>
                        <a:pt x="61" y="3"/>
                      </a:lnTo>
                      <a:lnTo>
                        <a:pt x="10" y="16"/>
                      </a:lnTo>
                      <a:lnTo>
                        <a:pt x="0" y="13"/>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2" name="Google Shape;582;p6"/>
                <p:cNvSpPr/>
                <p:nvPr/>
              </p:nvSpPr>
              <p:spPr>
                <a:xfrm>
                  <a:off x="886" y="2050"/>
                  <a:ext cx="51" cy="17"/>
                </a:xfrm>
                <a:custGeom>
                  <a:rect b="b" l="l" r="r" t="t"/>
                  <a:pathLst>
                    <a:path extrusionOk="0" h="17" w="51">
                      <a:moveTo>
                        <a:pt x="0" y="16"/>
                      </a:moveTo>
                      <a:lnTo>
                        <a:pt x="1" y="3"/>
                      </a:lnTo>
                      <a:lnTo>
                        <a:pt x="22" y="0"/>
                      </a:lnTo>
                      <a:lnTo>
                        <a:pt x="50" y="7"/>
                      </a:lnTo>
                      <a:lnTo>
                        <a:pt x="0" y="16"/>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3" name="Google Shape;583;p6"/>
                <p:cNvSpPr/>
                <p:nvPr/>
              </p:nvSpPr>
              <p:spPr>
                <a:xfrm>
                  <a:off x="888" y="2060"/>
                  <a:ext cx="65" cy="9"/>
                </a:xfrm>
                <a:custGeom>
                  <a:rect b="b" l="l" r="r" t="t"/>
                  <a:pathLst>
                    <a:path extrusionOk="0" h="9" w="65">
                      <a:moveTo>
                        <a:pt x="0" y="7"/>
                      </a:moveTo>
                      <a:lnTo>
                        <a:pt x="52" y="0"/>
                      </a:lnTo>
                      <a:lnTo>
                        <a:pt x="64" y="2"/>
                      </a:lnTo>
                      <a:lnTo>
                        <a:pt x="12" y="8"/>
                      </a:lnTo>
                      <a:lnTo>
                        <a:pt x="0" y="7"/>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4" name="Google Shape;584;p6"/>
                <p:cNvSpPr/>
                <p:nvPr/>
              </p:nvSpPr>
              <p:spPr>
                <a:xfrm>
                  <a:off x="904" y="2063"/>
                  <a:ext cx="49" cy="20"/>
                </a:xfrm>
                <a:custGeom>
                  <a:rect b="b" l="l" r="r" t="t"/>
                  <a:pathLst>
                    <a:path extrusionOk="0" h="20" w="49">
                      <a:moveTo>
                        <a:pt x="0" y="9"/>
                      </a:moveTo>
                      <a:lnTo>
                        <a:pt x="0" y="19"/>
                      </a:lnTo>
                      <a:lnTo>
                        <a:pt x="48" y="8"/>
                      </a:lnTo>
                      <a:lnTo>
                        <a:pt x="48" y="0"/>
                      </a:lnTo>
                      <a:lnTo>
                        <a:pt x="0" y="9"/>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5" name="Google Shape;585;p6"/>
                <p:cNvSpPr/>
                <p:nvPr/>
              </p:nvSpPr>
              <p:spPr>
                <a:xfrm>
                  <a:off x="903" y="2074"/>
                  <a:ext cx="63" cy="13"/>
                </a:xfrm>
                <a:custGeom>
                  <a:rect b="b" l="l" r="r" t="t"/>
                  <a:pathLst>
                    <a:path extrusionOk="0" h="13" w="63">
                      <a:moveTo>
                        <a:pt x="0" y="9"/>
                      </a:moveTo>
                      <a:lnTo>
                        <a:pt x="50" y="0"/>
                      </a:lnTo>
                      <a:lnTo>
                        <a:pt x="62" y="3"/>
                      </a:lnTo>
                      <a:lnTo>
                        <a:pt x="11" y="12"/>
                      </a:lnTo>
                      <a:lnTo>
                        <a:pt x="0" y="9"/>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6" name="Google Shape;586;p6"/>
                <p:cNvSpPr/>
                <p:nvPr/>
              </p:nvSpPr>
              <p:spPr>
                <a:xfrm>
                  <a:off x="915" y="2079"/>
                  <a:ext cx="51" cy="23"/>
                </a:xfrm>
                <a:custGeom>
                  <a:rect b="b" l="l" r="r" t="t"/>
                  <a:pathLst>
                    <a:path extrusionOk="0" h="23" w="51">
                      <a:moveTo>
                        <a:pt x="0" y="11"/>
                      </a:moveTo>
                      <a:lnTo>
                        <a:pt x="0" y="22"/>
                      </a:lnTo>
                      <a:lnTo>
                        <a:pt x="50" y="10"/>
                      </a:lnTo>
                      <a:lnTo>
                        <a:pt x="50" y="0"/>
                      </a:lnTo>
                      <a:lnTo>
                        <a:pt x="0" y="11"/>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7" name="Google Shape;587;p6"/>
                <p:cNvSpPr/>
                <p:nvPr/>
              </p:nvSpPr>
              <p:spPr>
                <a:xfrm>
                  <a:off x="915" y="2091"/>
                  <a:ext cx="62" cy="15"/>
                </a:xfrm>
                <a:custGeom>
                  <a:rect b="b" l="l" r="r" t="t"/>
                  <a:pathLst>
                    <a:path extrusionOk="0" h="15" w="62">
                      <a:moveTo>
                        <a:pt x="0" y="11"/>
                      </a:moveTo>
                      <a:lnTo>
                        <a:pt x="52" y="0"/>
                      </a:lnTo>
                      <a:lnTo>
                        <a:pt x="61" y="2"/>
                      </a:lnTo>
                      <a:lnTo>
                        <a:pt x="10" y="14"/>
                      </a:lnTo>
                      <a:lnTo>
                        <a:pt x="0" y="11"/>
                      </a:lnTo>
                    </a:path>
                  </a:pathLst>
                </a:custGeom>
                <a:solidFill>
                  <a:srgbClr val="804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8" name="Google Shape;588;p6"/>
                <p:cNvSpPr/>
                <p:nvPr/>
              </p:nvSpPr>
              <p:spPr>
                <a:xfrm>
                  <a:off x="926" y="2094"/>
                  <a:ext cx="51" cy="26"/>
                </a:xfrm>
                <a:custGeom>
                  <a:rect b="b" l="l" r="r" t="t"/>
                  <a:pathLst>
                    <a:path extrusionOk="0" h="26" w="51">
                      <a:moveTo>
                        <a:pt x="0" y="14"/>
                      </a:moveTo>
                      <a:lnTo>
                        <a:pt x="50" y="0"/>
                      </a:lnTo>
                      <a:lnTo>
                        <a:pt x="50" y="10"/>
                      </a:lnTo>
                      <a:lnTo>
                        <a:pt x="0" y="25"/>
                      </a:lnTo>
                      <a:lnTo>
                        <a:pt x="0" y="14"/>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89" name="Google Shape;589;p6"/>
                <p:cNvSpPr/>
                <p:nvPr/>
              </p:nvSpPr>
              <p:spPr>
                <a:xfrm>
                  <a:off x="935" y="2111"/>
                  <a:ext cx="53" cy="27"/>
                </a:xfrm>
                <a:custGeom>
                  <a:rect b="b" l="l" r="r" t="t"/>
                  <a:pathLst>
                    <a:path extrusionOk="0" h="27" w="53">
                      <a:moveTo>
                        <a:pt x="0" y="15"/>
                      </a:moveTo>
                      <a:lnTo>
                        <a:pt x="0" y="26"/>
                      </a:lnTo>
                      <a:lnTo>
                        <a:pt x="52" y="10"/>
                      </a:lnTo>
                      <a:lnTo>
                        <a:pt x="52" y="0"/>
                      </a:lnTo>
                      <a:lnTo>
                        <a:pt x="0" y="15"/>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0" name="Google Shape;590;p6"/>
                <p:cNvSpPr/>
                <p:nvPr/>
              </p:nvSpPr>
              <p:spPr>
                <a:xfrm>
                  <a:off x="886" y="2072"/>
                  <a:ext cx="43" cy="66"/>
                </a:xfrm>
                <a:custGeom>
                  <a:rect b="b" l="l" r="r" t="t"/>
                  <a:pathLst>
                    <a:path extrusionOk="0" h="66" w="43">
                      <a:moveTo>
                        <a:pt x="0" y="0"/>
                      </a:moveTo>
                      <a:lnTo>
                        <a:pt x="3" y="11"/>
                      </a:lnTo>
                      <a:lnTo>
                        <a:pt x="3" y="46"/>
                      </a:lnTo>
                      <a:lnTo>
                        <a:pt x="42" y="65"/>
                      </a:lnTo>
                      <a:lnTo>
                        <a:pt x="42" y="52"/>
                      </a:lnTo>
                      <a:lnTo>
                        <a:pt x="34" y="49"/>
                      </a:lnTo>
                      <a:lnTo>
                        <a:pt x="34" y="36"/>
                      </a:lnTo>
                      <a:lnTo>
                        <a:pt x="24" y="33"/>
                      </a:lnTo>
                      <a:lnTo>
                        <a:pt x="24" y="20"/>
                      </a:lnTo>
                      <a:lnTo>
                        <a:pt x="14" y="16"/>
                      </a:lnTo>
                      <a:lnTo>
                        <a:pt x="15" y="4"/>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591" name="Google Shape;591;p6"/>
            <p:cNvGrpSpPr/>
            <p:nvPr/>
          </p:nvGrpSpPr>
          <p:grpSpPr>
            <a:xfrm>
              <a:off x="655" y="1945"/>
              <a:ext cx="65" cy="149"/>
              <a:chOff x="655" y="1945"/>
              <a:chExt cx="65" cy="149"/>
            </a:xfrm>
          </p:grpSpPr>
          <p:sp>
            <p:nvSpPr>
              <p:cNvPr id="592" name="Google Shape;592;p6"/>
              <p:cNvSpPr/>
              <p:nvPr/>
            </p:nvSpPr>
            <p:spPr>
              <a:xfrm>
                <a:off x="655" y="1945"/>
                <a:ext cx="60" cy="149"/>
              </a:xfrm>
              <a:custGeom>
                <a:rect b="b" l="l" r="r" t="t"/>
                <a:pathLst>
                  <a:path extrusionOk="0" h="149" w="60">
                    <a:moveTo>
                      <a:pt x="0" y="148"/>
                    </a:moveTo>
                    <a:lnTo>
                      <a:pt x="0" y="38"/>
                    </a:lnTo>
                    <a:lnTo>
                      <a:pt x="0" y="31"/>
                    </a:lnTo>
                    <a:lnTo>
                      <a:pt x="2" y="24"/>
                    </a:lnTo>
                    <a:lnTo>
                      <a:pt x="7" y="12"/>
                    </a:lnTo>
                    <a:lnTo>
                      <a:pt x="13" y="5"/>
                    </a:lnTo>
                    <a:lnTo>
                      <a:pt x="26" y="0"/>
                    </a:lnTo>
                    <a:lnTo>
                      <a:pt x="40" y="2"/>
                    </a:lnTo>
                    <a:lnTo>
                      <a:pt x="48" y="7"/>
                    </a:lnTo>
                    <a:lnTo>
                      <a:pt x="57" y="18"/>
                    </a:lnTo>
                    <a:lnTo>
                      <a:pt x="59" y="31"/>
                    </a:lnTo>
                    <a:lnTo>
                      <a:pt x="59" y="134"/>
                    </a:lnTo>
                    <a:lnTo>
                      <a:pt x="0" y="148"/>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3" name="Google Shape;593;p6"/>
              <p:cNvSpPr/>
              <p:nvPr/>
            </p:nvSpPr>
            <p:spPr>
              <a:xfrm>
                <a:off x="658" y="1947"/>
                <a:ext cx="62" cy="147"/>
              </a:xfrm>
              <a:custGeom>
                <a:rect b="b" l="l" r="r" t="t"/>
                <a:pathLst>
                  <a:path extrusionOk="0" h="147" w="62">
                    <a:moveTo>
                      <a:pt x="0" y="146"/>
                    </a:moveTo>
                    <a:lnTo>
                      <a:pt x="0" y="31"/>
                    </a:lnTo>
                    <a:lnTo>
                      <a:pt x="3" y="20"/>
                    </a:lnTo>
                    <a:lnTo>
                      <a:pt x="7" y="12"/>
                    </a:lnTo>
                    <a:lnTo>
                      <a:pt x="15" y="4"/>
                    </a:lnTo>
                    <a:lnTo>
                      <a:pt x="29" y="0"/>
                    </a:lnTo>
                    <a:lnTo>
                      <a:pt x="39" y="0"/>
                    </a:lnTo>
                    <a:lnTo>
                      <a:pt x="49" y="5"/>
                    </a:lnTo>
                    <a:lnTo>
                      <a:pt x="55" y="12"/>
                    </a:lnTo>
                    <a:lnTo>
                      <a:pt x="58" y="20"/>
                    </a:lnTo>
                    <a:lnTo>
                      <a:pt x="61" y="30"/>
                    </a:lnTo>
                    <a:lnTo>
                      <a:pt x="60" y="133"/>
                    </a:lnTo>
                    <a:lnTo>
                      <a:pt x="0" y="14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4" name="Google Shape;594;p6"/>
              <p:cNvSpPr/>
              <p:nvPr/>
            </p:nvSpPr>
            <p:spPr>
              <a:xfrm>
                <a:off x="673" y="1966"/>
                <a:ext cx="44" cy="117"/>
              </a:xfrm>
              <a:custGeom>
                <a:rect b="b" l="l" r="r" t="t"/>
                <a:pathLst>
                  <a:path extrusionOk="0" h="117" w="44">
                    <a:moveTo>
                      <a:pt x="16" y="0"/>
                    </a:moveTo>
                    <a:lnTo>
                      <a:pt x="31" y="2"/>
                    </a:lnTo>
                    <a:lnTo>
                      <a:pt x="40" y="10"/>
                    </a:lnTo>
                    <a:lnTo>
                      <a:pt x="43" y="24"/>
                    </a:lnTo>
                    <a:lnTo>
                      <a:pt x="43" y="84"/>
                    </a:lnTo>
                    <a:lnTo>
                      <a:pt x="43" y="107"/>
                    </a:lnTo>
                    <a:lnTo>
                      <a:pt x="0" y="116"/>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95" name="Google Shape;595;p6"/>
              <p:cNvSpPr/>
              <p:nvPr/>
            </p:nvSpPr>
            <p:spPr>
              <a:xfrm>
                <a:off x="671" y="1964"/>
                <a:ext cx="37" cy="110"/>
              </a:xfrm>
              <a:custGeom>
                <a:rect b="b" l="l" r="r" t="t"/>
                <a:pathLst>
                  <a:path extrusionOk="0" h="110" w="37">
                    <a:moveTo>
                      <a:pt x="0" y="109"/>
                    </a:moveTo>
                    <a:lnTo>
                      <a:pt x="1" y="30"/>
                    </a:lnTo>
                    <a:lnTo>
                      <a:pt x="1" y="20"/>
                    </a:lnTo>
                    <a:lnTo>
                      <a:pt x="2" y="13"/>
                    </a:lnTo>
                    <a:lnTo>
                      <a:pt x="5" y="6"/>
                    </a:lnTo>
                    <a:lnTo>
                      <a:pt x="12" y="0"/>
                    </a:lnTo>
                    <a:lnTo>
                      <a:pt x="23" y="0"/>
                    </a:lnTo>
                    <a:lnTo>
                      <a:pt x="30" y="4"/>
                    </a:lnTo>
                    <a:lnTo>
                      <a:pt x="34" y="11"/>
                    </a:lnTo>
                    <a:lnTo>
                      <a:pt x="35" y="26"/>
                    </a:lnTo>
                    <a:lnTo>
                      <a:pt x="36" y="101"/>
                    </a:lnTo>
                    <a:lnTo>
                      <a:pt x="0" y="109"/>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96" name="Google Shape;596;p6"/>
              <p:cNvCxnSpPr/>
              <p:nvPr/>
            </p:nvCxnSpPr>
            <p:spPr>
              <a:xfrm flipH="1" rot="10800000">
                <a:off x="672" y="1986"/>
                <a:ext cx="36" cy="18"/>
              </a:xfrm>
              <a:prstGeom prst="straightConnector1">
                <a:avLst/>
              </a:prstGeom>
              <a:noFill/>
              <a:ln cap="flat" cmpd="sng" w="12700">
                <a:solidFill>
                  <a:srgbClr val="402000"/>
                </a:solidFill>
                <a:prstDash val="solid"/>
                <a:miter lim="800000"/>
                <a:headEnd len="sm" w="sm" type="none"/>
                <a:tailEnd len="sm" w="sm" type="none"/>
              </a:ln>
            </p:spPr>
          </p:cxnSp>
          <p:cxnSp>
            <p:nvCxnSpPr>
              <p:cNvPr id="597" name="Google Shape;597;p6"/>
              <p:cNvCxnSpPr/>
              <p:nvPr/>
            </p:nvCxnSpPr>
            <p:spPr>
              <a:xfrm flipH="1" rot="10800000">
                <a:off x="672" y="2015"/>
                <a:ext cx="38" cy="17"/>
              </a:xfrm>
              <a:prstGeom prst="straightConnector1">
                <a:avLst/>
              </a:prstGeom>
              <a:noFill/>
              <a:ln cap="flat" cmpd="sng" w="12700">
                <a:solidFill>
                  <a:srgbClr val="402000"/>
                </a:solidFill>
                <a:prstDash val="solid"/>
                <a:miter lim="800000"/>
                <a:headEnd len="sm" w="sm" type="none"/>
                <a:tailEnd len="sm" w="sm" type="none"/>
              </a:ln>
            </p:spPr>
          </p:cxnSp>
          <p:cxnSp>
            <p:nvCxnSpPr>
              <p:cNvPr id="598" name="Google Shape;598;p6"/>
              <p:cNvCxnSpPr/>
              <p:nvPr/>
            </p:nvCxnSpPr>
            <p:spPr>
              <a:xfrm flipH="1" rot="10800000">
                <a:off x="674" y="2046"/>
                <a:ext cx="35" cy="15"/>
              </a:xfrm>
              <a:prstGeom prst="straightConnector1">
                <a:avLst/>
              </a:prstGeom>
              <a:noFill/>
              <a:ln cap="flat" cmpd="sng" w="12700">
                <a:solidFill>
                  <a:srgbClr val="402000"/>
                </a:solidFill>
                <a:prstDash val="solid"/>
                <a:miter lim="800000"/>
                <a:headEnd len="sm" w="sm" type="none"/>
                <a:tailEnd len="sm" w="sm" type="none"/>
              </a:ln>
            </p:spPr>
          </p:cxnSp>
          <p:cxnSp>
            <p:nvCxnSpPr>
              <p:cNvPr id="599" name="Google Shape;599;p6"/>
              <p:cNvCxnSpPr/>
              <p:nvPr/>
            </p:nvCxnSpPr>
            <p:spPr>
              <a:xfrm rot="10800000">
                <a:off x="688" y="1960"/>
                <a:ext cx="9" cy="118"/>
              </a:xfrm>
              <a:prstGeom prst="straightConnector1">
                <a:avLst/>
              </a:prstGeom>
              <a:noFill/>
              <a:ln cap="flat" cmpd="sng" w="12700">
                <a:solidFill>
                  <a:srgbClr val="402000"/>
                </a:solidFill>
                <a:prstDash val="solid"/>
                <a:miter lim="800000"/>
                <a:headEnd len="sm" w="sm" type="none"/>
                <a:tailEnd len="sm" w="sm" type="none"/>
              </a:ln>
            </p:spPr>
          </p:cxnSp>
        </p:grpSp>
        <p:grpSp>
          <p:nvGrpSpPr>
            <p:cNvPr id="600" name="Google Shape;600;p6"/>
            <p:cNvGrpSpPr/>
            <p:nvPr/>
          </p:nvGrpSpPr>
          <p:grpSpPr>
            <a:xfrm>
              <a:off x="1048" y="1892"/>
              <a:ext cx="48" cy="121"/>
              <a:chOff x="1048" y="1892"/>
              <a:chExt cx="48" cy="121"/>
            </a:xfrm>
          </p:grpSpPr>
          <p:sp>
            <p:nvSpPr>
              <p:cNvPr id="601" name="Google Shape;601;p6"/>
              <p:cNvSpPr/>
              <p:nvPr/>
            </p:nvSpPr>
            <p:spPr>
              <a:xfrm>
                <a:off x="1048" y="1892"/>
                <a:ext cx="44" cy="121"/>
              </a:xfrm>
              <a:custGeom>
                <a:rect b="b" l="l" r="r" t="t"/>
                <a:pathLst>
                  <a:path extrusionOk="0" h="121" w="44">
                    <a:moveTo>
                      <a:pt x="0" y="120"/>
                    </a:moveTo>
                    <a:lnTo>
                      <a:pt x="1" y="31"/>
                    </a:lnTo>
                    <a:lnTo>
                      <a:pt x="1" y="25"/>
                    </a:lnTo>
                    <a:lnTo>
                      <a:pt x="2" y="19"/>
                    </a:lnTo>
                    <a:lnTo>
                      <a:pt x="6" y="10"/>
                    </a:lnTo>
                    <a:lnTo>
                      <a:pt x="10" y="4"/>
                    </a:lnTo>
                    <a:lnTo>
                      <a:pt x="19" y="0"/>
                    </a:lnTo>
                    <a:lnTo>
                      <a:pt x="30" y="1"/>
                    </a:lnTo>
                    <a:lnTo>
                      <a:pt x="35" y="6"/>
                    </a:lnTo>
                    <a:lnTo>
                      <a:pt x="42" y="15"/>
                    </a:lnTo>
                    <a:lnTo>
                      <a:pt x="43" y="26"/>
                    </a:lnTo>
                    <a:lnTo>
                      <a:pt x="43" y="109"/>
                    </a:lnTo>
                    <a:lnTo>
                      <a:pt x="0" y="120"/>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2" name="Google Shape;602;p6"/>
              <p:cNvSpPr/>
              <p:nvPr/>
            </p:nvSpPr>
            <p:spPr>
              <a:xfrm>
                <a:off x="1051" y="1893"/>
                <a:ext cx="45" cy="120"/>
              </a:xfrm>
              <a:custGeom>
                <a:rect b="b" l="l" r="r" t="t"/>
                <a:pathLst>
                  <a:path extrusionOk="0" h="120" w="45">
                    <a:moveTo>
                      <a:pt x="0" y="119"/>
                    </a:moveTo>
                    <a:lnTo>
                      <a:pt x="0" y="26"/>
                    </a:lnTo>
                    <a:lnTo>
                      <a:pt x="3" y="17"/>
                    </a:lnTo>
                    <a:lnTo>
                      <a:pt x="5" y="10"/>
                    </a:lnTo>
                    <a:lnTo>
                      <a:pt x="11" y="4"/>
                    </a:lnTo>
                    <a:lnTo>
                      <a:pt x="21" y="0"/>
                    </a:lnTo>
                    <a:lnTo>
                      <a:pt x="28" y="0"/>
                    </a:lnTo>
                    <a:lnTo>
                      <a:pt x="35" y="5"/>
                    </a:lnTo>
                    <a:lnTo>
                      <a:pt x="40" y="10"/>
                    </a:lnTo>
                    <a:lnTo>
                      <a:pt x="42" y="17"/>
                    </a:lnTo>
                    <a:lnTo>
                      <a:pt x="44" y="25"/>
                    </a:lnTo>
                    <a:lnTo>
                      <a:pt x="43" y="109"/>
                    </a:lnTo>
                    <a:lnTo>
                      <a:pt x="0" y="119"/>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3" name="Google Shape;603;p6"/>
              <p:cNvSpPr/>
              <p:nvPr/>
            </p:nvSpPr>
            <p:spPr>
              <a:xfrm>
                <a:off x="1062" y="1909"/>
                <a:ext cx="34" cy="97"/>
              </a:xfrm>
              <a:custGeom>
                <a:rect b="b" l="l" r="r" t="t"/>
                <a:pathLst>
                  <a:path extrusionOk="0" h="97" w="34">
                    <a:moveTo>
                      <a:pt x="12" y="0"/>
                    </a:moveTo>
                    <a:lnTo>
                      <a:pt x="23" y="2"/>
                    </a:lnTo>
                    <a:lnTo>
                      <a:pt x="30" y="9"/>
                    </a:lnTo>
                    <a:lnTo>
                      <a:pt x="32" y="20"/>
                    </a:lnTo>
                    <a:lnTo>
                      <a:pt x="33" y="69"/>
                    </a:lnTo>
                    <a:lnTo>
                      <a:pt x="33" y="88"/>
                    </a:lnTo>
                    <a:lnTo>
                      <a:pt x="0" y="96"/>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04" name="Google Shape;604;p6"/>
              <p:cNvSpPr/>
              <p:nvPr/>
            </p:nvSpPr>
            <p:spPr>
              <a:xfrm>
                <a:off x="1061" y="1907"/>
                <a:ext cx="26" cy="90"/>
              </a:xfrm>
              <a:custGeom>
                <a:rect b="b" l="l" r="r" t="t"/>
                <a:pathLst>
                  <a:path extrusionOk="0" h="90" w="26">
                    <a:moveTo>
                      <a:pt x="0" y="89"/>
                    </a:moveTo>
                    <a:lnTo>
                      <a:pt x="0" y="25"/>
                    </a:lnTo>
                    <a:lnTo>
                      <a:pt x="1" y="17"/>
                    </a:lnTo>
                    <a:lnTo>
                      <a:pt x="1" y="11"/>
                    </a:lnTo>
                    <a:lnTo>
                      <a:pt x="4" y="6"/>
                    </a:lnTo>
                    <a:lnTo>
                      <a:pt x="8" y="0"/>
                    </a:lnTo>
                    <a:lnTo>
                      <a:pt x="16" y="0"/>
                    </a:lnTo>
                    <a:lnTo>
                      <a:pt x="20" y="4"/>
                    </a:lnTo>
                    <a:lnTo>
                      <a:pt x="23" y="10"/>
                    </a:lnTo>
                    <a:lnTo>
                      <a:pt x="24" y="22"/>
                    </a:lnTo>
                    <a:lnTo>
                      <a:pt x="25" y="82"/>
                    </a:lnTo>
                    <a:lnTo>
                      <a:pt x="0" y="89"/>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05" name="Google Shape;605;p6"/>
              <p:cNvCxnSpPr/>
              <p:nvPr/>
            </p:nvCxnSpPr>
            <p:spPr>
              <a:xfrm flipH="1" rot="10800000">
                <a:off x="1062" y="1925"/>
                <a:ext cx="26" cy="16"/>
              </a:xfrm>
              <a:prstGeom prst="straightConnector1">
                <a:avLst/>
              </a:prstGeom>
              <a:noFill/>
              <a:ln cap="flat" cmpd="sng" w="12700">
                <a:solidFill>
                  <a:srgbClr val="402000"/>
                </a:solidFill>
                <a:prstDash val="solid"/>
                <a:miter lim="800000"/>
                <a:headEnd len="sm" w="sm" type="none"/>
                <a:tailEnd len="sm" w="sm" type="none"/>
              </a:ln>
            </p:spPr>
          </p:cxnSp>
          <p:cxnSp>
            <p:nvCxnSpPr>
              <p:cNvPr id="606" name="Google Shape;606;p6"/>
              <p:cNvCxnSpPr/>
              <p:nvPr/>
            </p:nvCxnSpPr>
            <p:spPr>
              <a:xfrm flipH="1" rot="10800000">
                <a:off x="1063" y="1949"/>
                <a:ext cx="26" cy="15"/>
              </a:xfrm>
              <a:prstGeom prst="straightConnector1">
                <a:avLst/>
              </a:prstGeom>
              <a:noFill/>
              <a:ln cap="flat" cmpd="sng" w="12700">
                <a:solidFill>
                  <a:srgbClr val="402000"/>
                </a:solidFill>
                <a:prstDash val="solid"/>
                <a:miter lim="800000"/>
                <a:headEnd len="sm" w="sm" type="none"/>
                <a:tailEnd len="sm" w="sm" type="none"/>
              </a:ln>
            </p:spPr>
          </p:cxnSp>
          <p:cxnSp>
            <p:nvCxnSpPr>
              <p:cNvPr id="607" name="Google Shape;607;p6"/>
              <p:cNvCxnSpPr/>
              <p:nvPr/>
            </p:nvCxnSpPr>
            <p:spPr>
              <a:xfrm flipH="1" rot="10800000">
                <a:off x="1064" y="1974"/>
                <a:ext cx="24" cy="14"/>
              </a:xfrm>
              <a:prstGeom prst="straightConnector1">
                <a:avLst/>
              </a:prstGeom>
              <a:noFill/>
              <a:ln cap="flat" cmpd="sng" w="12700">
                <a:solidFill>
                  <a:srgbClr val="402000"/>
                </a:solidFill>
                <a:prstDash val="solid"/>
                <a:miter lim="800000"/>
                <a:headEnd len="sm" w="sm" type="none"/>
                <a:tailEnd len="sm" w="sm" type="none"/>
              </a:ln>
            </p:spPr>
          </p:cxnSp>
          <p:cxnSp>
            <p:nvCxnSpPr>
              <p:cNvPr id="608" name="Google Shape;608;p6"/>
              <p:cNvCxnSpPr/>
              <p:nvPr/>
            </p:nvCxnSpPr>
            <p:spPr>
              <a:xfrm rot="10800000">
                <a:off x="1077" y="1904"/>
                <a:ext cx="0" cy="98"/>
              </a:xfrm>
              <a:prstGeom prst="straightConnector1">
                <a:avLst/>
              </a:prstGeom>
              <a:noFill/>
              <a:ln cap="flat" cmpd="sng" w="12700">
                <a:solidFill>
                  <a:srgbClr val="402000"/>
                </a:solidFill>
                <a:prstDash val="solid"/>
                <a:miter lim="800000"/>
                <a:headEnd len="sm" w="sm" type="none"/>
                <a:tailEnd len="sm" w="sm" type="none"/>
              </a:ln>
            </p:spPr>
          </p:cxnSp>
        </p:grpSp>
        <p:grpSp>
          <p:nvGrpSpPr>
            <p:cNvPr id="609" name="Google Shape;609;p6"/>
            <p:cNvGrpSpPr/>
            <p:nvPr/>
          </p:nvGrpSpPr>
          <p:grpSpPr>
            <a:xfrm>
              <a:off x="976" y="1902"/>
              <a:ext cx="50" cy="127"/>
              <a:chOff x="976" y="1902"/>
              <a:chExt cx="50" cy="127"/>
            </a:xfrm>
          </p:grpSpPr>
          <p:sp>
            <p:nvSpPr>
              <p:cNvPr id="610" name="Google Shape;610;p6"/>
              <p:cNvSpPr/>
              <p:nvPr/>
            </p:nvSpPr>
            <p:spPr>
              <a:xfrm>
                <a:off x="976" y="1902"/>
                <a:ext cx="46" cy="127"/>
              </a:xfrm>
              <a:custGeom>
                <a:rect b="b" l="l" r="r" t="t"/>
                <a:pathLst>
                  <a:path extrusionOk="0" h="127" w="46">
                    <a:moveTo>
                      <a:pt x="0" y="126"/>
                    </a:moveTo>
                    <a:lnTo>
                      <a:pt x="0" y="32"/>
                    </a:lnTo>
                    <a:lnTo>
                      <a:pt x="0" y="26"/>
                    </a:lnTo>
                    <a:lnTo>
                      <a:pt x="2" y="20"/>
                    </a:lnTo>
                    <a:lnTo>
                      <a:pt x="6" y="11"/>
                    </a:lnTo>
                    <a:lnTo>
                      <a:pt x="10" y="4"/>
                    </a:lnTo>
                    <a:lnTo>
                      <a:pt x="20" y="0"/>
                    </a:lnTo>
                    <a:lnTo>
                      <a:pt x="31" y="2"/>
                    </a:lnTo>
                    <a:lnTo>
                      <a:pt x="37" y="6"/>
                    </a:lnTo>
                    <a:lnTo>
                      <a:pt x="44" y="15"/>
                    </a:lnTo>
                    <a:lnTo>
                      <a:pt x="45" y="27"/>
                    </a:lnTo>
                    <a:lnTo>
                      <a:pt x="45" y="114"/>
                    </a:lnTo>
                    <a:lnTo>
                      <a:pt x="0" y="126"/>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1" name="Google Shape;611;p6"/>
              <p:cNvSpPr/>
              <p:nvPr/>
            </p:nvSpPr>
            <p:spPr>
              <a:xfrm>
                <a:off x="979" y="1904"/>
                <a:ext cx="47" cy="125"/>
              </a:xfrm>
              <a:custGeom>
                <a:rect b="b" l="l" r="r" t="t"/>
                <a:pathLst>
                  <a:path extrusionOk="0" h="125" w="47">
                    <a:moveTo>
                      <a:pt x="0" y="124"/>
                    </a:moveTo>
                    <a:lnTo>
                      <a:pt x="0" y="26"/>
                    </a:lnTo>
                    <a:lnTo>
                      <a:pt x="2" y="17"/>
                    </a:lnTo>
                    <a:lnTo>
                      <a:pt x="5" y="9"/>
                    </a:lnTo>
                    <a:lnTo>
                      <a:pt x="11" y="3"/>
                    </a:lnTo>
                    <a:lnTo>
                      <a:pt x="22" y="0"/>
                    </a:lnTo>
                    <a:lnTo>
                      <a:pt x="30" y="0"/>
                    </a:lnTo>
                    <a:lnTo>
                      <a:pt x="37" y="4"/>
                    </a:lnTo>
                    <a:lnTo>
                      <a:pt x="42" y="9"/>
                    </a:lnTo>
                    <a:lnTo>
                      <a:pt x="44" y="17"/>
                    </a:lnTo>
                    <a:lnTo>
                      <a:pt x="46" y="25"/>
                    </a:lnTo>
                    <a:lnTo>
                      <a:pt x="46" y="113"/>
                    </a:lnTo>
                    <a:lnTo>
                      <a:pt x="0" y="12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2" name="Google Shape;612;p6"/>
              <p:cNvSpPr/>
              <p:nvPr/>
            </p:nvSpPr>
            <p:spPr>
              <a:xfrm>
                <a:off x="990" y="1920"/>
                <a:ext cx="36" cy="101"/>
              </a:xfrm>
              <a:custGeom>
                <a:rect b="b" l="l" r="r" t="t"/>
                <a:pathLst>
                  <a:path extrusionOk="0" h="101" w="36">
                    <a:moveTo>
                      <a:pt x="14" y="0"/>
                    </a:moveTo>
                    <a:lnTo>
                      <a:pt x="25" y="2"/>
                    </a:lnTo>
                    <a:lnTo>
                      <a:pt x="32" y="9"/>
                    </a:lnTo>
                    <a:lnTo>
                      <a:pt x="34" y="21"/>
                    </a:lnTo>
                    <a:lnTo>
                      <a:pt x="35" y="72"/>
                    </a:lnTo>
                    <a:lnTo>
                      <a:pt x="35" y="92"/>
                    </a:lnTo>
                    <a:lnTo>
                      <a:pt x="0" y="100"/>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3" name="Google Shape;613;p6"/>
              <p:cNvSpPr/>
              <p:nvPr/>
            </p:nvSpPr>
            <p:spPr>
              <a:xfrm>
                <a:off x="989" y="1918"/>
                <a:ext cx="28" cy="94"/>
              </a:xfrm>
              <a:custGeom>
                <a:rect b="b" l="l" r="r" t="t"/>
                <a:pathLst>
                  <a:path extrusionOk="0" h="94" w="28">
                    <a:moveTo>
                      <a:pt x="0" y="93"/>
                    </a:moveTo>
                    <a:lnTo>
                      <a:pt x="1" y="26"/>
                    </a:lnTo>
                    <a:lnTo>
                      <a:pt x="1" y="18"/>
                    </a:lnTo>
                    <a:lnTo>
                      <a:pt x="2" y="11"/>
                    </a:lnTo>
                    <a:lnTo>
                      <a:pt x="4" y="6"/>
                    </a:lnTo>
                    <a:lnTo>
                      <a:pt x="9" y="0"/>
                    </a:lnTo>
                    <a:lnTo>
                      <a:pt x="17" y="0"/>
                    </a:lnTo>
                    <a:lnTo>
                      <a:pt x="22" y="4"/>
                    </a:lnTo>
                    <a:lnTo>
                      <a:pt x="25" y="10"/>
                    </a:lnTo>
                    <a:lnTo>
                      <a:pt x="26" y="22"/>
                    </a:lnTo>
                    <a:lnTo>
                      <a:pt x="27" y="86"/>
                    </a:lnTo>
                    <a:lnTo>
                      <a:pt x="0" y="93"/>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14" name="Google Shape;614;p6"/>
              <p:cNvCxnSpPr/>
              <p:nvPr/>
            </p:nvCxnSpPr>
            <p:spPr>
              <a:xfrm flipH="1" rot="10800000">
                <a:off x="991" y="1937"/>
                <a:ext cx="27" cy="16"/>
              </a:xfrm>
              <a:prstGeom prst="straightConnector1">
                <a:avLst/>
              </a:prstGeom>
              <a:noFill/>
              <a:ln cap="flat" cmpd="sng" w="12700">
                <a:solidFill>
                  <a:srgbClr val="402000"/>
                </a:solidFill>
                <a:prstDash val="solid"/>
                <a:miter lim="800000"/>
                <a:headEnd len="sm" w="sm" type="none"/>
                <a:tailEnd len="sm" w="sm" type="none"/>
              </a:ln>
            </p:spPr>
          </p:cxnSp>
          <p:cxnSp>
            <p:nvCxnSpPr>
              <p:cNvPr id="615" name="Google Shape;615;p6"/>
              <p:cNvCxnSpPr/>
              <p:nvPr/>
            </p:nvCxnSpPr>
            <p:spPr>
              <a:xfrm flipH="1" rot="10800000">
                <a:off x="991" y="1962"/>
                <a:ext cx="28" cy="15"/>
              </a:xfrm>
              <a:prstGeom prst="straightConnector1">
                <a:avLst/>
              </a:prstGeom>
              <a:noFill/>
              <a:ln cap="flat" cmpd="sng" w="12700">
                <a:solidFill>
                  <a:srgbClr val="402000"/>
                </a:solidFill>
                <a:prstDash val="solid"/>
                <a:miter lim="800000"/>
                <a:headEnd len="sm" w="sm" type="none"/>
                <a:tailEnd len="sm" w="sm" type="none"/>
              </a:ln>
            </p:spPr>
          </p:cxnSp>
          <p:cxnSp>
            <p:nvCxnSpPr>
              <p:cNvPr id="616" name="Google Shape;616;p6"/>
              <p:cNvCxnSpPr/>
              <p:nvPr/>
            </p:nvCxnSpPr>
            <p:spPr>
              <a:xfrm flipH="1" rot="10800000">
                <a:off x="992" y="1988"/>
                <a:ext cx="26" cy="14"/>
              </a:xfrm>
              <a:prstGeom prst="straightConnector1">
                <a:avLst/>
              </a:prstGeom>
              <a:noFill/>
              <a:ln cap="flat" cmpd="sng" w="12700">
                <a:solidFill>
                  <a:srgbClr val="402000"/>
                </a:solidFill>
                <a:prstDash val="solid"/>
                <a:miter lim="800000"/>
                <a:headEnd len="sm" w="sm" type="none"/>
                <a:tailEnd len="sm" w="sm" type="none"/>
              </a:ln>
            </p:spPr>
          </p:cxnSp>
          <p:cxnSp>
            <p:nvCxnSpPr>
              <p:cNvPr id="617" name="Google Shape;617;p6"/>
              <p:cNvCxnSpPr/>
              <p:nvPr/>
            </p:nvCxnSpPr>
            <p:spPr>
              <a:xfrm rot="10800000">
                <a:off x="1006" y="1914"/>
                <a:ext cx="0" cy="102"/>
              </a:xfrm>
              <a:prstGeom prst="straightConnector1">
                <a:avLst/>
              </a:prstGeom>
              <a:noFill/>
              <a:ln cap="flat" cmpd="sng" w="12700">
                <a:solidFill>
                  <a:srgbClr val="402000"/>
                </a:solidFill>
                <a:prstDash val="solid"/>
                <a:miter lim="800000"/>
                <a:headEnd len="sm" w="sm" type="none"/>
                <a:tailEnd len="sm" w="sm" type="none"/>
              </a:ln>
            </p:spPr>
          </p:cxnSp>
        </p:grpSp>
        <p:grpSp>
          <p:nvGrpSpPr>
            <p:cNvPr id="618" name="Google Shape;618;p6"/>
            <p:cNvGrpSpPr/>
            <p:nvPr/>
          </p:nvGrpSpPr>
          <p:grpSpPr>
            <a:xfrm>
              <a:off x="860" y="1784"/>
              <a:ext cx="41" cy="89"/>
              <a:chOff x="860" y="1784"/>
              <a:chExt cx="41" cy="89"/>
            </a:xfrm>
          </p:grpSpPr>
          <p:sp>
            <p:nvSpPr>
              <p:cNvPr id="619" name="Google Shape;619;p6"/>
              <p:cNvSpPr/>
              <p:nvPr/>
            </p:nvSpPr>
            <p:spPr>
              <a:xfrm>
                <a:off x="860" y="1784"/>
                <a:ext cx="37" cy="89"/>
              </a:xfrm>
              <a:custGeom>
                <a:rect b="b" l="l" r="r" t="t"/>
                <a:pathLst>
                  <a:path extrusionOk="0" h="89" w="37">
                    <a:moveTo>
                      <a:pt x="0" y="88"/>
                    </a:moveTo>
                    <a:lnTo>
                      <a:pt x="0" y="23"/>
                    </a:lnTo>
                    <a:lnTo>
                      <a:pt x="0" y="19"/>
                    </a:lnTo>
                    <a:lnTo>
                      <a:pt x="2" y="14"/>
                    </a:lnTo>
                    <a:lnTo>
                      <a:pt x="5" y="7"/>
                    </a:lnTo>
                    <a:lnTo>
                      <a:pt x="8" y="3"/>
                    </a:lnTo>
                    <a:lnTo>
                      <a:pt x="16" y="0"/>
                    </a:lnTo>
                    <a:lnTo>
                      <a:pt x="25" y="1"/>
                    </a:lnTo>
                    <a:lnTo>
                      <a:pt x="29" y="4"/>
                    </a:lnTo>
                    <a:lnTo>
                      <a:pt x="35" y="10"/>
                    </a:lnTo>
                    <a:lnTo>
                      <a:pt x="36" y="19"/>
                    </a:lnTo>
                    <a:lnTo>
                      <a:pt x="36" y="82"/>
                    </a:lnTo>
                    <a:lnTo>
                      <a:pt x="0" y="88"/>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0" name="Google Shape;620;p6"/>
              <p:cNvSpPr/>
              <p:nvPr/>
            </p:nvSpPr>
            <p:spPr>
              <a:xfrm>
                <a:off x="864" y="1785"/>
                <a:ext cx="36" cy="88"/>
              </a:xfrm>
              <a:custGeom>
                <a:rect b="b" l="l" r="r" t="t"/>
                <a:pathLst>
                  <a:path extrusionOk="0" h="88" w="36">
                    <a:moveTo>
                      <a:pt x="0" y="87"/>
                    </a:moveTo>
                    <a:lnTo>
                      <a:pt x="0" y="19"/>
                    </a:lnTo>
                    <a:lnTo>
                      <a:pt x="2" y="12"/>
                    </a:lnTo>
                    <a:lnTo>
                      <a:pt x="3" y="7"/>
                    </a:lnTo>
                    <a:lnTo>
                      <a:pt x="8" y="2"/>
                    </a:lnTo>
                    <a:lnTo>
                      <a:pt x="16" y="0"/>
                    </a:lnTo>
                    <a:lnTo>
                      <a:pt x="22" y="0"/>
                    </a:lnTo>
                    <a:lnTo>
                      <a:pt x="28" y="3"/>
                    </a:lnTo>
                    <a:lnTo>
                      <a:pt x="32" y="7"/>
                    </a:lnTo>
                    <a:lnTo>
                      <a:pt x="33" y="12"/>
                    </a:lnTo>
                    <a:lnTo>
                      <a:pt x="35" y="18"/>
                    </a:lnTo>
                    <a:lnTo>
                      <a:pt x="34" y="81"/>
                    </a:lnTo>
                    <a:lnTo>
                      <a:pt x="0" y="87"/>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1" name="Google Shape;621;p6"/>
              <p:cNvSpPr/>
              <p:nvPr/>
            </p:nvSpPr>
            <p:spPr>
              <a:xfrm>
                <a:off x="872" y="1797"/>
                <a:ext cx="29" cy="73"/>
              </a:xfrm>
              <a:custGeom>
                <a:rect b="b" l="l" r="r" t="t"/>
                <a:pathLst>
                  <a:path extrusionOk="0" h="73" w="29">
                    <a:moveTo>
                      <a:pt x="11" y="0"/>
                    </a:moveTo>
                    <a:lnTo>
                      <a:pt x="20" y="1"/>
                    </a:lnTo>
                    <a:lnTo>
                      <a:pt x="26" y="6"/>
                    </a:lnTo>
                    <a:lnTo>
                      <a:pt x="28" y="15"/>
                    </a:lnTo>
                    <a:lnTo>
                      <a:pt x="28" y="53"/>
                    </a:lnTo>
                    <a:lnTo>
                      <a:pt x="28" y="68"/>
                    </a:lnTo>
                    <a:lnTo>
                      <a:pt x="0" y="72"/>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2" name="Google Shape;622;p6"/>
              <p:cNvSpPr/>
              <p:nvPr/>
            </p:nvSpPr>
            <p:spPr>
              <a:xfrm>
                <a:off x="872" y="1795"/>
                <a:ext cx="21" cy="67"/>
              </a:xfrm>
              <a:custGeom>
                <a:rect b="b" l="l" r="r" t="t"/>
                <a:pathLst>
                  <a:path extrusionOk="0" h="67" w="21">
                    <a:moveTo>
                      <a:pt x="0" y="66"/>
                    </a:moveTo>
                    <a:lnTo>
                      <a:pt x="0" y="19"/>
                    </a:lnTo>
                    <a:lnTo>
                      <a:pt x="0" y="13"/>
                    </a:lnTo>
                    <a:lnTo>
                      <a:pt x="1" y="8"/>
                    </a:lnTo>
                    <a:lnTo>
                      <a:pt x="3" y="4"/>
                    </a:lnTo>
                    <a:lnTo>
                      <a:pt x="6" y="0"/>
                    </a:lnTo>
                    <a:lnTo>
                      <a:pt x="12" y="0"/>
                    </a:lnTo>
                    <a:lnTo>
                      <a:pt x="16" y="3"/>
                    </a:lnTo>
                    <a:lnTo>
                      <a:pt x="19" y="7"/>
                    </a:lnTo>
                    <a:lnTo>
                      <a:pt x="19" y="16"/>
                    </a:lnTo>
                    <a:lnTo>
                      <a:pt x="20" y="62"/>
                    </a:lnTo>
                    <a:lnTo>
                      <a:pt x="0" y="66"/>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23" name="Google Shape;623;p6"/>
              <p:cNvCxnSpPr/>
              <p:nvPr/>
            </p:nvCxnSpPr>
            <p:spPr>
              <a:xfrm flipH="1" rot="10800000">
                <a:off x="874" y="1808"/>
                <a:ext cx="20" cy="14"/>
              </a:xfrm>
              <a:prstGeom prst="straightConnector1">
                <a:avLst/>
              </a:prstGeom>
              <a:noFill/>
              <a:ln cap="flat" cmpd="sng" w="12700">
                <a:solidFill>
                  <a:srgbClr val="402000"/>
                </a:solidFill>
                <a:prstDash val="solid"/>
                <a:miter lim="800000"/>
                <a:headEnd len="sm" w="sm" type="none"/>
                <a:tailEnd len="sm" w="sm" type="none"/>
              </a:ln>
            </p:spPr>
          </p:cxnSp>
          <p:cxnSp>
            <p:nvCxnSpPr>
              <p:cNvPr id="624" name="Google Shape;624;p6"/>
              <p:cNvCxnSpPr/>
              <p:nvPr/>
            </p:nvCxnSpPr>
            <p:spPr>
              <a:xfrm flipH="1" rot="10800000">
                <a:off x="874" y="1826"/>
                <a:ext cx="21" cy="14"/>
              </a:xfrm>
              <a:prstGeom prst="straightConnector1">
                <a:avLst/>
              </a:prstGeom>
              <a:noFill/>
              <a:ln cap="flat" cmpd="sng" w="12700">
                <a:solidFill>
                  <a:srgbClr val="402000"/>
                </a:solidFill>
                <a:prstDash val="solid"/>
                <a:miter lim="800000"/>
                <a:headEnd len="sm" w="sm" type="none"/>
                <a:tailEnd len="sm" w="sm" type="none"/>
              </a:ln>
            </p:spPr>
          </p:cxnSp>
          <p:cxnSp>
            <p:nvCxnSpPr>
              <p:cNvPr id="625" name="Google Shape;625;p6"/>
              <p:cNvCxnSpPr/>
              <p:nvPr/>
            </p:nvCxnSpPr>
            <p:spPr>
              <a:xfrm flipH="1" rot="10800000">
                <a:off x="875" y="1846"/>
                <a:ext cx="19" cy="13"/>
              </a:xfrm>
              <a:prstGeom prst="straightConnector1">
                <a:avLst/>
              </a:prstGeom>
              <a:noFill/>
              <a:ln cap="flat" cmpd="sng" w="12700">
                <a:solidFill>
                  <a:srgbClr val="402000"/>
                </a:solidFill>
                <a:prstDash val="solid"/>
                <a:miter lim="800000"/>
                <a:headEnd len="sm" w="sm" type="none"/>
                <a:tailEnd len="sm" w="sm" type="none"/>
              </a:ln>
            </p:spPr>
          </p:cxnSp>
          <p:cxnSp>
            <p:nvCxnSpPr>
              <p:cNvPr id="626" name="Google Shape;626;p6"/>
              <p:cNvCxnSpPr/>
              <p:nvPr/>
            </p:nvCxnSpPr>
            <p:spPr>
              <a:xfrm rot="10800000">
                <a:off x="881" y="1791"/>
                <a:ext cx="9" cy="78"/>
              </a:xfrm>
              <a:prstGeom prst="straightConnector1">
                <a:avLst/>
              </a:prstGeom>
              <a:noFill/>
              <a:ln cap="flat" cmpd="sng" w="12700">
                <a:solidFill>
                  <a:srgbClr val="402000"/>
                </a:solidFill>
                <a:prstDash val="solid"/>
                <a:miter lim="800000"/>
                <a:headEnd len="sm" w="sm" type="none"/>
                <a:tailEnd len="sm" w="sm" type="none"/>
              </a:ln>
            </p:spPr>
          </p:cxnSp>
        </p:grpSp>
        <p:grpSp>
          <p:nvGrpSpPr>
            <p:cNvPr id="627" name="Google Shape;627;p6"/>
            <p:cNvGrpSpPr/>
            <p:nvPr/>
          </p:nvGrpSpPr>
          <p:grpSpPr>
            <a:xfrm>
              <a:off x="927" y="1780"/>
              <a:ext cx="39" cy="85"/>
              <a:chOff x="927" y="1780"/>
              <a:chExt cx="39" cy="85"/>
            </a:xfrm>
          </p:grpSpPr>
          <p:sp>
            <p:nvSpPr>
              <p:cNvPr id="628" name="Google Shape;628;p6"/>
              <p:cNvSpPr/>
              <p:nvPr/>
            </p:nvSpPr>
            <p:spPr>
              <a:xfrm>
                <a:off x="927" y="1780"/>
                <a:ext cx="34" cy="85"/>
              </a:xfrm>
              <a:custGeom>
                <a:rect b="b" l="l" r="r" t="t"/>
                <a:pathLst>
                  <a:path extrusionOk="0" h="85" w="34">
                    <a:moveTo>
                      <a:pt x="0" y="84"/>
                    </a:moveTo>
                    <a:lnTo>
                      <a:pt x="0" y="22"/>
                    </a:lnTo>
                    <a:lnTo>
                      <a:pt x="0" y="18"/>
                    </a:lnTo>
                    <a:lnTo>
                      <a:pt x="1" y="14"/>
                    </a:lnTo>
                    <a:lnTo>
                      <a:pt x="4" y="7"/>
                    </a:lnTo>
                    <a:lnTo>
                      <a:pt x="7" y="3"/>
                    </a:lnTo>
                    <a:lnTo>
                      <a:pt x="14" y="0"/>
                    </a:lnTo>
                    <a:lnTo>
                      <a:pt x="23" y="1"/>
                    </a:lnTo>
                    <a:lnTo>
                      <a:pt x="27" y="4"/>
                    </a:lnTo>
                    <a:lnTo>
                      <a:pt x="33" y="10"/>
                    </a:lnTo>
                    <a:lnTo>
                      <a:pt x="33" y="18"/>
                    </a:lnTo>
                    <a:lnTo>
                      <a:pt x="33" y="79"/>
                    </a:lnTo>
                    <a:lnTo>
                      <a:pt x="0" y="8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29" name="Google Shape;629;p6"/>
              <p:cNvSpPr/>
              <p:nvPr/>
            </p:nvSpPr>
            <p:spPr>
              <a:xfrm>
                <a:off x="930" y="1781"/>
                <a:ext cx="34" cy="84"/>
              </a:xfrm>
              <a:custGeom>
                <a:rect b="b" l="l" r="r" t="t"/>
                <a:pathLst>
                  <a:path extrusionOk="0" h="84" w="34">
                    <a:moveTo>
                      <a:pt x="0" y="83"/>
                    </a:moveTo>
                    <a:lnTo>
                      <a:pt x="0" y="18"/>
                    </a:lnTo>
                    <a:lnTo>
                      <a:pt x="2" y="12"/>
                    </a:lnTo>
                    <a:lnTo>
                      <a:pt x="3" y="7"/>
                    </a:lnTo>
                    <a:lnTo>
                      <a:pt x="8" y="2"/>
                    </a:lnTo>
                    <a:lnTo>
                      <a:pt x="15" y="0"/>
                    </a:lnTo>
                    <a:lnTo>
                      <a:pt x="21" y="0"/>
                    </a:lnTo>
                    <a:lnTo>
                      <a:pt x="27" y="3"/>
                    </a:lnTo>
                    <a:lnTo>
                      <a:pt x="31" y="7"/>
                    </a:lnTo>
                    <a:lnTo>
                      <a:pt x="32" y="11"/>
                    </a:lnTo>
                    <a:lnTo>
                      <a:pt x="33" y="18"/>
                    </a:lnTo>
                    <a:lnTo>
                      <a:pt x="33" y="78"/>
                    </a:lnTo>
                    <a:lnTo>
                      <a:pt x="0" y="8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0" name="Google Shape;630;p6"/>
              <p:cNvSpPr/>
              <p:nvPr/>
            </p:nvSpPr>
            <p:spPr>
              <a:xfrm>
                <a:off x="938" y="1792"/>
                <a:ext cx="28" cy="71"/>
              </a:xfrm>
              <a:custGeom>
                <a:rect b="b" l="l" r="r" t="t"/>
                <a:pathLst>
                  <a:path extrusionOk="0" h="71" w="28">
                    <a:moveTo>
                      <a:pt x="11" y="0"/>
                    </a:moveTo>
                    <a:lnTo>
                      <a:pt x="20" y="2"/>
                    </a:lnTo>
                    <a:lnTo>
                      <a:pt x="25" y="7"/>
                    </a:lnTo>
                    <a:lnTo>
                      <a:pt x="27" y="15"/>
                    </a:lnTo>
                    <a:lnTo>
                      <a:pt x="27" y="52"/>
                    </a:lnTo>
                    <a:lnTo>
                      <a:pt x="27" y="66"/>
                    </a:lnTo>
                    <a:lnTo>
                      <a:pt x="0" y="70"/>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1" name="Google Shape;631;p6"/>
              <p:cNvSpPr/>
              <p:nvPr/>
            </p:nvSpPr>
            <p:spPr>
              <a:xfrm>
                <a:off x="938" y="1791"/>
                <a:ext cx="19" cy="64"/>
              </a:xfrm>
              <a:custGeom>
                <a:rect b="b" l="l" r="r" t="t"/>
                <a:pathLst>
                  <a:path extrusionOk="0" h="64" w="19">
                    <a:moveTo>
                      <a:pt x="0" y="63"/>
                    </a:moveTo>
                    <a:lnTo>
                      <a:pt x="0" y="18"/>
                    </a:lnTo>
                    <a:lnTo>
                      <a:pt x="0" y="12"/>
                    </a:lnTo>
                    <a:lnTo>
                      <a:pt x="1" y="8"/>
                    </a:lnTo>
                    <a:lnTo>
                      <a:pt x="2" y="4"/>
                    </a:lnTo>
                    <a:lnTo>
                      <a:pt x="6" y="0"/>
                    </a:lnTo>
                    <a:lnTo>
                      <a:pt x="11" y="0"/>
                    </a:lnTo>
                    <a:lnTo>
                      <a:pt x="15" y="3"/>
                    </a:lnTo>
                    <a:lnTo>
                      <a:pt x="17" y="7"/>
                    </a:lnTo>
                    <a:lnTo>
                      <a:pt x="18" y="15"/>
                    </a:lnTo>
                    <a:lnTo>
                      <a:pt x="18" y="59"/>
                    </a:lnTo>
                    <a:lnTo>
                      <a:pt x="0" y="63"/>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32" name="Google Shape;632;p6"/>
              <p:cNvCxnSpPr/>
              <p:nvPr/>
            </p:nvCxnSpPr>
            <p:spPr>
              <a:xfrm flipH="1" rot="10800000">
                <a:off x="940" y="1803"/>
                <a:ext cx="19" cy="14"/>
              </a:xfrm>
              <a:prstGeom prst="straightConnector1">
                <a:avLst/>
              </a:prstGeom>
              <a:noFill/>
              <a:ln cap="flat" cmpd="sng" w="12700">
                <a:solidFill>
                  <a:srgbClr val="402000"/>
                </a:solidFill>
                <a:prstDash val="solid"/>
                <a:miter lim="800000"/>
                <a:headEnd len="sm" w="sm" type="none"/>
                <a:tailEnd len="sm" w="sm" type="none"/>
              </a:ln>
            </p:spPr>
          </p:cxnSp>
          <p:cxnSp>
            <p:nvCxnSpPr>
              <p:cNvPr id="633" name="Google Shape;633;p6"/>
              <p:cNvCxnSpPr/>
              <p:nvPr/>
            </p:nvCxnSpPr>
            <p:spPr>
              <a:xfrm flipH="1" rot="10800000">
                <a:off x="940" y="1821"/>
                <a:ext cx="20" cy="13"/>
              </a:xfrm>
              <a:prstGeom prst="straightConnector1">
                <a:avLst/>
              </a:prstGeom>
              <a:noFill/>
              <a:ln cap="flat" cmpd="sng" w="12700">
                <a:solidFill>
                  <a:srgbClr val="402000"/>
                </a:solidFill>
                <a:prstDash val="solid"/>
                <a:miter lim="800000"/>
                <a:headEnd len="sm" w="sm" type="none"/>
                <a:tailEnd len="sm" w="sm" type="none"/>
              </a:ln>
            </p:spPr>
          </p:cxnSp>
          <p:cxnSp>
            <p:nvCxnSpPr>
              <p:cNvPr id="634" name="Google Shape;634;p6"/>
              <p:cNvCxnSpPr/>
              <p:nvPr/>
            </p:nvCxnSpPr>
            <p:spPr>
              <a:xfrm flipH="1" rot="10800000">
                <a:off x="941" y="1839"/>
                <a:ext cx="18" cy="13"/>
              </a:xfrm>
              <a:prstGeom prst="straightConnector1">
                <a:avLst/>
              </a:prstGeom>
              <a:noFill/>
              <a:ln cap="flat" cmpd="sng" w="12700">
                <a:solidFill>
                  <a:srgbClr val="402000"/>
                </a:solidFill>
                <a:prstDash val="solid"/>
                <a:miter lim="800000"/>
                <a:headEnd len="sm" w="sm" type="none"/>
                <a:tailEnd len="sm" w="sm" type="none"/>
              </a:ln>
            </p:spPr>
          </p:cxnSp>
          <p:cxnSp>
            <p:nvCxnSpPr>
              <p:cNvPr id="635" name="Google Shape;635;p6"/>
              <p:cNvCxnSpPr/>
              <p:nvPr/>
            </p:nvCxnSpPr>
            <p:spPr>
              <a:xfrm rot="10800000">
                <a:off x="946" y="1787"/>
                <a:ext cx="9" cy="75"/>
              </a:xfrm>
              <a:prstGeom prst="straightConnector1">
                <a:avLst/>
              </a:prstGeom>
              <a:noFill/>
              <a:ln cap="flat" cmpd="sng" w="12700">
                <a:solidFill>
                  <a:srgbClr val="402000"/>
                </a:solidFill>
                <a:prstDash val="solid"/>
                <a:miter lim="800000"/>
                <a:headEnd len="sm" w="sm" type="none"/>
                <a:tailEnd len="sm" w="sm" type="none"/>
              </a:ln>
            </p:spPr>
          </p:cxnSp>
        </p:grpSp>
        <p:grpSp>
          <p:nvGrpSpPr>
            <p:cNvPr id="636" name="Google Shape;636;p6"/>
            <p:cNvGrpSpPr/>
            <p:nvPr/>
          </p:nvGrpSpPr>
          <p:grpSpPr>
            <a:xfrm>
              <a:off x="465" y="1947"/>
              <a:ext cx="48" cy="100"/>
              <a:chOff x="465" y="1947"/>
              <a:chExt cx="48" cy="100"/>
            </a:xfrm>
          </p:grpSpPr>
          <p:sp>
            <p:nvSpPr>
              <p:cNvPr id="637" name="Google Shape;637;p6"/>
              <p:cNvSpPr/>
              <p:nvPr/>
            </p:nvSpPr>
            <p:spPr>
              <a:xfrm>
                <a:off x="469" y="1947"/>
                <a:ext cx="44" cy="95"/>
              </a:xfrm>
              <a:custGeom>
                <a:rect b="b" l="l" r="r" t="t"/>
                <a:pathLst>
                  <a:path extrusionOk="0" h="95" w="44">
                    <a:moveTo>
                      <a:pt x="43" y="94"/>
                    </a:moveTo>
                    <a:lnTo>
                      <a:pt x="43" y="84"/>
                    </a:lnTo>
                    <a:lnTo>
                      <a:pt x="43" y="22"/>
                    </a:lnTo>
                    <a:lnTo>
                      <a:pt x="40" y="14"/>
                    </a:lnTo>
                    <a:lnTo>
                      <a:pt x="34" y="6"/>
                    </a:lnTo>
                    <a:lnTo>
                      <a:pt x="27" y="1"/>
                    </a:lnTo>
                    <a:lnTo>
                      <a:pt x="15" y="0"/>
                    </a:lnTo>
                    <a:lnTo>
                      <a:pt x="6" y="3"/>
                    </a:lnTo>
                    <a:lnTo>
                      <a:pt x="0" y="11"/>
                    </a:lnTo>
                    <a:lnTo>
                      <a:pt x="1" y="77"/>
                    </a:lnTo>
                    <a:lnTo>
                      <a:pt x="43" y="9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8" name="Google Shape;638;p6"/>
              <p:cNvSpPr/>
              <p:nvPr/>
            </p:nvSpPr>
            <p:spPr>
              <a:xfrm>
                <a:off x="465" y="1948"/>
                <a:ext cx="46" cy="99"/>
              </a:xfrm>
              <a:custGeom>
                <a:rect b="b" l="l" r="r" t="t"/>
                <a:pathLst>
                  <a:path extrusionOk="0" h="99" w="46">
                    <a:moveTo>
                      <a:pt x="45" y="98"/>
                    </a:moveTo>
                    <a:lnTo>
                      <a:pt x="45" y="84"/>
                    </a:lnTo>
                    <a:lnTo>
                      <a:pt x="45" y="23"/>
                    </a:lnTo>
                    <a:lnTo>
                      <a:pt x="43" y="18"/>
                    </a:lnTo>
                    <a:lnTo>
                      <a:pt x="40" y="11"/>
                    </a:lnTo>
                    <a:lnTo>
                      <a:pt x="35" y="6"/>
                    </a:lnTo>
                    <a:lnTo>
                      <a:pt x="29" y="2"/>
                    </a:lnTo>
                    <a:lnTo>
                      <a:pt x="18" y="0"/>
                    </a:lnTo>
                    <a:lnTo>
                      <a:pt x="8" y="2"/>
                    </a:lnTo>
                    <a:lnTo>
                      <a:pt x="4" y="6"/>
                    </a:lnTo>
                    <a:lnTo>
                      <a:pt x="1" y="11"/>
                    </a:lnTo>
                    <a:lnTo>
                      <a:pt x="0" y="18"/>
                    </a:lnTo>
                    <a:lnTo>
                      <a:pt x="1" y="82"/>
                    </a:lnTo>
                    <a:lnTo>
                      <a:pt x="45" y="9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39" name="Google Shape;639;p6"/>
              <p:cNvSpPr/>
              <p:nvPr/>
            </p:nvSpPr>
            <p:spPr>
              <a:xfrm>
                <a:off x="473" y="1961"/>
                <a:ext cx="10" cy="65"/>
              </a:xfrm>
              <a:custGeom>
                <a:rect b="b" l="l" r="r" t="t"/>
                <a:pathLst>
                  <a:path extrusionOk="0" h="65" w="10">
                    <a:moveTo>
                      <a:pt x="0" y="64"/>
                    </a:moveTo>
                    <a:lnTo>
                      <a:pt x="1" y="45"/>
                    </a:lnTo>
                    <a:lnTo>
                      <a:pt x="1" y="25"/>
                    </a:lnTo>
                    <a:lnTo>
                      <a:pt x="0" y="15"/>
                    </a:lnTo>
                    <a:lnTo>
                      <a:pt x="3" y="5"/>
                    </a:lnTo>
                    <a:lnTo>
                      <a:pt x="9" y="0"/>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0" name="Google Shape;640;p6"/>
              <p:cNvSpPr/>
              <p:nvPr/>
            </p:nvSpPr>
            <p:spPr>
              <a:xfrm>
                <a:off x="475" y="1960"/>
                <a:ext cx="25" cy="72"/>
              </a:xfrm>
              <a:custGeom>
                <a:rect b="b" l="l" r="r" t="t"/>
                <a:pathLst>
                  <a:path extrusionOk="0" h="72" w="25">
                    <a:moveTo>
                      <a:pt x="0" y="61"/>
                    </a:moveTo>
                    <a:lnTo>
                      <a:pt x="0" y="14"/>
                    </a:lnTo>
                    <a:lnTo>
                      <a:pt x="0" y="6"/>
                    </a:lnTo>
                    <a:lnTo>
                      <a:pt x="5" y="2"/>
                    </a:lnTo>
                    <a:lnTo>
                      <a:pt x="8" y="0"/>
                    </a:lnTo>
                    <a:lnTo>
                      <a:pt x="15" y="3"/>
                    </a:lnTo>
                    <a:lnTo>
                      <a:pt x="21" y="6"/>
                    </a:lnTo>
                    <a:lnTo>
                      <a:pt x="23" y="16"/>
                    </a:lnTo>
                    <a:lnTo>
                      <a:pt x="24" y="71"/>
                    </a:lnTo>
                    <a:lnTo>
                      <a:pt x="0" y="61"/>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41" name="Google Shape;641;p6"/>
              <p:cNvCxnSpPr/>
              <p:nvPr/>
            </p:nvCxnSpPr>
            <p:spPr>
              <a:xfrm rot="10800000">
                <a:off x="489" y="1958"/>
                <a:ext cx="0" cy="77"/>
              </a:xfrm>
              <a:prstGeom prst="straightConnector1">
                <a:avLst/>
              </a:prstGeom>
              <a:noFill/>
              <a:ln cap="flat" cmpd="sng" w="12700">
                <a:solidFill>
                  <a:srgbClr val="603000"/>
                </a:solidFill>
                <a:prstDash val="solid"/>
                <a:miter lim="800000"/>
                <a:headEnd len="sm" w="sm" type="none"/>
                <a:tailEnd len="sm" w="sm" type="none"/>
              </a:ln>
            </p:spPr>
          </p:cxnSp>
          <p:cxnSp>
            <p:nvCxnSpPr>
              <p:cNvPr id="642" name="Google Shape;642;p6"/>
              <p:cNvCxnSpPr/>
              <p:nvPr/>
            </p:nvCxnSpPr>
            <p:spPr>
              <a:xfrm>
                <a:off x="480" y="1987"/>
                <a:ext cx="21" cy="0"/>
              </a:xfrm>
              <a:prstGeom prst="straightConnector1">
                <a:avLst/>
              </a:prstGeom>
              <a:noFill/>
              <a:ln cap="flat" cmpd="sng" w="12700">
                <a:solidFill>
                  <a:srgbClr val="603000"/>
                </a:solidFill>
                <a:prstDash val="solid"/>
                <a:miter lim="800000"/>
                <a:headEnd len="sm" w="sm" type="none"/>
                <a:tailEnd len="sm" w="sm" type="none"/>
              </a:ln>
            </p:spPr>
          </p:cxnSp>
          <p:cxnSp>
            <p:nvCxnSpPr>
              <p:cNvPr id="643" name="Google Shape;643;p6"/>
              <p:cNvCxnSpPr/>
              <p:nvPr/>
            </p:nvCxnSpPr>
            <p:spPr>
              <a:xfrm>
                <a:off x="480" y="2014"/>
                <a:ext cx="22" cy="1"/>
              </a:xfrm>
              <a:prstGeom prst="straightConnector1">
                <a:avLst/>
              </a:prstGeom>
              <a:noFill/>
              <a:ln cap="flat" cmpd="sng" w="12700">
                <a:solidFill>
                  <a:srgbClr val="603000"/>
                </a:solidFill>
                <a:prstDash val="solid"/>
                <a:miter lim="800000"/>
                <a:headEnd len="sm" w="sm" type="none"/>
                <a:tailEnd len="sm" w="sm" type="none"/>
              </a:ln>
            </p:spPr>
          </p:cxnSp>
        </p:grpSp>
        <p:grpSp>
          <p:nvGrpSpPr>
            <p:cNvPr id="644" name="Google Shape;644;p6"/>
            <p:cNvGrpSpPr/>
            <p:nvPr/>
          </p:nvGrpSpPr>
          <p:grpSpPr>
            <a:xfrm>
              <a:off x="502" y="1796"/>
              <a:ext cx="48" cy="98"/>
              <a:chOff x="502" y="1796"/>
              <a:chExt cx="48" cy="98"/>
            </a:xfrm>
          </p:grpSpPr>
          <p:sp>
            <p:nvSpPr>
              <p:cNvPr id="645" name="Google Shape;645;p6"/>
              <p:cNvSpPr/>
              <p:nvPr/>
            </p:nvSpPr>
            <p:spPr>
              <a:xfrm>
                <a:off x="506" y="1796"/>
                <a:ext cx="44" cy="95"/>
              </a:xfrm>
              <a:custGeom>
                <a:rect b="b" l="l" r="r" t="t"/>
                <a:pathLst>
                  <a:path extrusionOk="0" h="95" w="44">
                    <a:moveTo>
                      <a:pt x="43" y="94"/>
                    </a:moveTo>
                    <a:lnTo>
                      <a:pt x="43" y="84"/>
                    </a:lnTo>
                    <a:lnTo>
                      <a:pt x="43" y="21"/>
                    </a:lnTo>
                    <a:lnTo>
                      <a:pt x="40" y="13"/>
                    </a:lnTo>
                    <a:lnTo>
                      <a:pt x="34" y="5"/>
                    </a:lnTo>
                    <a:lnTo>
                      <a:pt x="27" y="1"/>
                    </a:lnTo>
                    <a:lnTo>
                      <a:pt x="15" y="0"/>
                    </a:lnTo>
                    <a:lnTo>
                      <a:pt x="6" y="3"/>
                    </a:lnTo>
                    <a:lnTo>
                      <a:pt x="0" y="11"/>
                    </a:lnTo>
                    <a:lnTo>
                      <a:pt x="1" y="77"/>
                    </a:lnTo>
                    <a:lnTo>
                      <a:pt x="43" y="9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6" name="Google Shape;646;p6"/>
              <p:cNvSpPr/>
              <p:nvPr/>
            </p:nvSpPr>
            <p:spPr>
              <a:xfrm>
                <a:off x="502" y="1796"/>
                <a:ext cx="47" cy="98"/>
              </a:xfrm>
              <a:custGeom>
                <a:rect b="b" l="l" r="r" t="t"/>
                <a:pathLst>
                  <a:path extrusionOk="0" h="98" w="47">
                    <a:moveTo>
                      <a:pt x="44" y="97"/>
                    </a:moveTo>
                    <a:lnTo>
                      <a:pt x="46" y="85"/>
                    </a:lnTo>
                    <a:lnTo>
                      <a:pt x="45" y="23"/>
                    </a:lnTo>
                    <a:lnTo>
                      <a:pt x="43" y="18"/>
                    </a:lnTo>
                    <a:lnTo>
                      <a:pt x="40" y="12"/>
                    </a:lnTo>
                    <a:lnTo>
                      <a:pt x="36" y="6"/>
                    </a:lnTo>
                    <a:lnTo>
                      <a:pt x="29" y="3"/>
                    </a:lnTo>
                    <a:lnTo>
                      <a:pt x="18" y="0"/>
                    </a:lnTo>
                    <a:lnTo>
                      <a:pt x="9" y="3"/>
                    </a:lnTo>
                    <a:lnTo>
                      <a:pt x="4" y="6"/>
                    </a:lnTo>
                    <a:lnTo>
                      <a:pt x="2" y="12"/>
                    </a:lnTo>
                    <a:lnTo>
                      <a:pt x="0" y="18"/>
                    </a:lnTo>
                    <a:lnTo>
                      <a:pt x="1" y="84"/>
                    </a:lnTo>
                    <a:lnTo>
                      <a:pt x="44" y="97"/>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7" name="Google Shape;647;p6"/>
              <p:cNvSpPr/>
              <p:nvPr/>
            </p:nvSpPr>
            <p:spPr>
              <a:xfrm>
                <a:off x="510" y="1810"/>
                <a:ext cx="11" cy="64"/>
              </a:xfrm>
              <a:custGeom>
                <a:rect b="b" l="l" r="r" t="t"/>
                <a:pathLst>
                  <a:path extrusionOk="0" h="64" w="11">
                    <a:moveTo>
                      <a:pt x="0" y="63"/>
                    </a:moveTo>
                    <a:lnTo>
                      <a:pt x="1" y="45"/>
                    </a:lnTo>
                    <a:lnTo>
                      <a:pt x="1" y="25"/>
                    </a:lnTo>
                    <a:lnTo>
                      <a:pt x="0" y="15"/>
                    </a:lnTo>
                    <a:lnTo>
                      <a:pt x="3" y="4"/>
                    </a:lnTo>
                    <a:lnTo>
                      <a:pt x="10" y="0"/>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48" name="Google Shape;648;p6"/>
              <p:cNvSpPr/>
              <p:nvPr/>
            </p:nvSpPr>
            <p:spPr>
              <a:xfrm>
                <a:off x="512" y="1809"/>
                <a:ext cx="25" cy="71"/>
              </a:xfrm>
              <a:custGeom>
                <a:rect b="b" l="l" r="r" t="t"/>
                <a:pathLst>
                  <a:path extrusionOk="0" h="71" w="25">
                    <a:moveTo>
                      <a:pt x="0" y="63"/>
                    </a:moveTo>
                    <a:lnTo>
                      <a:pt x="0" y="14"/>
                    </a:lnTo>
                    <a:lnTo>
                      <a:pt x="0" y="5"/>
                    </a:lnTo>
                    <a:lnTo>
                      <a:pt x="5" y="2"/>
                    </a:lnTo>
                    <a:lnTo>
                      <a:pt x="9" y="0"/>
                    </a:lnTo>
                    <a:lnTo>
                      <a:pt x="15" y="2"/>
                    </a:lnTo>
                    <a:lnTo>
                      <a:pt x="21" y="6"/>
                    </a:lnTo>
                    <a:lnTo>
                      <a:pt x="24" y="16"/>
                    </a:lnTo>
                    <a:lnTo>
                      <a:pt x="24" y="70"/>
                    </a:lnTo>
                    <a:lnTo>
                      <a:pt x="0" y="63"/>
                    </a:lnTo>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49" name="Google Shape;649;p6"/>
              <p:cNvCxnSpPr/>
              <p:nvPr/>
            </p:nvCxnSpPr>
            <p:spPr>
              <a:xfrm rot="10800000">
                <a:off x="526" y="1806"/>
                <a:ext cx="0" cy="77"/>
              </a:xfrm>
              <a:prstGeom prst="straightConnector1">
                <a:avLst/>
              </a:prstGeom>
              <a:noFill/>
              <a:ln cap="flat" cmpd="sng" w="12700">
                <a:solidFill>
                  <a:srgbClr val="603000"/>
                </a:solidFill>
                <a:prstDash val="solid"/>
                <a:miter lim="800000"/>
                <a:headEnd len="sm" w="sm" type="none"/>
                <a:tailEnd len="sm" w="sm" type="none"/>
              </a:ln>
            </p:spPr>
          </p:cxnSp>
          <p:cxnSp>
            <p:nvCxnSpPr>
              <p:cNvPr id="650" name="Google Shape;650;p6"/>
              <p:cNvCxnSpPr/>
              <p:nvPr/>
            </p:nvCxnSpPr>
            <p:spPr>
              <a:xfrm>
                <a:off x="517" y="1835"/>
                <a:ext cx="21" cy="0"/>
              </a:xfrm>
              <a:prstGeom prst="straightConnector1">
                <a:avLst/>
              </a:prstGeom>
              <a:noFill/>
              <a:ln cap="flat" cmpd="sng" w="12700">
                <a:solidFill>
                  <a:srgbClr val="603000"/>
                </a:solidFill>
                <a:prstDash val="solid"/>
                <a:miter lim="800000"/>
                <a:headEnd len="sm" w="sm" type="none"/>
                <a:tailEnd len="sm" w="sm" type="none"/>
              </a:ln>
            </p:spPr>
          </p:cxnSp>
          <p:cxnSp>
            <p:nvCxnSpPr>
              <p:cNvPr id="651" name="Google Shape;651;p6"/>
              <p:cNvCxnSpPr/>
              <p:nvPr/>
            </p:nvCxnSpPr>
            <p:spPr>
              <a:xfrm>
                <a:off x="518" y="1863"/>
                <a:ext cx="21" cy="0"/>
              </a:xfrm>
              <a:prstGeom prst="straightConnector1">
                <a:avLst/>
              </a:prstGeom>
              <a:noFill/>
              <a:ln cap="flat" cmpd="sng" w="12700">
                <a:solidFill>
                  <a:srgbClr val="603000"/>
                </a:solidFill>
                <a:prstDash val="solid"/>
                <a:miter lim="800000"/>
                <a:headEnd len="sm" w="sm" type="none"/>
                <a:tailEnd len="sm" w="sm" type="none"/>
              </a:ln>
            </p:spPr>
          </p:cxnSp>
        </p:grpSp>
        <p:sp>
          <p:nvSpPr>
            <p:cNvPr id="652" name="Google Shape;652;p6"/>
            <p:cNvSpPr/>
            <p:nvPr/>
          </p:nvSpPr>
          <p:spPr>
            <a:xfrm>
              <a:off x="530" y="1714"/>
              <a:ext cx="63" cy="89"/>
            </a:xfrm>
            <a:custGeom>
              <a:rect b="b" l="l" r="r" t="t"/>
              <a:pathLst>
                <a:path extrusionOk="0" h="89" w="63">
                  <a:moveTo>
                    <a:pt x="0" y="0"/>
                  </a:moveTo>
                  <a:lnTo>
                    <a:pt x="15" y="1"/>
                  </a:lnTo>
                  <a:lnTo>
                    <a:pt x="62" y="83"/>
                  </a:lnTo>
                  <a:lnTo>
                    <a:pt x="35" y="88"/>
                  </a:lnTo>
                  <a:lnTo>
                    <a:pt x="2" y="15"/>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653" name="Google Shape;653;p6"/>
            <p:cNvGrpSpPr/>
            <p:nvPr/>
          </p:nvGrpSpPr>
          <p:grpSpPr>
            <a:xfrm>
              <a:off x="758" y="1931"/>
              <a:ext cx="62" cy="142"/>
              <a:chOff x="758" y="1931"/>
              <a:chExt cx="62" cy="142"/>
            </a:xfrm>
          </p:grpSpPr>
          <p:sp>
            <p:nvSpPr>
              <p:cNvPr id="654" name="Google Shape;654;p6"/>
              <p:cNvSpPr/>
              <p:nvPr/>
            </p:nvSpPr>
            <p:spPr>
              <a:xfrm>
                <a:off x="758" y="1931"/>
                <a:ext cx="57" cy="142"/>
              </a:xfrm>
              <a:custGeom>
                <a:rect b="b" l="l" r="r" t="t"/>
                <a:pathLst>
                  <a:path extrusionOk="0" h="142" w="57">
                    <a:moveTo>
                      <a:pt x="0" y="141"/>
                    </a:moveTo>
                    <a:lnTo>
                      <a:pt x="1" y="36"/>
                    </a:lnTo>
                    <a:lnTo>
                      <a:pt x="1" y="29"/>
                    </a:lnTo>
                    <a:lnTo>
                      <a:pt x="2" y="22"/>
                    </a:lnTo>
                    <a:lnTo>
                      <a:pt x="7" y="12"/>
                    </a:lnTo>
                    <a:lnTo>
                      <a:pt x="13" y="5"/>
                    </a:lnTo>
                    <a:lnTo>
                      <a:pt x="25" y="0"/>
                    </a:lnTo>
                    <a:lnTo>
                      <a:pt x="39" y="1"/>
                    </a:lnTo>
                    <a:lnTo>
                      <a:pt x="46" y="7"/>
                    </a:lnTo>
                    <a:lnTo>
                      <a:pt x="55" y="17"/>
                    </a:lnTo>
                    <a:lnTo>
                      <a:pt x="56" y="30"/>
                    </a:lnTo>
                    <a:lnTo>
                      <a:pt x="56" y="127"/>
                    </a:lnTo>
                    <a:lnTo>
                      <a:pt x="0" y="141"/>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5" name="Google Shape;655;p6"/>
              <p:cNvSpPr/>
              <p:nvPr/>
            </p:nvSpPr>
            <p:spPr>
              <a:xfrm>
                <a:off x="762" y="1932"/>
                <a:ext cx="58" cy="141"/>
              </a:xfrm>
              <a:custGeom>
                <a:rect b="b" l="l" r="r" t="t"/>
                <a:pathLst>
                  <a:path extrusionOk="0" h="141" w="58">
                    <a:moveTo>
                      <a:pt x="0" y="140"/>
                    </a:moveTo>
                    <a:lnTo>
                      <a:pt x="0" y="30"/>
                    </a:lnTo>
                    <a:lnTo>
                      <a:pt x="3" y="20"/>
                    </a:lnTo>
                    <a:lnTo>
                      <a:pt x="6" y="12"/>
                    </a:lnTo>
                    <a:lnTo>
                      <a:pt x="14" y="5"/>
                    </a:lnTo>
                    <a:lnTo>
                      <a:pt x="27" y="0"/>
                    </a:lnTo>
                    <a:lnTo>
                      <a:pt x="37" y="0"/>
                    </a:lnTo>
                    <a:lnTo>
                      <a:pt x="46" y="6"/>
                    </a:lnTo>
                    <a:lnTo>
                      <a:pt x="52" y="12"/>
                    </a:lnTo>
                    <a:lnTo>
                      <a:pt x="54" y="19"/>
                    </a:lnTo>
                    <a:lnTo>
                      <a:pt x="57" y="30"/>
                    </a:lnTo>
                    <a:lnTo>
                      <a:pt x="56" y="127"/>
                    </a:lnTo>
                    <a:lnTo>
                      <a:pt x="0" y="14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6" name="Google Shape;656;p6"/>
              <p:cNvSpPr/>
              <p:nvPr/>
            </p:nvSpPr>
            <p:spPr>
              <a:xfrm>
                <a:off x="776" y="1951"/>
                <a:ext cx="42" cy="112"/>
              </a:xfrm>
              <a:custGeom>
                <a:rect b="b" l="l" r="r" t="t"/>
                <a:pathLst>
                  <a:path extrusionOk="0" h="112" w="42">
                    <a:moveTo>
                      <a:pt x="15" y="0"/>
                    </a:moveTo>
                    <a:lnTo>
                      <a:pt x="29" y="2"/>
                    </a:lnTo>
                    <a:lnTo>
                      <a:pt x="38" y="10"/>
                    </a:lnTo>
                    <a:lnTo>
                      <a:pt x="40" y="23"/>
                    </a:lnTo>
                    <a:lnTo>
                      <a:pt x="41" y="80"/>
                    </a:lnTo>
                    <a:lnTo>
                      <a:pt x="41" y="102"/>
                    </a:lnTo>
                    <a:lnTo>
                      <a:pt x="0" y="111"/>
                    </a:lnTo>
                  </a:path>
                </a:pathLst>
              </a:custGeom>
              <a:no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57" name="Google Shape;657;p6"/>
              <p:cNvSpPr/>
              <p:nvPr/>
            </p:nvSpPr>
            <p:spPr>
              <a:xfrm>
                <a:off x="774" y="1948"/>
                <a:ext cx="35" cy="105"/>
              </a:xfrm>
              <a:custGeom>
                <a:rect b="b" l="l" r="r" t="t"/>
                <a:pathLst>
                  <a:path extrusionOk="0" h="105" w="35">
                    <a:moveTo>
                      <a:pt x="0" y="104"/>
                    </a:moveTo>
                    <a:lnTo>
                      <a:pt x="0" y="30"/>
                    </a:lnTo>
                    <a:lnTo>
                      <a:pt x="1" y="20"/>
                    </a:lnTo>
                    <a:lnTo>
                      <a:pt x="2" y="13"/>
                    </a:lnTo>
                    <a:lnTo>
                      <a:pt x="5" y="7"/>
                    </a:lnTo>
                    <a:lnTo>
                      <a:pt x="11" y="0"/>
                    </a:lnTo>
                    <a:lnTo>
                      <a:pt x="21" y="0"/>
                    </a:lnTo>
                    <a:lnTo>
                      <a:pt x="28" y="5"/>
                    </a:lnTo>
                    <a:lnTo>
                      <a:pt x="32" y="12"/>
                    </a:lnTo>
                    <a:lnTo>
                      <a:pt x="33" y="26"/>
                    </a:lnTo>
                    <a:lnTo>
                      <a:pt x="34" y="97"/>
                    </a:lnTo>
                    <a:lnTo>
                      <a:pt x="0" y="104"/>
                    </a:lnTo>
                  </a:path>
                </a:pathLst>
              </a:custGeom>
              <a:solidFill>
                <a:srgbClr val="C06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58" name="Google Shape;658;p6"/>
              <p:cNvCxnSpPr/>
              <p:nvPr/>
            </p:nvCxnSpPr>
            <p:spPr>
              <a:xfrm flipH="1" rot="10800000">
                <a:off x="775" y="1970"/>
                <a:ext cx="34" cy="17"/>
              </a:xfrm>
              <a:prstGeom prst="straightConnector1">
                <a:avLst/>
              </a:prstGeom>
              <a:noFill/>
              <a:ln cap="flat" cmpd="sng" w="12700">
                <a:solidFill>
                  <a:srgbClr val="402000"/>
                </a:solidFill>
                <a:prstDash val="solid"/>
                <a:miter lim="800000"/>
                <a:headEnd len="sm" w="sm" type="none"/>
                <a:tailEnd len="sm" w="sm" type="none"/>
              </a:ln>
            </p:spPr>
          </p:cxnSp>
          <p:cxnSp>
            <p:nvCxnSpPr>
              <p:cNvPr id="659" name="Google Shape;659;p6"/>
              <p:cNvCxnSpPr/>
              <p:nvPr/>
            </p:nvCxnSpPr>
            <p:spPr>
              <a:xfrm flipH="1" rot="10800000">
                <a:off x="776" y="1998"/>
                <a:ext cx="35" cy="16"/>
              </a:xfrm>
              <a:prstGeom prst="straightConnector1">
                <a:avLst/>
              </a:prstGeom>
              <a:noFill/>
              <a:ln cap="flat" cmpd="sng" w="12700">
                <a:solidFill>
                  <a:srgbClr val="402000"/>
                </a:solidFill>
                <a:prstDash val="solid"/>
                <a:miter lim="800000"/>
                <a:headEnd len="sm" w="sm" type="none"/>
                <a:tailEnd len="sm" w="sm" type="none"/>
              </a:ln>
            </p:spPr>
          </p:cxnSp>
          <p:cxnSp>
            <p:nvCxnSpPr>
              <p:cNvPr id="660" name="Google Shape;660;p6"/>
              <p:cNvCxnSpPr/>
              <p:nvPr/>
            </p:nvCxnSpPr>
            <p:spPr>
              <a:xfrm flipH="1" rot="10800000">
                <a:off x="778" y="2026"/>
                <a:ext cx="32" cy="16"/>
              </a:xfrm>
              <a:prstGeom prst="straightConnector1">
                <a:avLst/>
              </a:prstGeom>
              <a:noFill/>
              <a:ln cap="flat" cmpd="sng" w="12700">
                <a:solidFill>
                  <a:srgbClr val="402000"/>
                </a:solidFill>
                <a:prstDash val="solid"/>
                <a:miter lim="800000"/>
                <a:headEnd len="sm" w="sm" type="none"/>
                <a:tailEnd len="sm" w="sm" type="none"/>
              </a:ln>
            </p:spPr>
          </p:cxnSp>
          <p:cxnSp>
            <p:nvCxnSpPr>
              <p:cNvPr id="661" name="Google Shape;661;p6"/>
              <p:cNvCxnSpPr/>
              <p:nvPr/>
            </p:nvCxnSpPr>
            <p:spPr>
              <a:xfrm rot="10800000">
                <a:off x="790" y="1945"/>
                <a:ext cx="9" cy="113"/>
              </a:xfrm>
              <a:prstGeom prst="straightConnector1">
                <a:avLst/>
              </a:prstGeom>
              <a:noFill/>
              <a:ln cap="flat" cmpd="sng" w="12700">
                <a:solidFill>
                  <a:srgbClr val="402000"/>
                </a:solidFill>
                <a:prstDash val="solid"/>
                <a:miter lim="800000"/>
                <a:headEnd len="sm" w="sm" type="none"/>
                <a:tailEnd len="sm" w="sm" type="none"/>
              </a:ln>
            </p:spPr>
          </p:cxnSp>
        </p:grpSp>
      </p:grpSp>
      <p:grpSp>
        <p:nvGrpSpPr>
          <p:cNvPr id="662" name="Google Shape;662;p6"/>
          <p:cNvGrpSpPr/>
          <p:nvPr/>
        </p:nvGrpSpPr>
        <p:grpSpPr>
          <a:xfrm>
            <a:off x="3011487" y="4494212"/>
            <a:ext cx="923925" cy="912812"/>
            <a:chOff x="1762" y="3155"/>
            <a:chExt cx="582" cy="575"/>
          </a:xfrm>
        </p:grpSpPr>
        <p:grpSp>
          <p:nvGrpSpPr>
            <p:cNvPr id="663" name="Google Shape;663;p6"/>
            <p:cNvGrpSpPr/>
            <p:nvPr/>
          </p:nvGrpSpPr>
          <p:grpSpPr>
            <a:xfrm>
              <a:off x="1857" y="3339"/>
              <a:ext cx="360" cy="391"/>
              <a:chOff x="1857" y="3339"/>
              <a:chExt cx="360" cy="391"/>
            </a:xfrm>
          </p:grpSpPr>
          <p:sp>
            <p:nvSpPr>
              <p:cNvPr id="664" name="Google Shape;664;p6"/>
              <p:cNvSpPr/>
              <p:nvPr/>
            </p:nvSpPr>
            <p:spPr>
              <a:xfrm>
                <a:off x="1857" y="3560"/>
                <a:ext cx="360" cy="170"/>
              </a:xfrm>
              <a:prstGeom prst="ellipse">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5" name="Google Shape;665;p6"/>
              <p:cNvSpPr/>
              <p:nvPr/>
            </p:nvSpPr>
            <p:spPr>
              <a:xfrm>
                <a:off x="1994" y="3339"/>
                <a:ext cx="78" cy="245"/>
              </a:xfrm>
              <a:prstGeom prst="rect">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666" name="Google Shape;666;p6"/>
            <p:cNvGrpSpPr/>
            <p:nvPr/>
          </p:nvGrpSpPr>
          <p:grpSpPr>
            <a:xfrm>
              <a:off x="1762" y="3155"/>
              <a:ext cx="582" cy="204"/>
              <a:chOff x="1762" y="3155"/>
              <a:chExt cx="582" cy="204"/>
            </a:xfrm>
          </p:grpSpPr>
          <p:sp>
            <p:nvSpPr>
              <p:cNvPr id="667" name="Google Shape;667;p6"/>
              <p:cNvSpPr/>
              <p:nvPr/>
            </p:nvSpPr>
            <p:spPr>
              <a:xfrm>
                <a:off x="1762" y="3155"/>
                <a:ext cx="582" cy="204"/>
              </a:xfrm>
              <a:custGeom>
                <a:rect b="b" l="l" r="r" t="t"/>
                <a:pathLst>
                  <a:path extrusionOk="0" h="204" w="582">
                    <a:moveTo>
                      <a:pt x="581" y="106"/>
                    </a:moveTo>
                    <a:lnTo>
                      <a:pt x="578" y="169"/>
                    </a:lnTo>
                    <a:lnTo>
                      <a:pt x="386" y="203"/>
                    </a:lnTo>
                    <a:lnTo>
                      <a:pt x="175" y="203"/>
                    </a:lnTo>
                    <a:lnTo>
                      <a:pt x="9" y="151"/>
                    </a:lnTo>
                    <a:lnTo>
                      <a:pt x="0" y="5"/>
                    </a:lnTo>
                    <a:lnTo>
                      <a:pt x="327" y="0"/>
                    </a:lnTo>
                    <a:lnTo>
                      <a:pt x="581" y="106"/>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8" name="Google Shape;668;p6"/>
              <p:cNvSpPr/>
              <p:nvPr/>
            </p:nvSpPr>
            <p:spPr>
              <a:xfrm>
                <a:off x="1774" y="3232"/>
                <a:ext cx="549" cy="110"/>
              </a:xfrm>
              <a:custGeom>
                <a:rect b="b" l="l" r="r" t="t"/>
                <a:pathLst>
                  <a:path extrusionOk="0" h="110" w="549">
                    <a:moveTo>
                      <a:pt x="548" y="37"/>
                    </a:moveTo>
                    <a:lnTo>
                      <a:pt x="545" y="80"/>
                    </a:lnTo>
                    <a:lnTo>
                      <a:pt x="375" y="109"/>
                    </a:lnTo>
                    <a:lnTo>
                      <a:pt x="154" y="109"/>
                    </a:lnTo>
                    <a:lnTo>
                      <a:pt x="0" y="59"/>
                    </a:lnTo>
                    <a:lnTo>
                      <a:pt x="0" y="0"/>
                    </a:lnTo>
                    <a:lnTo>
                      <a:pt x="148" y="59"/>
                    </a:lnTo>
                    <a:lnTo>
                      <a:pt x="372" y="61"/>
                    </a:lnTo>
                    <a:lnTo>
                      <a:pt x="548" y="37"/>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669" name="Google Shape;669;p6"/>
          <p:cNvGrpSpPr/>
          <p:nvPr/>
        </p:nvGrpSpPr>
        <p:grpSpPr>
          <a:xfrm>
            <a:off x="3897312" y="4824412"/>
            <a:ext cx="377825" cy="603250"/>
            <a:chOff x="2320" y="3363"/>
            <a:chExt cx="238" cy="380"/>
          </a:xfrm>
        </p:grpSpPr>
        <p:grpSp>
          <p:nvGrpSpPr>
            <p:cNvPr id="670" name="Google Shape;670;p6"/>
            <p:cNvGrpSpPr/>
            <p:nvPr/>
          </p:nvGrpSpPr>
          <p:grpSpPr>
            <a:xfrm>
              <a:off x="2320" y="3363"/>
              <a:ext cx="225" cy="354"/>
              <a:chOff x="2320" y="3363"/>
              <a:chExt cx="225" cy="354"/>
            </a:xfrm>
          </p:grpSpPr>
          <p:sp>
            <p:nvSpPr>
              <p:cNvPr id="671" name="Google Shape;671;p6"/>
              <p:cNvSpPr/>
              <p:nvPr/>
            </p:nvSpPr>
            <p:spPr>
              <a:xfrm>
                <a:off x="2334" y="3363"/>
                <a:ext cx="147" cy="332"/>
              </a:xfrm>
              <a:custGeom>
                <a:rect b="b" l="l" r="r" t="t"/>
                <a:pathLst>
                  <a:path extrusionOk="0" h="332" w="147">
                    <a:moveTo>
                      <a:pt x="138" y="0"/>
                    </a:moveTo>
                    <a:lnTo>
                      <a:pt x="128" y="65"/>
                    </a:lnTo>
                    <a:lnTo>
                      <a:pt x="110" y="116"/>
                    </a:lnTo>
                    <a:lnTo>
                      <a:pt x="91" y="168"/>
                    </a:lnTo>
                    <a:lnTo>
                      <a:pt x="80" y="198"/>
                    </a:lnTo>
                    <a:lnTo>
                      <a:pt x="78" y="221"/>
                    </a:lnTo>
                    <a:lnTo>
                      <a:pt x="77" y="242"/>
                    </a:lnTo>
                    <a:lnTo>
                      <a:pt x="107" y="269"/>
                    </a:lnTo>
                    <a:lnTo>
                      <a:pt x="146" y="304"/>
                    </a:lnTo>
                    <a:lnTo>
                      <a:pt x="108" y="331"/>
                    </a:lnTo>
                    <a:lnTo>
                      <a:pt x="62" y="309"/>
                    </a:lnTo>
                    <a:lnTo>
                      <a:pt x="21" y="287"/>
                    </a:lnTo>
                    <a:lnTo>
                      <a:pt x="0" y="272"/>
                    </a:lnTo>
                    <a:lnTo>
                      <a:pt x="0" y="244"/>
                    </a:lnTo>
                    <a:lnTo>
                      <a:pt x="14" y="224"/>
                    </a:lnTo>
                    <a:lnTo>
                      <a:pt x="25" y="198"/>
                    </a:lnTo>
                    <a:lnTo>
                      <a:pt x="27" y="160"/>
                    </a:lnTo>
                    <a:lnTo>
                      <a:pt x="29" y="124"/>
                    </a:lnTo>
                    <a:lnTo>
                      <a:pt x="23" y="84"/>
                    </a:lnTo>
                    <a:lnTo>
                      <a:pt x="19" y="59"/>
                    </a:lnTo>
                    <a:lnTo>
                      <a:pt x="19" y="8"/>
                    </a:lnTo>
                    <a:lnTo>
                      <a:pt x="138" y="0"/>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2" name="Google Shape;672;p6"/>
              <p:cNvSpPr/>
              <p:nvPr/>
            </p:nvSpPr>
            <p:spPr>
              <a:xfrm>
                <a:off x="2320" y="3598"/>
                <a:ext cx="225" cy="119"/>
              </a:xfrm>
              <a:custGeom>
                <a:rect b="b" l="l" r="r" t="t"/>
                <a:pathLst>
                  <a:path extrusionOk="0" h="119" w="225">
                    <a:moveTo>
                      <a:pt x="161" y="68"/>
                    </a:moveTo>
                    <a:lnTo>
                      <a:pt x="137" y="80"/>
                    </a:lnTo>
                    <a:lnTo>
                      <a:pt x="103" y="76"/>
                    </a:lnTo>
                    <a:lnTo>
                      <a:pt x="63" y="54"/>
                    </a:lnTo>
                    <a:lnTo>
                      <a:pt x="37" y="34"/>
                    </a:lnTo>
                    <a:lnTo>
                      <a:pt x="19" y="0"/>
                    </a:lnTo>
                    <a:lnTo>
                      <a:pt x="12" y="10"/>
                    </a:lnTo>
                    <a:lnTo>
                      <a:pt x="0" y="37"/>
                    </a:lnTo>
                    <a:lnTo>
                      <a:pt x="5" y="50"/>
                    </a:lnTo>
                    <a:lnTo>
                      <a:pt x="38" y="65"/>
                    </a:lnTo>
                    <a:lnTo>
                      <a:pt x="75" y="79"/>
                    </a:lnTo>
                    <a:lnTo>
                      <a:pt x="117" y="110"/>
                    </a:lnTo>
                    <a:lnTo>
                      <a:pt x="161" y="118"/>
                    </a:lnTo>
                    <a:lnTo>
                      <a:pt x="190" y="117"/>
                    </a:lnTo>
                    <a:lnTo>
                      <a:pt x="208" y="114"/>
                    </a:lnTo>
                    <a:lnTo>
                      <a:pt x="224" y="104"/>
                    </a:lnTo>
                    <a:lnTo>
                      <a:pt x="218" y="93"/>
                    </a:lnTo>
                    <a:lnTo>
                      <a:pt x="210" y="86"/>
                    </a:lnTo>
                    <a:lnTo>
                      <a:pt x="161" y="68"/>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3" name="Google Shape;673;p6"/>
              <p:cNvSpPr/>
              <p:nvPr/>
            </p:nvSpPr>
            <p:spPr>
              <a:xfrm>
                <a:off x="2326" y="3649"/>
                <a:ext cx="32" cy="46"/>
              </a:xfrm>
              <a:custGeom>
                <a:rect b="b" l="l" r="r" t="t"/>
                <a:pathLst>
                  <a:path extrusionOk="0" h="46" w="32">
                    <a:moveTo>
                      <a:pt x="31" y="14"/>
                    </a:moveTo>
                    <a:lnTo>
                      <a:pt x="27" y="44"/>
                    </a:lnTo>
                    <a:lnTo>
                      <a:pt x="11" y="45"/>
                    </a:lnTo>
                    <a:lnTo>
                      <a:pt x="0" y="0"/>
                    </a:lnTo>
                    <a:lnTo>
                      <a:pt x="31" y="14"/>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674" name="Google Shape;674;p6"/>
            <p:cNvGrpSpPr/>
            <p:nvPr/>
          </p:nvGrpSpPr>
          <p:grpSpPr>
            <a:xfrm>
              <a:off x="2334" y="3390"/>
              <a:ext cx="224" cy="353"/>
              <a:chOff x="2334" y="3390"/>
              <a:chExt cx="224" cy="353"/>
            </a:xfrm>
          </p:grpSpPr>
          <p:sp>
            <p:nvSpPr>
              <p:cNvPr id="675" name="Google Shape;675;p6"/>
              <p:cNvSpPr/>
              <p:nvPr/>
            </p:nvSpPr>
            <p:spPr>
              <a:xfrm>
                <a:off x="2347" y="3390"/>
                <a:ext cx="147" cy="332"/>
              </a:xfrm>
              <a:custGeom>
                <a:rect b="b" l="l" r="r" t="t"/>
                <a:pathLst>
                  <a:path extrusionOk="0" h="332" w="147">
                    <a:moveTo>
                      <a:pt x="139" y="0"/>
                    </a:moveTo>
                    <a:lnTo>
                      <a:pt x="128" y="65"/>
                    </a:lnTo>
                    <a:lnTo>
                      <a:pt x="111" y="116"/>
                    </a:lnTo>
                    <a:lnTo>
                      <a:pt x="92" y="167"/>
                    </a:lnTo>
                    <a:lnTo>
                      <a:pt x="80" y="198"/>
                    </a:lnTo>
                    <a:lnTo>
                      <a:pt x="78" y="221"/>
                    </a:lnTo>
                    <a:lnTo>
                      <a:pt x="78" y="242"/>
                    </a:lnTo>
                    <a:lnTo>
                      <a:pt x="107" y="269"/>
                    </a:lnTo>
                    <a:lnTo>
                      <a:pt x="146" y="304"/>
                    </a:lnTo>
                    <a:lnTo>
                      <a:pt x="109" y="331"/>
                    </a:lnTo>
                    <a:lnTo>
                      <a:pt x="62" y="309"/>
                    </a:lnTo>
                    <a:lnTo>
                      <a:pt x="21" y="287"/>
                    </a:lnTo>
                    <a:lnTo>
                      <a:pt x="0" y="272"/>
                    </a:lnTo>
                    <a:lnTo>
                      <a:pt x="0" y="243"/>
                    </a:lnTo>
                    <a:lnTo>
                      <a:pt x="14" y="224"/>
                    </a:lnTo>
                    <a:lnTo>
                      <a:pt x="25" y="198"/>
                    </a:lnTo>
                    <a:lnTo>
                      <a:pt x="27" y="160"/>
                    </a:lnTo>
                    <a:lnTo>
                      <a:pt x="29" y="123"/>
                    </a:lnTo>
                    <a:lnTo>
                      <a:pt x="23" y="84"/>
                    </a:lnTo>
                    <a:lnTo>
                      <a:pt x="19" y="58"/>
                    </a:lnTo>
                    <a:lnTo>
                      <a:pt x="19" y="7"/>
                    </a:lnTo>
                    <a:lnTo>
                      <a:pt x="139" y="0"/>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6" name="Google Shape;676;p6"/>
              <p:cNvSpPr/>
              <p:nvPr/>
            </p:nvSpPr>
            <p:spPr>
              <a:xfrm>
                <a:off x="2334" y="3625"/>
                <a:ext cx="224" cy="118"/>
              </a:xfrm>
              <a:custGeom>
                <a:rect b="b" l="l" r="r" t="t"/>
                <a:pathLst>
                  <a:path extrusionOk="0" h="118" w="224">
                    <a:moveTo>
                      <a:pt x="160" y="68"/>
                    </a:moveTo>
                    <a:lnTo>
                      <a:pt x="136" y="80"/>
                    </a:lnTo>
                    <a:lnTo>
                      <a:pt x="102" y="75"/>
                    </a:lnTo>
                    <a:lnTo>
                      <a:pt x="62" y="54"/>
                    </a:lnTo>
                    <a:lnTo>
                      <a:pt x="36" y="33"/>
                    </a:lnTo>
                    <a:lnTo>
                      <a:pt x="18" y="0"/>
                    </a:lnTo>
                    <a:lnTo>
                      <a:pt x="11" y="10"/>
                    </a:lnTo>
                    <a:lnTo>
                      <a:pt x="0" y="36"/>
                    </a:lnTo>
                    <a:lnTo>
                      <a:pt x="5" y="49"/>
                    </a:lnTo>
                    <a:lnTo>
                      <a:pt x="37" y="65"/>
                    </a:lnTo>
                    <a:lnTo>
                      <a:pt x="74" y="79"/>
                    </a:lnTo>
                    <a:lnTo>
                      <a:pt x="116" y="110"/>
                    </a:lnTo>
                    <a:lnTo>
                      <a:pt x="160" y="117"/>
                    </a:lnTo>
                    <a:lnTo>
                      <a:pt x="190" y="116"/>
                    </a:lnTo>
                    <a:lnTo>
                      <a:pt x="208" y="113"/>
                    </a:lnTo>
                    <a:lnTo>
                      <a:pt x="223" y="104"/>
                    </a:lnTo>
                    <a:lnTo>
                      <a:pt x="217" y="93"/>
                    </a:lnTo>
                    <a:lnTo>
                      <a:pt x="210" y="86"/>
                    </a:lnTo>
                    <a:lnTo>
                      <a:pt x="160" y="68"/>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7" name="Google Shape;677;p6"/>
              <p:cNvSpPr/>
              <p:nvPr/>
            </p:nvSpPr>
            <p:spPr>
              <a:xfrm>
                <a:off x="2340" y="3675"/>
                <a:ext cx="31" cy="46"/>
              </a:xfrm>
              <a:custGeom>
                <a:rect b="b" l="l" r="r" t="t"/>
                <a:pathLst>
                  <a:path extrusionOk="0" h="46" w="31">
                    <a:moveTo>
                      <a:pt x="30" y="15"/>
                    </a:moveTo>
                    <a:lnTo>
                      <a:pt x="26" y="44"/>
                    </a:lnTo>
                    <a:lnTo>
                      <a:pt x="10" y="45"/>
                    </a:lnTo>
                    <a:lnTo>
                      <a:pt x="0" y="0"/>
                    </a:lnTo>
                    <a:lnTo>
                      <a:pt x="30" y="1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678" name="Google Shape;678;p6"/>
          <p:cNvGrpSpPr/>
          <p:nvPr/>
        </p:nvGrpSpPr>
        <p:grpSpPr>
          <a:xfrm>
            <a:off x="3228975" y="2946400"/>
            <a:ext cx="404812" cy="485775"/>
            <a:chOff x="1899" y="2180"/>
            <a:chExt cx="255" cy="306"/>
          </a:xfrm>
        </p:grpSpPr>
        <p:sp>
          <p:nvSpPr>
            <p:cNvPr id="679" name="Google Shape;679;p6"/>
            <p:cNvSpPr/>
            <p:nvPr/>
          </p:nvSpPr>
          <p:spPr>
            <a:xfrm>
              <a:off x="1899" y="2180"/>
              <a:ext cx="255" cy="306"/>
            </a:xfrm>
            <a:custGeom>
              <a:rect b="b" l="l" r="r" t="t"/>
              <a:pathLst>
                <a:path extrusionOk="0" h="306" w="255">
                  <a:moveTo>
                    <a:pt x="176" y="9"/>
                  </a:moveTo>
                  <a:lnTo>
                    <a:pt x="209" y="21"/>
                  </a:lnTo>
                  <a:lnTo>
                    <a:pt x="221" y="46"/>
                  </a:lnTo>
                  <a:lnTo>
                    <a:pt x="232" y="80"/>
                  </a:lnTo>
                  <a:lnTo>
                    <a:pt x="233" y="95"/>
                  </a:lnTo>
                  <a:lnTo>
                    <a:pt x="232" y="109"/>
                  </a:lnTo>
                  <a:lnTo>
                    <a:pt x="227" y="118"/>
                  </a:lnTo>
                  <a:lnTo>
                    <a:pt x="234" y="137"/>
                  </a:lnTo>
                  <a:lnTo>
                    <a:pt x="243" y="154"/>
                  </a:lnTo>
                  <a:lnTo>
                    <a:pt x="246" y="160"/>
                  </a:lnTo>
                  <a:lnTo>
                    <a:pt x="250" y="165"/>
                  </a:lnTo>
                  <a:lnTo>
                    <a:pt x="253" y="169"/>
                  </a:lnTo>
                  <a:lnTo>
                    <a:pt x="254" y="175"/>
                  </a:lnTo>
                  <a:lnTo>
                    <a:pt x="252" y="180"/>
                  </a:lnTo>
                  <a:lnTo>
                    <a:pt x="249" y="181"/>
                  </a:lnTo>
                  <a:lnTo>
                    <a:pt x="238" y="184"/>
                  </a:lnTo>
                  <a:lnTo>
                    <a:pt x="234" y="187"/>
                  </a:lnTo>
                  <a:lnTo>
                    <a:pt x="233" y="193"/>
                  </a:lnTo>
                  <a:lnTo>
                    <a:pt x="234" y="201"/>
                  </a:lnTo>
                  <a:lnTo>
                    <a:pt x="238" y="212"/>
                  </a:lnTo>
                  <a:lnTo>
                    <a:pt x="236" y="218"/>
                  </a:lnTo>
                  <a:lnTo>
                    <a:pt x="232" y="223"/>
                  </a:lnTo>
                  <a:lnTo>
                    <a:pt x="233" y="227"/>
                  </a:lnTo>
                  <a:lnTo>
                    <a:pt x="234" y="230"/>
                  </a:lnTo>
                  <a:lnTo>
                    <a:pt x="232" y="235"/>
                  </a:lnTo>
                  <a:lnTo>
                    <a:pt x="227" y="237"/>
                  </a:lnTo>
                  <a:lnTo>
                    <a:pt x="224" y="243"/>
                  </a:lnTo>
                  <a:lnTo>
                    <a:pt x="224" y="252"/>
                  </a:lnTo>
                  <a:lnTo>
                    <a:pt x="221" y="258"/>
                  </a:lnTo>
                  <a:lnTo>
                    <a:pt x="218" y="263"/>
                  </a:lnTo>
                  <a:lnTo>
                    <a:pt x="213" y="266"/>
                  </a:lnTo>
                  <a:lnTo>
                    <a:pt x="206" y="268"/>
                  </a:lnTo>
                  <a:lnTo>
                    <a:pt x="198" y="270"/>
                  </a:lnTo>
                  <a:lnTo>
                    <a:pt x="180" y="268"/>
                  </a:lnTo>
                  <a:lnTo>
                    <a:pt x="163" y="266"/>
                  </a:lnTo>
                  <a:lnTo>
                    <a:pt x="138" y="305"/>
                  </a:lnTo>
                  <a:lnTo>
                    <a:pt x="33" y="258"/>
                  </a:lnTo>
                  <a:lnTo>
                    <a:pt x="43" y="241"/>
                  </a:lnTo>
                  <a:lnTo>
                    <a:pt x="49" y="226"/>
                  </a:lnTo>
                  <a:lnTo>
                    <a:pt x="49" y="206"/>
                  </a:lnTo>
                  <a:lnTo>
                    <a:pt x="0" y="161"/>
                  </a:lnTo>
                  <a:lnTo>
                    <a:pt x="0" y="56"/>
                  </a:lnTo>
                  <a:lnTo>
                    <a:pt x="26" y="27"/>
                  </a:lnTo>
                  <a:lnTo>
                    <a:pt x="58" y="12"/>
                  </a:lnTo>
                  <a:lnTo>
                    <a:pt x="92" y="0"/>
                  </a:lnTo>
                  <a:lnTo>
                    <a:pt x="136" y="6"/>
                  </a:lnTo>
                  <a:lnTo>
                    <a:pt x="176" y="9"/>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0" name="Google Shape;680;p6"/>
            <p:cNvSpPr/>
            <p:nvPr/>
          </p:nvSpPr>
          <p:spPr>
            <a:xfrm>
              <a:off x="2006" y="2372"/>
              <a:ext cx="23" cy="41"/>
            </a:xfrm>
            <a:custGeom>
              <a:rect b="b" l="l" r="r" t="t"/>
              <a:pathLst>
                <a:path extrusionOk="0" h="41" w="23">
                  <a:moveTo>
                    <a:pt x="0" y="0"/>
                  </a:moveTo>
                  <a:lnTo>
                    <a:pt x="7" y="19"/>
                  </a:lnTo>
                  <a:lnTo>
                    <a:pt x="12" y="28"/>
                  </a:lnTo>
                  <a:lnTo>
                    <a:pt x="22" y="40"/>
                  </a:lnTo>
                  <a:lnTo>
                    <a:pt x="9" y="31"/>
                  </a:lnTo>
                  <a:lnTo>
                    <a:pt x="3" y="19"/>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681" name="Google Shape;681;p6"/>
          <p:cNvSpPr/>
          <p:nvPr/>
        </p:nvSpPr>
        <p:spPr>
          <a:xfrm>
            <a:off x="3517900" y="3138487"/>
            <a:ext cx="39687" cy="20637"/>
          </a:xfrm>
          <a:custGeom>
            <a:rect b="b" l="l" r="r" t="t"/>
            <a:pathLst>
              <a:path extrusionOk="0" h="13" w="25">
                <a:moveTo>
                  <a:pt x="22" y="0"/>
                </a:moveTo>
                <a:lnTo>
                  <a:pt x="20" y="1"/>
                </a:lnTo>
                <a:lnTo>
                  <a:pt x="24" y="3"/>
                </a:lnTo>
                <a:lnTo>
                  <a:pt x="19" y="2"/>
                </a:lnTo>
                <a:lnTo>
                  <a:pt x="17" y="6"/>
                </a:lnTo>
                <a:lnTo>
                  <a:pt x="20" y="8"/>
                </a:lnTo>
                <a:lnTo>
                  <a:pt x="18" y="8"/>
                </a:lnTo>
                <a:lnTo>
                  <a:pt x="20" y="12"/>
                </a:lnTo>
                <a:lnTo>
                  <a:pt x="17" y="7"/>
                </a:lnTo>
                <a:lnTo>
                  <a:pt x="12" y="7"/>
                </a:lnTo>
                <a:lnTo>
                  <a:pt x="8" y="6"/>
                </a:lnTo>
                <a:lnTo>
                  <a:pt x="0" y="6"/>
                </a:lnTo>
                <a:lnTo>
                  <a:pt x="8" y="2"/>
                </a:lnTo>
                <a:lnTo>
                  <a:pt x="2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2" name="Google Shape;682;p6"/>
          <p:cNvSpPr/>
          <p:nvPr/>
        </p:nvSpPr>
        <p:spPr>
          <a:xfrm>
            <a:off x="3490912" y="3103562"/>
            <a:ext cx="77787" cy="9525"/>
          </a:xfrm>
          <a:custGeom>
            <a:rect b="b" l="l" r="r" t="t"/>
            <a:pathLst>
              <a:path extrusionOk="0" h="6" w="49">
                <a:moveTo>
                  <a:pt x="48" y="3"/>
                </a:moveTo>
                <a:lnTo>
                  <a:pt x="46" y="5"/>
                </a:lnTo>
                <a:lnTo>
                  <a:pt x="40" y="5"/>
                </a:lnTo>
                <a:lnTo>
                  <a:pt x="33" y="4"/>
                </a:lnTo>
                <a:lnTo>
                  <a:pt x="23" y="3"/>
                </a:lnTo>
                <a:lnTo>
                  <a:pt x="8" y="2"/>
                </a:lnTo>
                <a:lnTo>
                  <a:pt x="0" y="3"/>
                </a:lnTo>
                <a:lnTo>
                  <a:pt x="12" y="1"/>
                </a:lnTo>
                <a:lnTo>
                  <a:pt x="21" y="1"/>
                </a:lnTo>
                <a:lnTo>
                  <a:pt x="20" y="0"/>
                </a:lnTo>
                <a:lnTo>
                  <a:pt x="27" y="1"/>
                </a:lnTo>
                <a:lnTo>
                  <a:pt x="27" y="0"/>
                </a:lnTo>
                <a:lnTo>
                  <a:pt x="33" y="1"/>
                </a:lnTo>
                <a:lnTo>
                  <a:pt x="39" y="1"/>
                </a:lnTo>
                <a:lnTo>
                  <a:pt x="48" y="3"/>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3" name="Google Shape;683;p6"/>
          <p:cNvSpPr/>
          <p:nvPr/>
        </p:nvSpPr>
        <p:spPr>
          <a:xfrm>
            <a:off x="3563937" y="3281362"/>
            <a:ext cx="30162" cy="22225"/>
          </a:xfrm>
          <a:custGeom>
            <a:rect b="b" l="l" r="r" t="t"/>
            <a:pathLst>
              <a:path extrusionOk="0" h="14" w="19">
                <a:moveTo>
                  <a:pt x="18" y="1"/>
                </a:moveTo>
                <a:lnTo>
                  <a:pt x="15" y="1"/>
                </a:lnTo>
                <a:lnTo>
                  <a:pt x="12" y="0"/>
                </a:lnTo>
                <a:lnTo>
                  <a:pt x="10" y="2"/>
                </a:lnTo>
                <a:lnTo>
                  <a:pt x="8" y="3"/>
                </a:lnTo>
                <a:lnTo>
                  <a:pt x="5" y="5"/>
                </a:lnTo>
                <a:lnTo>
                  <a:pt x="2" y="5"/>
                </a:lnTo>
                <a:lnTo>
                  <a:pt x="2" y="4"/>
                </a:lnTo>
                <a:lnTo>
                  <a:pt x="1" y="7"/>
                </a:lnTo>
                <a:lnTo>
                  <a:pt x="0" y="9"/>
                </a:lnTo>
                <a:lnTo>
                  <a:pt x="0" y="11"/>
                </a:lnTo>
                <a:lnTo>
                  <a:pt x="1" y="13"/>
                </a:lnTo>
                <a:lnTo>
                  <a:pt x="1" y="11"/>
                </a:lnTo>
                <a:lnTo>
                  <a:pt x="3" y="7"/>
                </a:lnTo>
                <a:lnTo>
                  <a:pt x="8" y="6"/>
                </a:lnTo>
                <a:lnTo>
                  <a:pt x="11" y="7"/>
                </a:lnTo>
                <a:lnTo>
                  <a:pt x="14" y="7"/>
                </a:lnTo>
                <a:lnTo>
                  <a:pt x="17" y="4"/>
                </a:lnTo>
                <a:lnTo>
                  <a:pt x="18"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4" name="Google Shape;684;p6"/>
          <p:cNvSpPr/>
          <p:nvPr/>
        </p:nvSpPr>
        <p:spPr>
          <a:xfrm>
            <a:off x="3579812" y="3308350"/>
            <a:ext cx="6350" cy="7937"/>
          </a:xfrm>
          <a:custGeom>
            <a:rect b="b" l="l" r="r" t="t"/>
            <a:pathLst>
              <a:path extrusionOk="0" h="5" w="4">
                <a:moveTo>
                  <a:pt x="3" y="3"/>
                </a:moveTo>
                <a:lnTo>
                  <a:pt x="1" y="4"/>
                </a:lnTo>
                <a:lnTo>
                  <a:pt x="0" y="3"/>
                </a:lnTo>
                <a:lnTo>
                  <a:pt x="2" y="0"/>
                </a:lnTo>
                <a:lnTo>
                  <a:pt x="3"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5" name="Google Shape;685;p6"/>
          <p:cNvSpPr/>
          <p:nvPr/>
        </p:nvSpPr>
        <p:spPr>
          <a:xfrm>
            <a:off x="3594100" y="3222625"/>
            <a:ext cx="6350" cy="6350"/>
          </a:xfrm>
          <a:custGeom>
            <a:rect b="b" l="l" r="r" t="t"/>
            <a:pathLst>
              <a:path extrusionOk="0" h="4" w="4">
                <a:moveTo>
                  <a:pt x="3" y="3"/>
                </a:moveTo>
                <a:lnTo>
                  <a:pt x="2" y="3"/>
                </a:lnTo>
                <a:lnTo>
                  <a:pt x="0" y="1"/>
                </a:lnTo>
                <a:lnTo>
                  <a:pt x="0" y="0"/>
                </a:lnTo>
                <a:lnTo>
                  <a:pt x="1" y="0"/>
                </a:lnTo>
                <a:lnTo>
                  <a:pt x="2" y="1"/>
                </a:lnTo>
                <a:lnTo>
                  <a:pt x="3"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6" name="Google Shape;686;p6"/>
          <p:cNvSpPr/>
          <p:nvPr/>
        </p:nvSpPr>
        <p:spPr>
          <a:xfrm>
            <a:off x="3575050" y="3221037"/>
            <a:ext cx="4762" cy="6350"/>
          </a:xfrm>
          <a:custGeom>
            <a:rect b="b" l="l" r="r" t="t"/>
            <a:pathLst>
              <a:path extrusionOk="0" h="4" w="3">
                <a:moveTo>
                  <a:pt x="1" y="0"/>
                </a:moveTo>
                <a:lnTo>
                  <a:pt x="2" y="1"/>
                </a:lnTo>
                <a:lnTo>
                  <a:pt x="1" y="2"/>
                </a:lnTo>
                <a:lnTo>
                  <a:pt x="0" y="3"/>
                </a:lnTo>
                <a:lnTo>
                  <a:pt x="1" y="2"/>
                </a:lnTo>
                <a:lnTo>
                  <a:pt x="2" y="2"/>
                </a:lnTo>
                <a:lnTo>
                  <a:pt x="2" y="1"/>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87" name="Google Shape;687;p6"/>
          <p:cNvSpPr/>
          <p:nvPr/>
        </p:nvSpPr>
        <p:spPr>
          <a:xfrm>
            <a:off x="3530600" y="3141662"/>
            <a:ext cx="3175" cy="7937"/>
          </a:xfrm>
          <a:custGeom>
            <a:rect b="b" l="l" r="r" t="t"/>
            <a:pathLst>
              <a:path extrusionOk="0" h="5" w="2">
                <a:moveTo>
                  <a:pt x="0" y="4"/>
                </a:moveTo>
                <a:lnTo>
                  <a:pt x="0" y="0"/>
                </a:lnTo>
                <a:lnTo>
                  <a:pt x="0" y="1"/>
                </a:lnTo>
                <a:lnTo>
                  <a:pt x="1" y="2"/>
                </a:lnTo>
                <a:lnTo>
                  <a:pt x="1" y="2"/>
                </a:lnTo>
                <a:lnTo>
                  <a:pt x="1" y="4"/>
                </a:lnTo>
                <a:lnTo>
                  <a:pt x="0" y="4"/>
                </a:lnTo>
              </a:path>
            </a:pathLst>
          </a:custGeom>
          <a:solidFill>
            <a:srgbClr val="FFC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688" name="Google Shape;688;p6"/>
          <p:cNvGrpSpPr/>
          <p:nvPr/>
        </p:nvGrpSpPr>
        <p:grpSpPr>
          <a:xfrm>
            <a:off x="3355975" y="3119437"/>
            <a:ext cx="47625" cy="93662"/>
            <a:chOff x="1979" y="2289"/>
            <a:chExt cx="30" cy="59"/>
          </a:xfrm>
        </p:grpSpPr>
        <p:sp>
          <p:nvSpPr>
            <p:cNvPr id="689" name="Google Shape;689;p6"/>
            <p:cNvSpPr/>
            <p:nvPr/>
          </p:nvSpPr>
          <p:spPr>
            <a:xfrm>
              <a:off x="1987" y="2296"/>
              <a:ext cx="16" cy="42"/>
            </a:xfrm>
            <a:custGeom>
              <a:rect b="b" l="l" r="r" t="t"/>
              <a:pathLst>
                <a:path extrusionOk="0" h="42" w="16">
                  <a:moveTo>
                    <a:pt x="15" y="8"/>
                  </a:moveTo>
                  <a:lnTo>
                    <a:pt x="10" y="3"/>
                  </a:lnTo>
                  <a:lnTo>
                    <a:pt x="5" y="5"/>
                  </a:lnTo>
                  <a:lnTo>
                    <a:pt x="2" y="12"/>
                  </a:lnTo>
                  <a:lnTo>
                    <a:pt x="1" y="21"/>
                  </a:lnTo>
                  <a:lnTo>
                    <a:pt x="2" y="28"/>
                  </a:lnTo>
                  <a:lnTo>
                    <a:pt x="4" y="34"/>
                  </a:lnTo>
                  <a:lnTo>
                    <a:pt x="7" y="25"/>
                  </a:lnTo>
                  <a:lnTo>
                    <a:pt x="9" y="19"/>
                  </a:lnTo>
                  <a:lnTo>
                    <a:pt x="14" y="17"/>
                  </a:lnTo>
                  <a:lnTo>
                    <a:pt x="10" y="23"/>
                  </a:lnTo>
                  <a:lnTo>
                    <a:pt x="6" y="29"/>
                  </a:lnTo>
                  <a:lnTo>
                    <a:pt x="6" y="36"/>
                  </a:lnTo>
                  <a:lnTo>
                    <a:pt x="7" y="41"/>
                  </a:lnTo>
                  <a:lnTo>
                    <a:pt x="10" y="41"/>
                  </a:lnTo>
                  <a:lnTo>
                    <a:pt x="3" y="39"/>
                  </a:lnTo>
                  <a:lnTo>
                    <a:pt x="0" y="31"/>
                  </a:lnTo>
                  <a:lnTo>
                    <a:pt x="0" y="20"/>
                  </a:lnTo>
                  <a:lnTo>
                    <a:pt x="0" y="9"/>
                  </a:lnTo>
                  <a:lnTo>
                    <a:pt x="4" y="3"/>
                  </a:lnTo>
                  <a:lnTo>
                    <a:pt x="8" y="0"/>
                  </a:lnTo>
                  <a:lnTo>
                    <a:pt x="13" y="2"/>
                  </a:lnTo>
                  <a:lnTo>
                    <a:pt x="15" y="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0" name="Google Shape;690;p6"/>
            <p:cNvSpPr/>
            <p:nvPr/>
          </p:nvSpPr>
          <p:spPr>
            <a:xfrm>
              <a:off x="1979" y="2289"/>
              <a:ext cx="30" cy="59"/>
            </a:xfrm>
            <a:custGeom>
              <a:rect b="b" l="l" r="r" t="t"/>
              <a:pathLst>
                <a:path extrusionOk="0" h="59" w="30">
                  <a:moveTo>
                    <a:pt x="29" y="14"/>
                  </a:moveTo>
                  <a:lnTo>
                    <a:pt x="24" y="5"/>
                  </a:lnTo>
                  <a:lnTo>
                    <a:pt x="17" y="3"/>
                  </a:lnTo>
                  <a:lnTo>
                    <a:pt x="8" y="4"/>
                  </a:lnTo>
                  <a:lnTo>
                    <a:pt x="5" y="10"/>
                  </a:lnTo>
                  <a:lnTo>
                    <a:pt x="2" y="18"/>
                  </a:lnTo>
                  <a:lnTo>
                    <a:pt x="2" y="25"/>
                  </a:lnTo>
                  <a:lnTo>
                    <a:pt x="4" y="30"/>
                  </a:lnTo>
                  <a:lnTo>
                    <a:pt x="4" y="37"/>
                  </a:lnTo>
                  <a:lnTo>
                    <a:pt x="5" y="46"/>
                  </a:lnTo>
                  <a:lnTo>
                    <a:pt x="11" y="54"/>
                  </a:lnTo>
                  <a:lnTo>
                    <a:pt x="15" y="54"/>
                  </a:lnTo>
                  <a:lnTo>
                    <a:pt x="20" y="54"/>
                  </a:lnTo>
                  <a:lnTo>
                    <a:pt x="20" y="55"/>
                  </a:lnTo>
                  <a:lnTo>
                    <a:pt x="16" y="58"/>
                  </a:lnTo>
                  <a:lnTo>
                    <a:pt x="12" y="57"/>
                  </a:lnTo>
                  <a:lnTo>
                    <a:pt x="6" y="54"/>
                  </a:lnTo>
                  <a:lnTo>
                    <a:pt x="2" y="46"/>
                  </a:lnTo>
                  <a:lnTo>
                    <a:pt x="2" y="33"/>
                  </a:lnTo>
                  <a:lnTo>
                    <a:pt x="0" y="24"/>
                  </a:lnTo>
                  <a:lnTo>
                    <a:pt x="0" y="16"/>
                  </a:lnTo>
                  <a:lnTo>
                    <a:pt x="3" y="9"/>
                  </a:lnTo>
                  <a:lnTo>
                    <a:pt x="5" y="3"/>
                  </a:lnTo>
                  <a:lnTo>
                    <a:pt x="13" y="0"/>
                  </a:lnTo>
                  <a:lnTo>
                    <a:pt x="24" y="2"/>
                  </a:lnTo>
                  <a:lnTo>
                    <a:pt x="28" y="5"/>
                  </a:lnTo>
                  <a:lnTo>
                    <a:pt x="29" y="1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691" name="Google Shape;691;p6"/>
          <p:cNvGrpSpPr/>
          <p:nvPr/>
        </p:nvGrpSpPr>
        <p:grpSpPr>
          <a:xfrm>
            <a:off x="3895725" y="3903662"/>
            <a:ext cx="317500" cy="173037"/>
            <a:chOff x="2319" y="2783"/>
            <a:chExt cx="200" cy="109"/>
          </a:xfrm>
        </p:grpSpPr>
        <p:sp>
          <p:nvSpPr>
            <p:cNvPr id="692" name="Google Shape;692;p6"/>
            <p:cNvSpPr/>
            <p:nvPr/>
          </p:nvSpPr>
          <p:spPr>
            <a:xfrm>
              <a:off x="2319" y="2783"/>
              <a:ext cx="200" cy="109"/>
            </a:xfrm>
            <a:custGeom>
              <a:rect b="b" l="l" r="r" t="t"/>
              <a:pathLst>
                <a:path extrusionOk="0" h="109" w="200">
                  <a:moveTo>
                    <a:pt x="0" y="64"/>
                  </a:moveTo>
                  <a:lnTo>
                    <a:pt x="25" y="59"/>
                  </a:lnTo>
                  <a:lnTo>
                    <a:pt x="34" y="58"/>
                  </a:lnTo>
                  <a:lnTo>
                    <a:pt x="39" y="53"/>
                  </a:lnTo>
                  <a:lnTo>
                    <a:pt x="45" y="46"/>
                  </a:lnTo>
                  <a:lnTo>
                    <a:pt x="57" y="36"/>
                  </a:lnTo>
                  <a:lnTo>
                    <a:pt x="79" y="20"/>
                  </a:lnTo>
                  <a:lnTo>
                    <a:pt x="82" y="15"/>
                  </a:lnTo>
                  <a:lnTo>
                    <a:pt x="88" y="10"/>
                  </a:lnTo>
                  <a:lnTo>
                    <a:pt x="100" y="9"/>
                  </a:lnTo>
                  <a:lnTo>
                    <a:pt x="134" y="3"/>
                  </a:lnTo>
                  <a:lnTo>
                    <a:pt x="144" y="0"/>
                  </a:lnTo>
                  <a:lnTo>
                    <a:pt x="152" y="4"/>
                  </a:lnTo>
                  <a:lnTo>
                    <a:pt x="157" y="7"/>
                  </a:lnTo>
                  <a:lnTo>
                    <a:pt x="169" y="12"/>
                  </a:lnTo>
                  <a:lnTo>
                    <a:pt x="175" y="14"/>
                  </a:lnTo>
                  <a:lnTo>
                    <a:pt x="182" y="17"/>
                  </a:lnTo>
                  <a:lnTo>
                    <a:pt x="185" y="19"/>
                  </a:lnTo>
                  <a:lnTo>
                    <a:pt x="189" y="26"/>
                  </a:lnTo>
                  <a:lnTo>
                    <a:pt x="193" y="30"/>
                  </a:lnTo>
                  <a:lnTo>
                    <a:pt x="194" y="35"/>
                  </a:lnTo>
                  <a:lnTo>
                    <a:pt x="195" y="37"/>
                  </a:lnTo>
                  <a:lnTo>
                    <a:pt x="199" y="42"/>
                  </a:lnTo>
                  <a:lnTo>
                    <a:pt x="195" y="46"/>
                  </a:lnTo>
                  <a:lnTo>
                    <a:pt x="192" y="47"/>
                  </a:lnTo>
                  <a:lnTo>
                    <a:pt x="186" y="46"/>
                  </a:lnTo>
                  <a:lnTo>
                    <a:pt x="180" y="44"/>
                  </a:lnTo>
                  <a:lnTo>
                    <a:pt x="175" y="42"/>
                  </a:lnTo>
                  <a:lnTo>
                    <a:pt x="169" y="42"/>
                  </a:lnTo>
                  <a:lnTo>
                    <a:pt x="164" y="40"/>
                  </a:lnTo>
                  <a:lnTo>
                    <a:pt x="157" y="38"/>
                  </a:lnTo>
                  <a:lnTo>
                    <a:pt x="149" y="40"/>
                  </a:lnTo>
                  <a:lnTo>
                    <a:pt x="143" y="42"/>
                  </a:lnTo>
                  <a:lnTo>
                    <a:pt x="157" y="46"/>
                  </a:lnTo>
                  <a:lnTo>
                    <a:pt x="168" y="48"/>
                  </a:lnTo>
                  <a:lnTo>
                    <a:pt x="182" y="53"/>
                  </a:lnTo>
                  <a:lnTo>
                    <a:pt x="185" y="56"/>
                  </a:lnTo>
                  <a:lnTo>
                    <a:pt x="186" y="60"/>
                  </a:lnTo>
                  <a:lnTo>
                    <a:pt x="183" y="62"/>
                  </a:lnTo>
                  <a:lnTo>
                    <a:pt x="179" y="64"/>
                  </a:lnTo>
                  <a:lnTo>
                    <a:pt x="174" y="63"/>
                  </a:lnTo>
                  <a:lnTo>
                    <a:pt x="156" y="59"/>
                  </a:lnTo>
                  <a:lnTo>
                    <a:pt x="140" y="58"/>
                  </a:lnTo>
                  <a:lnTo>
                    <a:pt x="128" y="59"/>
                  </a:lnTo>
                  <a:lnTo>
                    <a:pt x="121" y="63"/>
                  </a:lnTo>
                  <a:lnTo>
                    <a:pt x="113" y="69"/>
                  </a:lnTo>
                  <a:lnTo>
                    <a:pt x="106" y="76"/>
                  </a:lnTo>
                  <a:lnTo>
                    <a:pt x="101" y="84"/>
                  </a:lnTo>
                  <a:lnTo>
                    <a:pt x="94" y="91"/>
                  </a:lnTo>
                  <a:lnTo>
                    <a:pt x="85" y="95"/>
                  </a:lnTo>
                  <a:lnTo>
                    <a:pt x="77" y="95"/>
                  </a:lnTo>
                  <a:lnTo>
                    <a:pt x="67" y="96"/>
                  </a:lnTo>
                  <a:lnTo>
                    <a:pt x="55" y="97"/>
                  </a:lnTo>
                  <a:lnTo>
                    <a:pt x="43" y="97"/>
                  </a:lnTo>
                  <a:lnTo>
                    <a:pt x="33" y="102"/>
                  </a:lnTo>
                  <a:lnTo>
                    <a:pt x="0" y="108"/>
                  </a:lnTo>
                  <a:lnTo>
                    <a:pt x="0" y="64"/>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3" name="Google Shape;693;p6"/>
            <p:cNvSpPr/>
            <p:nvPr/>
          </p:nvSpPr>
          <p:spPr>
            <a:xfrm>
              <a:off x="2444" y="2803"/>
              <a:ext cx="57" cy="6"/>
            </a:xfrm>
            <a:custGeom>
              <a:rect b="b" l="l" r="r" t="t"/>
              <a:pathLst>
                <a:path extrusionOk="0" h="6" w="57">
                  <a:moveTo>
                    <a:pt x="56" y="5"/>
                  </a:moveTo>
                  <a:lnTo>
                    <a:pt x="46" y="3"/>
                  </a:lnTo>
                  <a:lnTo>
                    <a:pt x="39" y="3"/>
                  </a:lnTo>
                  <a:lnTo>
                    <a:pt x="29" y="2"/>
                  </a:lnTo>
                  <a:lnTo>
                    <a:pt x="21" y="1"/>
                  </a:lnTo>
                  <a:lnTo>
                    <a:pt x="9" y="2"/>
                  </a:lnTo>
                  <a:lnTo>
                    <a:pt x="0" y="2"/>
                  </a:lnTo>
                  <a:lnTo>
                    <a:pt x="13" y="0"/>
                  </a:lnTo>
                  <a:lnTo>
                    <a:pt x="25" y="0"/>
                  </a:lnTo>
                  <a:lnTo>
                    <a:pt x="39" y="2"/>
                  </a:lnTo>
                  <a:lnTo>
                    <a:pt x="46" y="3"/>
                  </a:lnTo>
                  <a:lnTo>
                    <a:pt x="56" y="5"/>
                  </a:lnTo>
                  <a:lnTo>
                    <a:pt x="56" y="5"/>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4" name="Google Shape;694;p6"/>
            <p:cNvSpPr/>
            <p:nvPr/>
          </p:nvSpPr>
          <p:spPr>
            <a:xfrm>
              <a:off x="2420" y="2788"/>
              <a:ext cx="47" cy="3"/>
            </a:xfrm>
            <a:custGeom>
              <a:rect b="b" l="l" r="r" t="t"/>
              <a:pathLst>
                <a:path extrusionOk="0" h="3" w="47">
                  <a:moveTo>
                    <a:pt x="33" y="0"/>
                  </a:moveTo>
                  <a:lnTo>
                    <a:pt x="39" y="0"/>
                  </a:lnTo>
                  <a:lnTo>
                    <a:pt x="46" y="1"/>
                  </a:lnTo>
                  <a:lnTo>
                    <a:pt x="41" y="1"/>
                  </a:lnTo>
                  <a:lnTo>
                    <a:pt x="34" y="0"/>
                  </a:lnTo>
                  <a:lnTo>
                    <a:pt x="19" y="1"/>
                  </a:lnTo>
                  <a:lnTo>
                    <a:pt x="10" y="2"/>
                  </a:lnTo>
                  <a:lnTo>
                    <a:pt x="2" y="2"/>
                  </a:lnTo>
                  <a:lnTo>
                    <a:pt x="0" y="2"/>
                  </a:lnTo>
                  <a:lnTo>
                    <a:pt x="10" y="1"/>
                  </a:lnTo>
                  <a:lnTo>
                    <a:pt x="22" y="1"/>
                  </a:lnTo>
                  <a:lnTo>
                    <a:pt x="33"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5" name="Google Shape;695;p6"/>
            <p:cNvSpPr/>
            <p:nvPr/>
          </p:nvSpPr>
          <p:spPr>
            <a:xfrm>
              <a:off x="2442" y="2818"/>
              <a:ext cx="15" cy="5"/>
            </a:xfrm>
            <a:custGeom>
              <a:rect b="b" l="l" r="r" t="t"/>
              <a:pathLst>
                <a:path extrusionOk="0" h="5" w="15">
                  <a:moveTo>
                    <a:pt x="14" y="2"/>
                  </a:moveTo>
                  <a:lnTo>
                    <a:pt x="13" y="0"/>
                  </a:lnTo>
                  <a:lnTo>
                    <a:pt x="7" y="1"/>
                  </a:lnTo>
                  <a:lnTo>
                    <a:pt x="1" y="1"/>
                  </a:lnTo>
                  <a:lnTo>
                    <a:pt x="0" y="4"/>
                  </a:lnTo>
                  <a:lnTo>
                    <a:pt x="4" y="3"/>
                  </a:lnTo>
                  <a:lnTo>
                    <a:pt x="14"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6" name="Google Shape;696;p6"/>
            <p:cNvSpPr/>
            <p:nvPr/>
          </p:nvSpPr>
          <p:spPr>
            <a:xfrm>
              <a:off x="2486" y="2835"/>
              <a:ext cx="4" cy="5"/>
            </a:xfrm>
            <a:custGeom>
              <a:rect b="b" l="l" r="r" t="t"/>
              <a:pathLst>
                <a:path extrusionOk="0" h="5" w="4">
                  <a:moveTo>
                    <a:pt x="3" y="4"/>
                  </a:moveTo>
                  <a:lnTo>
                    <a:pt x="2" y="2"/>
                  </a:lnTo>
                  <a:lnTo>
                    <a:pt x="0" y="0"/>
                  </a:lnTo>
                  <a:lnTo>
                    <a:pt x="3" y="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7" name="Google Shape;697;p6"/>
            <p:cNvSpPr/>
            <p:nvPr/>
          </p:nvSpPr>
          <p:spPr>
            <a:xfrm>
              <a:off x="2412" y="2810"/>
              <a:ext cx="4" cy="4"/>
            </a:xfrm>
            <a:custGeom>
              <a:rect b="b" l="l" r="r" t="t"/>
              <a:pathLst>
                <a:path extrusionOk="0" h="4" w="4">
                  <a:moveTo>
                    <a:pt x="3" y="0"/>
                  </a:moveTo>
                  <a:lnTo>
                    <a:pt x="2" y="1"/>
                  </a:lnTo>
                  <a:lnTo>
                    <a:pt x="2" y="2"/>
                  </a:lnTo>
                  <a:lnTo>
                    <a:pt x="0" y="3"/>
                  </a:lnTo>
                  <a:lnTo>
                    <a:pt x="3"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8" name="Google Shape;698;p6"/>
            <p:cNvSpPr/>
            <p:nvPr/>
          </p:nvSpPr>
          <p:spPr>
            <a:xfrm>
              <a:off x="2427" y="2829"/>
              <a:ext cx="4" cy="1"/>
            </a:xfrm>
            <a:custGeom>
              <a:rect b="b" l="l" r="r" t="t"/>
              <a:pathLst>
                <a:path extrusionOk="0" h="1" w="4">
                  <a:moveTo>
                    <a:pt x="3" y="0"/>
                  </a:moveTo>
                  <a:lnTo>
                    <a:pt x="3" y="0"/>
                  </a:lnTo>
                  <a:lnTo>
                    <a:pt x="0" y="0"/>
                  </a:lnTo>
                  <a:lnTo>
                    <a:pt x="3"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9" name="Google Shape;699;p6"/>
            <p:cNvSpPr/>
            <p:nvPr/>
          </p:nvSpPr>
          <p:spPr>
            <a:xfrm>
              <a:off x="2502" y="2818"/>
              <a:ext cx="3" cy="2"/>
            </a:xfrm>
            <a:custGeom>
              <a:rect b="b" l="l" r="r" t="t"/>
              <a:pathLst>
                <a:path extrusionOk="0" h="2" w="3">
                  <a:moveTo>
                    <a:pt x="0" y="0"/>
                  </a:moveTo>
                  <a:lnTo>
                    <a:pt x="1" y="0"/>
                  </a:lnTo>
                  <a:lnTo>
                    <a:pt x="2" y="0"/>
                  </a:lnTo>
                  <a:lnTo>
                    <a:pt x="2" y="1"/>
                  </a:lnTo>
                  <a:lnTo>
                    <a:pt x="2" y="0"/>
                  </a:lnTo>
                  <a:lnTo>
                    <a:pt x="2"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700" name="Google Shape;700;p6"/>
          <p:cNvSpPr/>
          <p:nvPr/>
        </p:nvSpPr>
        <p:spPr>
          <a:xfrm>
            <a:off x="3125787" y="3332162"/>
            <a:ext cx="1081087" cy="1608137"/>
          </a:xfrm>
          <a:custGeom>
            <a:rect b="b" l="l" r="r" t="t"/>
            <a:pathLst>
              <a:path extrusionOk="0" h="1013" w="681">
                <a:moveTo>
                  <a:pt x="84" y="45"/>
                </a:moveTo>
                <a:lnTo>
                  <a:pt x="98" y="0"/>
                </a:lnTo>
                <a:lnTo>
                  <a:pt x="211" y="56"/>
                </a:lnTo>
                <a:lnTo>
                  <a:pt x="199" y="91"/>
                </a:lnTo>
                <a:lnTo>
                  <a:pt x="215" y="126"/>
                </a:lnTo>
                <a:lnTo>
                  <a:pt x="233" y="159"/>
                </a:lnTo>
                <a:lnTo>
                  <a:pt x="274" y="233"/>
                </a:lnTo>
                <a:lnTo>
                  <a:pt x="300" y="263"/>
                </a:lnTo>
                <a:lnTo>
                  <a:pt x="306" y="289"/>
                </a:lnTo>
                <a:lnTo>
                  <a:pt x="303" y="308"/>
                </a:lnTo>
                <a:lnTo>
                  <a:pt x="278" y="333"/>
                </a:lnTo>
                <a:lnTo>
                  <a:pt x="262" y="337"/>
                </a:lnTo>
                <a:lnTo>
                  <a:pt x="278" y="363"/>
                </a:lnTo>
                <a:lnTo>
                  <a:pt x="293" y="387"/>
                </a:lnTo>
                <a:lnTo>
                  <a:pt x="400" y="415"/>
                </a:lnTo>
                <a:lnTo>
                  <a:pt x="461" y="422"/>
                </a:lnTo>
                <a:lnTo>
                  <a:pt x="504" y="418"/>
                </a:lnTo>
                <a:lnTo>
                  <a:pt x="510" y="435"/>
                </a:lnTo>
                <a:lnTo>
                  <a:pt x="515" y="452"/>
                </a:lnTo>
                <a:lnTo>
                  <a:pt x="518" y="472"/>
                </a:lnTo>
                <a:lnTo>
                  <a:pt x="473" y="487"/>
                </a:lnTo>
                <a:lnTo>
                  <a:pt x="423" y="494"/>
                </a:lnTo>
                <a:lnTo>
                  <a:pt x="381" y="494"/>
                </a:lnTo>
                <a:lnTo>
                  <a:pt x="330" y="500"/>
                </a:lnTo>
                <a:lnTo>
                  <a:pt x="297" y="494"/>
                </a:lnTo>
                <a:lnTo>
                  <a:pt x="297" y="538"/>
                </a:lnTo>
                <a:lnTo>
                  <a:pt x="287" y="562"/>
                </a:lnTo>
                <a:lnTo>
                  <a:pt x="291" y="586"/>
                </a:lnTo>
                <a:lnTo>
                  <a:pt x="289" y="603"/>
                </a:lnTo>
                <a:lnTo>
                  <a:pt x="306" y="605"/>
                </a:lnTo>
                <a:lnTo>
                  <a:pt x="317" y="613"/>
                </a:lnTo>
                <a:lnTo>
                  <a:pt x="346" y="617"/>
                </a:lnTo>
                <a:lnTo>
                  <a:pt x="368" y="632"/>
                </a:lnTo>
                <a:lnTo>
                  <a:pt x="389" y="638"/>
                </a:lnTo>
                <a:lnTo>
                  <a:pt x="525" y="687"/>
                </a:lnTo>
                <a:lnTo>
                  <a:pt x="571" y="705"/>
                </a:lnTo>
                <a:lnTo>
                  <a:pt x="600" y="717"/>
                </a:lnTo>
                <a:lnTo>
                  <a:pt x="619" y="747"/>
                </a:lnTo>
                <a:lnTo>
                  <a:pt x="642" y="793"/>
                </a:lnTo>
                <a:lnTo>
                  <a:pt x="665" y="870"/>
                </a:lnTo>
                <a:lnTo>
                  <a:pt x="680" y="992"/>
                </a:lnTo>
                <a:lnTo>
                  <a:pt x="614" y="1012"/>
                </a:lnTo>
                <a:lnTo>
                  <a:pt x="560" y="1010"/>
                </a:lnTo>
                <a:lnTo>
                  <a:pt x="520" y="1000"/>
                </a:lnTo>
                <a:lnTo>
                  <a:pt x="486" y="987"/>
                </a:lnTo>
                <a:lnTo>
                  <a:pt x="492" y="936"/>
                </a:lnTo>
                <a:lnTo>
                  <a:pt x="507" y="893"/>
                </a:lnTo>
                <a:lnTo>
                  <a:pt x="510" y="875"/>
                </a:lnTo>
                <a:lnTo>
                  <a:pt x="415" y="870"/>
                </a:lnTo>
                <a:lnTo>
                  <a:pt x="333" y="846"/>
                </a:lnTo>
                <a:lnTo>
                  <a:pt x="217" y="844"/>
                </a:lnTo>
                <a:lnTo>
                  <a:pt x="144" y="845"/>
                </a:lnTo>
                <a:lnTo>
                  <a:pt x="103" y="846"/>
                </a:lnTo>
                <a:lnTo>
                  <a:pt x="57" y="834"/>
                </a:lnTo>
                <a:lnTo>
                  <a:pt x="41" y="826"/>
                </a:lnTo>
                <a:lnTo>
                  <a:pt x="17" y="802"/>
                </a:lnTo>
                <a:lnTo>
                  <a:pt x="12" y="784"/>
                </a:lnTo>
                <a:lnTo>
                  <a:pt x="5" y="749"/>
                </a:lnTo>
                <a:lnTo>
                  <a:pt x="10" y="717"/>
                </a:lnTo>
                <a:lnTo>
                  <a:pt x="25" y="662"/>
                </a:lnTo>
                <a:lnTo>
                  <a:pt x="46" y="607"/>
                </a:lnTo>
                <a:lnTo>
                  <a:pt x="50" y="585"/>
                </a:lnTo>
                <a:lnTo>
                  <a:pt x="43" y="570"/>
                </a:lnTo>
                <a:lnTo>
                  <a:pt x="45" y="526"/>
                </a:lnTo>
                <a:lnTo>
                  <a:pt x="52" y="508"/>
                </a:lnTo>
                <a:lnTo>
                  <a:pt x="47" y="468"/>
                </a:lnTo>
                <a:lnTo>
                  <a:pt x="32" y="413"/>
                </a:lnTo>
                <a:lnTo>
                  <a:pt x="9" y="336"/>
                </a:lnTo>
                <a:lnTo>
                  <a:pt x="0" y="268"/>
                </a:lnTo>
                <a:lnTo>
                  <a:pt x="0" y="210"/>
                </a:lnTo>
                <a:lnTo>
                  <a:pt x="6" y="167"/>
                </a:lnTo>
                <a:lnTo>
                  <a:pt x="15" y="143"/>
                </a:lnTo>
                <a:lnTo>
                  <a:pt x="27" y="113"/>
                </a:lnTo>
                <a:lnTo>
                  <a:pt x="42" y="82"/>
                </a:lnTo>
                <a:lnTo>
                  <a:pt x="84" y="45"/>
                </a:lnTo>
              </a:path>
            </a:pathLst>
          </a:custGeom>
          <a:solidFill>
            <a:srgbClr val="000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1" name="Google Shape;701;p6"/>
          <p:cNvSpPr/>
          <p:nvPr/>
        </p:nvSpPr>
        <p:spPr>
          <a:xfrm>
            <a:off x="3243262" y="3457575"/>
            <a:ext cx="681037" cy="647700"/>
          </a:xfrm>
          <a:custGeom>
            <a:rect b="b" l="l" r="r" t="t"/>
            <a:pathLst>
              <a:path extrusionOk="0" h="408" w="429">
                <a:moveTo>
                  <a:pt x="40" y="0"/>
                </a:moveTo>
                <a:lnTo>
                  <a:pt x="66" y="5"/>
                </a:lnTo>
                <a:lnTo>
                  <a:pt x="90" y="20"/>
                </a:lnTo>
                <a:lnTo>
                  <a:pt x="100" y="42"/>
                </a:lnTo>
                <a:lnTo>
                  <a:pt x="103" y="72"/>
                </a:lnTo>
                <a:lnTo>
                  <a:pt x="112" y="115"/>
                </a:lnTo>
                <a:lnTo>
                  <a:pt x="125" y="153"/>
                </a:lnTo>
                <a:lnTo>
                  <a:pt x="142" y="198"/>
                </a:lnTo>
                <a:lnTo>
                  <a:pt x="152" y="233"/>
                </a:lnTo>
                <a:lnTo>
                  <a:pt x="165" y="270"/>
                </a:lnTo>
                <a:lnTo>
                  <a:pt x="127" y="284"/>
                </a:lnTo>
                <a:lnTo>
                  <a:pt x="170" y="278"/>
                </a:lnTo>
                <a:lnTo>
                  <a:pt x="180" y="292"/>
                </a:lnTo>
                <a:lnTo>
                  <a:pt x="161" y="310"/>
                </a:lnTo>
                <a:lnTo>
                  <a:pt x="187" y="299"/>
                </a:lnTo>
                <a:lnTo>
                  <a:pt x="218" y="311"/>
                </a:lnTo>
                <a:lnTo>
                  <a:pt x="258" y="321"/>
                </a:lnTo>
                <a:lnTo>
                  <a:pt x="308" y="334"/>
                </a:lnTo>
                <a:lnTo>
                  <a:pt x="345" y="337"/>
                </a:lnTo>
                <a:lnTo>
                  <a:pt x="389" y="342"/>
                </a:lnTo>
                <a:lnTo>
                  <a:pt x="417" y="340"/>
                </a:lnTo>
                <a:lnTo>
                  <a:pt x="422" y="350"/>
                </a:lnTo>
                <a:lnTo>
                  <a:pt x="428" y="369"/>
                </a:lnTo>
                <a:lnTo>
                  <a:pt x="428" y="383"/>
                </a:lnTo>
                <a:lnTo>
                  <a:pt x="398" y="395"/>
                </a:lnTo>
                <a:lnTo>
                  <a:pt x="393" y="384"/>
                </a:lnTo>
                <a:lnTo>
                  <a:pt x="385" y="395"/>
                </a:lnTo>
                <a:lnTo>
                  <a:pt x="341" y="400"/>
                </a:lnTo>
                <a:lnTo>
                  <a:pt x="257" y="407"/>
                </a:lnTo>
                <a:lnTo>
                  <a:pt x="151" y="387"/>
                </a:lnTo>
                <a:lnTo>
                  <a:pt x="127" y="381"/>
                </a:lnTo>
                <a:lnTo>
                  <a:pt x="93" y="326"/>
                </a:lnTo>
                <a:lnTo>
                  <a:pt x="47" y="231"/>
                </a:lnTo>
                <a:lnTo>
                  <a:pt x="15" y="127"/>
                </a:lnTo>
                <a:lnTo>
                  <a:pt x="0" y="86"/>
                </a:lnTo>
                <a:lnTo>
                  <a:pt x="5" y="43"/>
                </a:lnTo>
                <a:lnTo>
                  <a:pt x="21" y="13"/>
                </a:lnTo>
                <a:lnTo>
                  <a:pt x="40" y="0"/>
                </a:lnTo>
              </a:path>
            </a:pathLst>
          </a:custGeom>
          <a:solidFill>
            <a:srgbClr val="7777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2" name="Google Shape;702;p6"/>
          <p:cNvSpPr/>
          <p:nvPr/>
        </p:nvSpPr>
        <p:spPr>
          <a:xfrm>
            <a:off x="3332162" y="3435350"/>
            <a:ext cx="271462" cy="500062"/>
          </a:xfrm>
          <a:custGeom>
            <a:rect b="b" l="l" r="r" t="t"/>
            <a:pathLst>
              <a:path extrusionOk="0" h="315" w="171">
                <a:moveTo>
                  <a:pt x="21" y="0"/>
                </a:moveTo>
                <a:lnTo>
                  <a:pt x="0" y="18"/>
                </a:lnTo>
                <a:lnTo>
                  <a:pt x="10" y="24"/>
                </a:lnTo>
                <a:lnTo>
                  <a:pt x="26" y="44"/>
                </a:lnTo>
                <a:lnTo>
                  <a:pt x="47" y="61"/>
                </a:lnTo>
                <a:lnTo>
                  <a:pt x="61" y="116"/>
                </a:lnTo>
                <a:lnTo>
                  <a:pt x="73" y="147"/>
                </a:lnTo>
                <a:lnTo>
                  <a:pt x="90" y="174"/>
                </a:lnTo>
                <a:lnTo>
                  <a:pt x="104" y="196"/>
                </a:lnTo>
                <a:lnTo>
                  <a:pt x="84" y="178"/>
                </a:lnTo>
                <a:lnTo>
                  <a:pt x="68" y="151"/>
                </a:lnTo>
                <a:lnTo>
                  <a:pt x="84" y="194"/>
                </a:lnTo>
                <a:lnTo>
                  <a:pt x="96" y="230"/>
                </a:lnTo>
                <a:lnTo>
                  <a:pt x="108" y="267"/>
                </a:lnTo>
                <a:lnTo>
                  <a:pt x="115" y="286"/>
                </a:lnTo>
                <a:lnTo>
                  <a:pt x="123" y="297"/>
                </a:lnTo>
                <a:lnTo>
                  <a:pt x="134" y="307"/>
                </a:lnTo>
                <a:lnTo>
                  <a:pt x="150" y="314"/>
                </a:lnTo>
                <a:lnTo>
                  <a:pt x="144" y="298"/>
                </a:lnTo>
                <a:lnTo>
                  <a:pt x="120" y="266"/>
                </a:lnTo>
                <a:lnTo>
                  <a:pt x="158" y="250"/>
                </a:lnTo>
                <a:lnTo>
                  <a:pt x="170" y="232"/>
                </a:lnTo>
                <a:lnTo>
                  <a:pt x="170" y="204"/>
                </a:lnTo>
                <a:lnTo>
                  <a:pt x="156" y="180"/>
                </a:lnTo>
                <a:lnTo>
                  <a:pt x="152" y="176"/>
                </a:lnTo>
                <a:lnTo>
                  <a:pt x="110" y="151"/>
                </a:lnTo>
                <a:lnTo>
                  <a:pt x="90" y="124"/>
                </a:lnTo>
                <a:lnTo>
                  <a:pt x="72" y="93"/>
                </a:lnTo>
                <a:lnTo>
                  <a:pt x="88" y="109"/>
                </a:lnTo>
                <a:lnTo>
                  <a:pt x="103" y="133"/>
                </a:lnTo>
                <a:lnTo>
                  <a:pt x="148" y="166"/>
                </a:lnTo>
                <a:lnTo>
                  <a:pt x="120" y="126"/>
                </a:lnTo>
                <a:lnTo>
                  <a:pt x="85" y="80"/>
                </a:lnTo>
                <a:lnTo>
                  <a:pt x="63" y="33"/>
                </a:lnTo>
                <a:lnTo>
                  <a:pt x="50" y="19"/>
                </a:lnTo>
                <a:lnTo>
                  <a:pt x="21" y="0"/>
                </a:lnTo>
              </a:path>
            </a:pathLst>
          </a:custGeom>
          <a:solidFill>
            <a:srgbClr val="7777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3" name="Google Shape;703;p6"/>
          <p:cNvSpPr/>
          <p:nvPr/>
        </p:nvSpPr>
        <p:spPr>
          <a:xfrm>
            <a:off x="3133725" y="3405187"/>
            <a:ext cx="1047750" cy="1506537"/>
          </a:xfrm>
          <a:custGeom>
            <a:rect b="b" l="l" r="r" t="t"/>
            <a:pathLst>
              <a:path extrusionOk="0" h="949" w="660">
                <a:moveTo>
                  <a:pt x="137" y="17"/>
                </a:moveTo>
                <a:lnTo>
                  <a:pt x="119" y="35"/>
                </a:lnTo>
                <a:lnTo>
                  <a:pt x="100" y="44"/>
                </a:lnTo>
                <a:lnTo>
                  <a:pt x="77" y="71"/>
                </a:lnTo>
                <a:lnTo>
                  <a:pt x="73" y="90"/>
                </a:lnTo>
                <a:lnTo>
                  <a:pt x="72" y="115"/>
                </a:lnTo>
                <a:lnTo>
                  <a:pt x="71" y="139"/>
                </a:lnTo>
                <a:lnTo>
                  <a:pt x="66" y="176"/>
                </a:lnTo>
                <a:lnTo>
                  <a:pt x="59" y="214"/>
                </a:lnTo>
                <a:lnTo>
                  <a:pt x="56" y="255"/>
                </a:lnTo>
                <a:lnTo>
                  <a:pt x="66" y="211"/>
                </a:lnTo>
                <a:lnTo>
                  <a:pt x="70" y="180"/>
                </a:lnTo>
                <a:lnTo>
                  <a:pt x="75" y="160"/>
                </a:lnTo>
                <a:lnTo>
                  <a:pt x="84" y="195"/>
                </a:lnTo>
                <a:lnTo>
                  <a:pt x="96" y="233"/>
                </a:lnTo>
                <a:lnTo>
                  <a:pt x="101" y="256"/>
                </a:lnTo>
                <a:lnTo>
                  <a:pt x="99" y="294"/>
                </a:lnTo>
                <a:lnTo>
                  <a:pt x="98" y="337"/>
                </a:lnTo>
                <a:lnTo>
                  <a:pt x="100" y="379"/>
                </a:lnTo>
                <a:lnTo>
                  <a:pt x="102" y="332"/>
                </a:lnTo>
                <a:lnTo>
                  <a:pt x="105" y="301"/>
                </a:lnTo>
                <a:lnTo>
                  <a:pt x="110" y="273"/>
                </a:lnTo>
                <a:lnTo>
                  <a:pt x="136" y="340"/>
                </a:lnTo>
                <a:lnTo>
                  <a:pt x="159" y="379"/>
                </a:lnTo>
                <a:lnTo>
                  <a:pt x="169" y="395"/>
                </a:lnTo>
                <a:lnTo>
                  <a:pt x="186" y="422"/>
                </a:lnTo>
                <a:lnTo>
                  <a:pt x="239" y="437"/>
                </a:lnTo>
                <a:lnTo>
                  <a:pt x="265" y="440"/>
                </a:lnTo>
                <a:lnTo>
                  <a:pt x="257" y="454"/>
                </a:lnTo>
                <a:lnTo>
                  <a:pt x="240" y="468"/>
                </a:lnTo>
                <a:lnTo>
                  <a:pt x="186" y="500"/>
                </a:lnTo>
                <a:lnTo>
                  <a:pt x="231" y="483"/>
                </a:lnTo>
                <a:lnTo>
                  <a:pt x="259" y="462"/>
                </a:lnTo>
                <a:lnTo>
                  <a:pt x="285" y="444"/>
                </a:lnTo>
                <a:lnTo>
                  <a:pt x="283" y="485"/>
                </a:lnTo>
                <a:lnTo>
                  <a:pt x="273" y="507"/>
                </a:lnTo>
                <a:lnTo>
                  <a:pt x="243" y="522"/>
                </a:lnTo>
                <a:lnTo>
                  <a:pt x="275" y="521"/>
                </a:lnTo>
                <a:lnTo>
                  <a:pt x="276" y="535"/>
                </a:lnTo>
                <a:lnTo>
                  <a:pt x="273" y="549"/>
                </a:lnTo>
                <a:lnTo>
                  <a:pt x="259" y="560"/>
                </a:lnTo>
                <a:lnTo>
                  <a:pt x="213" y="585"/>
                </a:lnTo>
                <a:lnTo>
                  <a:pt x="275" y="563"/>
                </a:lnTo>
                <a:lnTo>
                  <a:pt x="288" y="559"/>
                </a:lnTo>
                <a:lnTo>
                  <a:pt x="300" y="563"/>
                </a:lnTo>
                <a:lnTo>
                  <a:pt x="299" y="574"/>
                </a:lnTo>
                <a:lnTo>
                  <a:pt x="286" y="587"/>
                </a:lnTo>
                <a:lnTo>
                  <a:pt x="249" y="607"/>
                </a:lnTo>
                <a:lnTo>
                  <a:pt x="300" y="587"/>
                </a:lnTo>
                <a:lnTo>
                  <a:pt x="315" y="570"/>
                </a:lnTo>
                <a:lnTo>
                  <a:pt x="329" y="573"/>
                </a:lnTo>
                <a:lnTo>
                  <a:pt x="342" y="579"/>
                </a:lnTo>
                <a:lnTo>
                  <a:pt x="337" y="592"/>
                </a:lnTo>
                <a:lnTo>
                  <a:pt x="326" y="602"/>
                </a:lnTo>
                <a:lnTo>
                  <a:pt x="299" y="619"/>
                </a:lnTo>
                <a:lnTo>
                  <a:pt x="337" y="606"/>
                </a:lnTo>
                <a:lnTo>
                  <a:pt x="358" y="588"/>
                </a:lnTo>
                <a:lnTo>
                  <a:pt x="382" y="596"/>
                </a:lnTo>
                <a:lnTo>
                  <a:pt x="463" y="625"/>
                </a:lnTo>
                <a:lnTo>
                  <a:pt x="533" y="651"/>
                </a:lnTo>
                <a:lnTo>
                  <a:pt x="583" y="673"/>
                </a:lnTo>
                <a:lnTo>
                  <a:pt x="601" y="701"/>
                </a:lnTo>
                <a:lnTo>
                  <a:pt x="621" y="742"/>
                </a:lnTo>
                <a:lnTo>
                  <a:pt x="646" y="814"/>
                </a:lnTo>
                <a:lnTo>
                  <a:pt x="659" y="933"/>
                </a:lnTo>
                <a:lnTo>
                  <a:pt x="596" y="948"/>
                </a:lnTo>
                <a:lnTo>
                  <a:pt x="543" y="943"/>
                </a:lnTo>
                <a:lnTo>
                  <a:pt x="483" y="928"/>
                </a:lnTo>
                <a:lnTo>
                  <a:pt x="488" y="886"/>
                </a:lnTo>
                <a:lnTo>
                  <a:pt x="511" y="820"/>
                </a:lnTo>
                <a:lnTo>
                  <a:pt x="410" y="814"/>
                </a:lnTo>
                <a:lnTo>
                  <a:pt x="393" y="809"/>
                </a:lnTo>
                <a:lnTo>
                  <a:pt x="452" y="796"/>
                </a:lnTo>
                <a:lnTo>
                  <a:pt x="546" y="759"/>
                </a:lnTo>
                <a:lnTo>
                  <a:pt x="436" y="794"/>
                </a:lnTo>
                <a:lnTo>
                  <a:pt x="384" y="804"/>
                </a:lnTo>
                <a:lnTo>
                  <a:pt x="349" y="796"/>
                </a:lnTo>
                <a:lnTo>
                  <a:pt x="405" y="786"/>
                </a:lnTo>
                <a:lnTo>
                  <a:pt x="521" y="748"/>
                </a:lnTo>
                <a:lnTo>
                  <a:pt x="394" y="782"/>
                </a:lnTo>
                <a:lnTo>
                  <a:pt x="340" y="794"/>
                </a:lnTo>
                <a:lnTo>
                  <a:pt x="331" y="789"/>
                </a:lnTo>
                <a:lnTo>
                  <a:pt x="381" y="771"/>
                </a:lnTo>
                <a:lnTo>
                  <a:pt x="467" y="730"/>
                </a:lnTo>
                <a:lnTo>
                  <a:pt x="368" y="772"/>
                </a:lnTo>
                <a:lnTo>
                  <a:pt x="315" y="787"/>
                </a:lnTo>
                <a:lnTo>
                  <a:pt x="92" y="785"/>
                </a:lnTo>
                <a:lnTo>
                  <a:pt x="65" y="778"/>
                </a:lnTo>
                <a:lnTo>
                  <a:pt x="40" y="769"/>
                </a:lnTo>
                <a:lnTo>
                  <a:pt x="14" y="744"/>
                </a:lnTo>
                <a:lnTo>
                  <a:pt x="9" y="716"/>
                </a:lnTo>
                <a:lnTo>
                  <a:pt x="6" y="692"/>
                </a:lnTo>
                <a:lnTo>
                  <a:pt x="12" y="655"/>
                </a:lnTo>
                <a:lnTo>
                  <a:pt x="29" y="609"/>
                </a:lnTo>
                <a:lnTo>
                  <a:pt x="41" y="572"/>
                </a:lnTo>
                <a:lnTo>
                  <a:pt x="47" y="538"/>
                </a:lnTo>
                <a:lnTo>
                  <a:pt x="66" y="534"/>
                </a:lnTo>
                <a:lnTo>
                  <a:pt x="83" y="558"/>
                </a:lnTo>
                <a:lnTo>
                  <a:pt x="131" y="595"/>
                </a:lnTo>
                <a:lnTo>
                  <a:pt x="88" y="555"/>
                </a:lnTo>
                <a:lnTo>
                  <a:pt x="75" y="533"/>
                </a:lnTo>
                <a:lnTo>
                  <a:pt x="80" y="507"/>
                </a:lnTo>
                <a:lnTo>
                  <a:pt x="137" y="491"/>
                </a:lnTo>
                <a:lnTo>
                  <a:pt x="179" y="467"/>
                </a:lnTo>
                <a:lnTo>
                  <a:pt x="129" y="488"/>
                </a:lnTo>
                <a:lnTo>
                  <a:pt x="81" y="499"/>
                </a:lnTo>
                <a:lnTo>
                  <a:pt x="84" y="465"/>
                </a:lnTo>
                <a:lnTo>
                  <a:pt x="105" y="440"/>
                </a:lnTo>
                <a:lnTo>
                  <a:pt x="120" y="403"/>
                </a:lnTo>
                <a:lnTo>
                  <a:pt x="100" y="437"/>
                </a:lnTo>
                <a:lnTo>
                  <a:pt x="77" y="460"/>
                </a:lnTo>
                <a:lnTo>
                  <a:pt x="53" y="456"/>
                </a:lnTo>
                <a:lnTo>
                  <a:pt x="41" y="394"/>
                </a:lnTo>
                <a:lnTo>
                  <a:pt x="22" y="329"/>
                </a:lnTo>
                <a:lnTo>
                  <a:pt x="13" y="288"/>
                </a:lnTo>
                <a:lnTo>
                  <a:pt x="14" y="248"/>
                </a:lnTo>
                <a:lnTo>
                  <a:pt x="20" y="201"/>
                </a:lnTo>
                <a:lnTo>
                  <a:pt x="13" y="226"/>
                </a:lnTo>
                <a:lnTo>
                  <a:pt x="9" y="255"/>
                </a:lnTo>
                <a:lnTo>
                  <a:pt x="8" y="278"/>
                </a:lnTo>
                <a:lnTo>
                  <a:pt x="2" y="238"/>
                </a:lnTo>
                <a:lnTo>
                  <a:pt x="1" y="206"/>
                </a:lnTo>
                <a:lnTo>
                  <a:pt x="1" y="184"/>
                </a:lnTo>
                <a:lnTo>
                  <a:pt x="9" y="154"/>
                </a:lnTo>
                <a:lnTo>
                  <a:pt x="22" y="124"/>
                </a:lnTo>
                <a:lnTo>
                  <a:pt x="41" y="96"/>
                </a:lnTo>
                <a:lnTo>
                  <a:pt x="21" y="119"/>
                </a:lnTo>
                <a:lnTo>
                  <a:pt x="11" y="139"/>
                </a:lnTo>
                <a:lnTo>
                  <a:pt x="0" y="176"/>
                </a:lnTo>
                <a:lnTo>
                  <a:pt x="2" y="149"/>
                </a:lnTo>
                <a:lnTo>
                  <a:pt x="9" y="115"/>
                </a:lnTo>
                <a:lnTo>
                  <a:pt x="25" y="77"/>
                </a:lnTo>
                <a:lnTo>
                  <a:pt x="40" y="40"/>
                </a:lnTo>
                <a:lnTo>
                  <a:pt x="58" y="22"/>
                </a:lnTo>
                <a:lnTo>
                  <a:pt x="84" y="0"/>
                </a:lnTo>
                <a:lnTo>
                  <a:pt x="112" y="3"/>
                </a:lnTo>
                <a:lnTo>
                  <a:pt x="137" y="17"/>
                </a:lnTo>
              </a:path>
            </a:pathLst>
          </a:custGeom>
          <a:solidFill>
            <a:srgbClr val="7777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4" name="Google Shape;704;p6"/>
          <p:cNvSpPr/>
          <p:nvPr/>
        </p:nvSpPr>
        <p:spPr>
          <a:xfrm>
            <a:off x="3201987" y="4143375"/>
            <a:ext cx="41275" cy="103187"/>
          </a:xfrm>
          <a:custGeom>
            <a:rect b="b" l="l" r="r" t="t"/>
            <a:pathLst>
              <a:path extrusionOk="0" h="65" w="26">
                <a:moveTo>
                  <a:pt x="5" y="0"/>
                </a:moveTo>
                <a:lnTo>
                  <a:pt x="23" y="4"/>
                </a:lnTo>
                <a:lnTo>
                  <a:pt x="25" y="28"/>
                </a:lnTo>
                <a:lnTo>
                  <a:pt x="22" y="55"/>
                </a:lnTo>
                <a:lnTo>
                  <a:pt x="5" y="64"/>
                </a:lnTo>
                <a:lnTo>
                  <a:pt x="0" y="53"/>
                </a:lnTo>
                <a:lnTo>
                  <a:pt x="0" y="15"/>
                </a:lnTo>
                <a:lnTo>
                  <a:pt x="5" y="0"/>
                </a:lnTo>
              </a:path>
            </a:pathLst>
          </a:custGeom>
          <a:solidFill>
            <a:srgbClr val="0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5" name="Google Shape;705;p6"/>
          <p:cNvSpPr/>
          <p:nvPr/>
        </p:nvSpPr>
        <p:spPr>
          <a:xfrm>
            <a:off x="3275012" y="4506912"/>
            <a:ext cx="479425" cy="53975"/>
          </a:xfrm>
          <a:custGeom>
            <a:rect b="b" l="l" r="r" t="t"/>
            <a:pathLst>
              <a:path extrusionOk="0" h="34" w="302">
                <a:moveTo>
                  <a:pt x="301" y="0"/>
                </a:moveTo>
                <a:lnTo>
                  <a:pt x="218" y="15"/>
                </a:lnTo>
                <a:lnTo>
                  <a:pt x="157" y="23"/>
                </a:lnTo>
                <a:lnTo>
                  <a:pt x="94" y="27"/>
                </a:lnTo>
                <a:lnTo>
                  <a:pt x="46" y="30"/>
                </a:lnTo>
                <a:lnTo>
                  <a:pt x="0" y="27"/>
                </a:lnTo>
                <a:lnTo>
                  <a:pt x="44" y="33"/>
                </a:lnTo>
                <a:lnTo>
                  <a:pt x="116" y="33"/>
                </a:lnTo>
                <a:lnTo>
                  <a:pt x="195" y="24"/>
                </a:lnTo>
                <a:lnTo>
                  <a:pt x="235" y="18"/>
                </a:lnTo>
                <a:lnTo>
                  <a:pt x="301" y="0"/>
                </a:lnTo>
              </a:path>
            </a:pathLst>
          </a:custGeom>
          <a:solidFill>
            <a:srgbClr val="0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6" name="Google Shape;706;p6"/>
          <p:cNvSpPr/>
          <p:nvPr/>
        </p:nvSpPr>
        <p:spPr>
          <a:xfrm>
            <a:off x="3109912" y="2909887"/>
            <a:ext cx="485775" cy="692150"/>
          </a:xfrm>
          <a:custGeom>
            <a:rect b="b" l="l" r="r" t="t"/>
            <a:pathLst>
              <a:path extrusionOk="0" h="436" w="306">
                <a:moveTo>
                  <a:pt x="188" y="148"/>
                </a:moveTo>
                <a:lnTo>
                  <a:pt x="180" y="130"/>
                </a:lnTo>
                <a:lnTo>
                  <a:pt x="169" y="129"/>
                </a:lnTo>
                <a:lnTo>
                  <a:pt x="159" y="132"/>
                </a:lnTo>
                <a:lnTo>
                  <a:pt x="154" y="143"/>
                </a:lnTo>
                <a:lnTo>
                  <a:pt x="153" y="153"/>
                </a:lnTo>
                <a:lnTo>
                  <a:pt x="155" y="177"/>
                </a:lnTo>
                <a:lnTo>
                  <a:pt x="160" y="189"/>
                </a:lnTo>
                <a:lnTo>
                  <a:pt x="168" y="204"/>
                </a:lnTo>
                <a:lnTo>
                  <a:pt x="174" y="220"/>
                </a:lnTo>
                <a:lnTo>
                  <a:pt x="182" y="247"/>
                </a:lnTo>
                <a:lnTo>
                  <a:pt x="188" y="280"/>
                </a:lnTo>
                <a:lnTo>
                  <a:pt x="201" y="303"/>
                </a:lnTo>
                <a:lnTo>
                  <a:pt x="213" y="332"/>
                </a:lnTo>
                <a:lnTo>
                  <a:pt x="219" y="357"/>
                </a:lnTo>
                <a:lnTo>
                  <a:pt x="220" y="380"/>
                </a:lnTo>
                <a:lnTo>
                  <a:pt x="191" y="345"/>
                </a:lnTo>
                <a:lnTo>
                  <a:pt x="144" y="435"/>
                </a:lnTo>
                <a:lnTo>
                  <a:pt x="143" y="313"/>
                </a:lnTo>
                <a:lnTo>
                  <a:pt x="96" y="435"/>
                </a:lnTo>
                <a:lnTo>
                  <a:pt x="96" y="307"/>
                </a:lnTo>
                <a:lnTo>
                  <a:pt x="48" y="435"/>
                </a:lnTo>
                <a:lnTo>
                  <a:pt x="48" y="387"/>
                </a:lnTo>
                <a:lnTo>
                  <a:pt x="0" y="435"/>
                </a:lnTo>
                <a:lnTo>
                  <a:pt x="48" y="303"/>
                </a:lnTo>
                <a:lnTo>
                  <a:pt x="60" y="273"/>
                </a:lnTo>
                <a:lnTo>
                  <a:pt x="60" y="247"/>
                </a:lnTo>
                <a:lnTo>
                  <a:pt x="64" y="235"/>
                </a:lnTo>
                <a:lnTo>
                  <a:pt x="70" y="213"/>
                </a:lnTo>
                <a:lnTo>
                  <a:pt x="60" y="191"/>
                </a:lnTo>
                <a:lnTo>
                  <a:pt x="58" y="161"/>
                </a:lnTo>
                <a:lnTo>
                  <a:pt x="50" y="143"/>
                </a:lnTo>
                <a:lnTo>
                  <a:pt x="52" y="125"/>
                </a:lnTo>
                <a:lnTo>
                  <a:pt x="54" y="100"/>
                </a:lnTo>
                <a:lnTo>
                  <a:pt x="58" y="81"/>
                </a:lnTo>
                <a:lnTo>
                  <a:pt x="66" y="65"/>
                </a:lnTo>
                <a:lnTo>
                  <a:pt x="74" y="44"/>
                </a:lnTo>
                <a:lnTo>
                  <a:pt x="89" y="25"/>
                </a:lnTo>
                <a:lnTo>
                  <a:pt x="106" y="14"/>
                </a:lnTo>
                <a:lnTo>
                  <a:pt x="130" y="7"/>
                </a:lnTo>
                <a:lnTo>
                  <a:pt x="155" y="1"/>
                </a:lnTo>
                <a:lnTo>
                  <a:pt x="199" y="0"/>
                </a:lnTo>
                <a:lnTo>
                  <a:pt x="221" y="3"/>
                </a:lnTo>
                <a:lnTo>
                  <a:pt x="245" y="10"/>
                </a:lnTo>
                <a:lnTo>
                  <a:pt x="267" y="19"/>
                </a:lnTo>
                <a:lnTo>
                  <a:pt x="281" y="31"/>
                </a:lnTo>
                <a:lnTo>
                  <a:pt x="297" y="47"/>
                </a:lnTo>
                <a:lnTo>
                  <a:pt x="304" y="72"/>
                </a:lnTo>
                <a:lnTo>
                  <a:pt x="305" y="92"/>
                </a:lnTo>
                <a:lnTo>
                  <a:pt x="299" y="110"/>
                </a:lnTo>
                <a:lnTo>
                  <a:pt x="282" y="92"/>
                </a:lnTo>
                <a:lnTo>
                  <a:pt x="260" y="82"/>
                </a:lnTo>
                <a:lnTo>
                  <a:pt x="236" y="85"/>
                </a:lnTo>
                <a:lnTo>
                  <a:pt x="234" y="103"/>
                </a:lnTo>
                <a:lnTo>
                  <a:pt x="220" y="109"/>
                </a:lnTo>
                <a:lnTo>
                  <a:pt x="216" y="123"/>
                </a:lnTo>
                <a:lnTo>
                  <a:pt x="196" y="185"/>
                </a:lnTo>
                <a:lnTo>
                  <a:pt x="188" y="148"/>
                </a:lnTo>
              </a:path>
            </a:pathLst>
          </a:custGeom>
          <a:solidFill>
            <a:srgbClr val="EF9100"/>
          </a:solidFill>
          <a:ln cap="rnd"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07" name="Google Shape;707;p6"/>
          <p:cNvGrpSpPr/>
          <p:nvPr/>
        </p:nvGrpSpPr>
        <p:grpSpPr>
          <a:xfrm>
            <a:off x="2868612" y="3825875"/>
            <a:ext cx="596900" cy="887412"/>
            <a:chOff x="1672" y="2734"/>
            <a:chExt cx="376" cy="559"/>
          </a:xfrm>
        </p:grpSpPr>
        <p:sp>
          <p:nvSpPr>
            <p:cNvPr id="708" name="Google Shape;708;p6"/>
            <p:cNvSpPr/>
            <p:nvPr/>
          </p:nvSpPr>
          <p:spPr>
            <a:xfrm>
              <a:off x="1672" y="2734"/>
              <a:ext cx="376" cy="559"/>
            </a:xfrm>
            <a:custGeom>
              <a:rect b="b" l="l" r="r" t="t"/>
              <a:pathLst>
                <a:path extrusionOk="0" h="559" w="376">
                  <a:moveTo>
                    <a:pt x="208" y="81"/>
                  </a:moveTo>
                  <a:lnTo>
                    <a:pt x="139" y="75"/>
                  </a:lnTo>
                  <a:lnTo>
                    <a:pt x="97" y="63"/>
                  </a:lnTo>
                  <a:lnTo>
                    <a:pt x="84" y="42"/>
                  </a:lnTo>
                  <a:lnTo>
                    <a:pt x="84" y="24"/>
                  </a:lnTo>
                  <a:lnTo>
                    <a:pt x="73" y="9"/>
                  </a:lnTo>
                  <a:lnTo>
                    <a:pt x="34" y="0"/>
                  </a:lnTo>
                  <a:lnTo>
                    <a:pt x="0" y="3"/>
                  </a:lnTo>
                  <a:lnTo>
                    <a:pt x="42" y="435"/>
                  </a:lnTo>
                  <a:lnTo>
                    <a:pt x="73" y="474"/>
                  </a:lnTo>
                  <a:lnTo>
                    <a:pt x="111" y="513"/>
                  </a:lnTo>
                  <a:lnTo>
                    <a:pt x="166" y="544"/>
                  </a:lnTo>
                  <a:lnTo>
                    <a:pt x="230" y="553"/>
                  </a:lnTo>
                  <a:lnTo>
                    <a:pt x="315" y="558"/>
                  </a:lnTo>
                  <a:lnTo>
                    <a:pt x="365" y="550"/>
                  </a:lnTo>
                  <a:lnTo>
                    <a:pt x="375" y="520"/>
                  </a:lnTo>
                  <a:lnTo>
                    <a:pt x="370" y="481"/>
                  </a:lnTo>
                  <a:lnTo>
                    <a:pt x="334" y="359"/>
                  </a:lnTo>
                  <a:lnTo>
                    <a:pt x="304" y="239"/>
                  </a:lnTo>
                  <a:lnTo>
                    <a:pt x="291" y="148"/>
                  </a:lnTo>
                  <a:lnTo>
                    <a:pt x="291" y="124"/>
                  </a:lnTo>
                  <a:lnTo>
                    <a:pt x="271" y="91"/>
                  </a:lnTo>
                  <a:lnTo>
                    <a:pt x="249" y="81"/>
                  </a:lnTo>
                  <a:lnTo>
                    <a:pt x="208" y="81"/>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9" name="Google Shape;709;p6"/>
            <p:cNvSpPr/>
            <p:nvPr/>
          </p:nvSpPr>
          <p:spPr>
            <a:xfrm>
              <a:off x="1679" y="2761"/>
              <a:ext cx="318" cy="507"/>
            </a:xfrm>
            <a:custGeom>
              <a:rect b="b" l="l" r="r" t="t"/>
              <a:pathLst>
                <a:path extrusionOk="0" h="507" w="318">
                  <a:moveTo>
                    <a:pt x="206" y="101"/>
                  </a:moveTo>
                  <a:lnTo>
                    <a:pt x="147" y="98"/>
                  </a:lnTo>
                  <a:lnTo>
                    <a:pt x="86" y="87"/>
                  </a:lnTo>
                  <a:lnTo>
                    <a:pt x="48" y="66"/>
                  </a:lnTo>
                  <a:lnTo>
                    <a:pt x="26" y="47"/>
                  </a:lnTo>
                  <a:lnTo>
                    <a:pt x="0" y="0"/>
                  </a:lnTo>
                  <a:lnTo>
                    <a:pt x="40" y="390"/>
                  </a:lnTo>
                  <a:lnTo>
                    <a:pt x="66" y="425"/>
                  </a:lnTo>
                  <a:lnTo>
                    <a:pt x="97" y="459"/>
                  </a:lnTo>
                  <a:lnTo>
                    <a:pt x="135" y="481"/>
                  </a:lnTo>
                  <a:lnTo>
                    <a:pt x="166" y="493"/>
                  </a:lnTo>
                  <a:lnTo>
                    <a:pt x="206" y="500"/>
                  </a:lnTo>
                  <a:lnTo>
                    <a:pt x="245" y="506"/>
                  </a:lnTo>
                  <a:lnTo>
                    <a:pt x="288" y="506"/>
                  </a:lnTo>
                  <a:lnTo>
                    <a:pt x="305" y="500"/>
                  </a:lnTo>
                  <a:lnTo>
                    <a:pt x="317" y="481"/>
                  </a:lnTo>
                  <a:lnTo>
                    <a:pt x="312" y="452"/>
                  </a:lnTo>
                  <a:lnTo>
                    <a:pt x="284" y="384"/>
                  </a:lnTo>
                  <a:lnTo>
                    <a:pt x="239" y="152"/>
                  </a:lnTo>
                  <a:lnTo>
                    <a:pt x="230" y="119"/>
                  </a:lnTo>
                  <a:lnTo>
                    <a:pt x="206" y="101"/>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10" name="Google Shape;710;p6"/>
          <p:cNvGrpSpPr/>
          <p:nvPr/>
        </p:nvGrpSpPr>
        <p:grpSpPr>
          <a:xfrm>
            <a:off x="1868487" y="3397250"/>
            <a:ext cx="1590675" cy="2468562"/>
            <a:chOff x="1042" y="2464"/>
            <a:chExt cx="1002" cy="1555"/>
          </a:xfrm>
        </p:grpSpPr>
        <p:grpSp>
          <p:nvGrpSpPr>
            <p:cNvPr id="711" name="Google Shape;711;p6"/>
            <p:cNvGrpSpPr/>
            <p:nvPr/>
          </p:nvGrpSpPr>
          <p:grpSpPr>
            <a:xfrm>
              <a:off x="1684" y="3829"/>
              <a:ext cx="287" cy="148"/>
              <a:chOff x="1684" y="3829"/>
              <a:chExt cx="287" cy="148"/>
            </a:xfrm>
          </p:grpSpPr>
          <p:sp>
            <p:nvSpPr>
              <p:cNvPr id="712" name="Google Shape;712;p6"/>
              <p:cNvSpPr/>
              <p:nvPr/>
            </p:nvSpPr>
            <p:spPr>
              <a:xfrm>
                <a:off x="1684" y="3829"/>
                <a:ext cx="287" cy="148"/>
              </a:xfrm>
              <a:custGeom>
                <a:rect b="b" l="l" r="r" t="t"/>
                <a:pathLst>
                  <a:path extrusionOk="0" h="148" w="287">
                    <a:moveTo>
                      <a:pt x="116" y="4"/>
                    </a:moveTo>
                    <a:lnTo>
                      <a:pt x="114" y="43"/>
                    </a:lnTo>
                    <a:lnTo>
                      <a:pt x="189" y="78"/>
                    </a:lnTo>
                    <a:lnTo>
                      <a:pt x="251" y="94"/>
                    </a:lnTo>
                    <a:lnTo>
                      <a:pt x="286" y="109"/>
                    </a:lnTo>
                    <a:lnTo>
                      <a:pt x="284" y="129"/>
                    </a:lnTo>
                    <a:lnTo>
                      <a:pt x="239" y="142"/>
                    </a:lnTo>
                    <a:lnTo>
                      <a:pt x="171" y="147"/>
                    </a:lnTo>
                    <a:lnTo>
                      <a:pt x="114" y="137"/>
                    </a:lnTo>
                    <a:lnTo>
                      <a:pt x="78" y="127"/>
                    </a:lnTo>
                    <a:lnTo>
                      <a:pt x="76" y="138"/>
                    </a:lnTo>
                    <a:lnTo>
                      <a:pt x="31" y="137"/>
                    </a:lnTo>
                    <a:lnTo>
                      <a:pt x="3" y="132"/>
                    </a:lnTo>
                    <a:lnTo>
                      <a:pt x="3" y="112"/>
                    </a:lnTo>
                    <a:lnTo>
                      <a:pt x="0" y="100"/>
                    </a:lnTo>
                    <a:lnTo>
                      <a:pt x="0" y="71"/>
                    </a:lnTo>
                    <a:lnTo>
                      <a:pt x="8" y="56"/>
                    </a:lnTo>
                    <a:lnTo>
                      <a:pt x="23" y="38"/>
                    </a:lnTo>
                    <a:lnTo>
                      <a:pt x="26" y="0"/>
                    </a:lnTo>
                    <a:lnTo>
                      <a:pt x="116" y="4"/>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3" name="Google Shape;713;p6"/>
              <p:cNvSpPr/>
              <p:nvPr/>
            </p:nvSpPr>
            <p:spPr>
              <a:xfrm>
                <a:off x="1780" y="3881"/>
                <a:ext cx="80" cy="40"/>
              </a:xfrm>
              <a:custGeom>
                <a:rect b="b" l="l" r="r" t="t"/>
                <a:pathLst>
                  <a:path extrusionOk="0" h="40" w="80">
                    <a:moveTo>
                      <a:pt x="20" y="0"/>
                    </a:moveTo>
                    <a:lnTo>
                      <a:pt x="0" y="21"/>
                    </a:lnTo>
                    <a:lnTo>
                      <a:pt x="70" y="39"/>
                    </a:lnTo>
                    <a:lnTo>
                      <a:pt x="79" y="25"/>
                    </a:lnTo>
                    <a:lnTo>
                      <a:pt x="2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4" name="Google Shape;714;p6"/>
              <p:cNvSpPr/>
              <p:nvPr/>
            </p:nvSpPr>
            <p:spPr>
              <a:xfrm>
                <a:off x="1864" y="3914"/>
                <a:ext cx="91" cy="22"/>
              </a:xfrm>
              <a:custGeom>
                <a:rect b="b" l="l" r="r" t="t"/>
                <a:pathLst>
                  <a:path extrusionOk="0" h="22" w="91">
                    <a:moveTo>
                      <a:pt x="11" y="0"/>
                    </a:moveTo>
                    <a:lnTo>
                      <a:pt x="0" y="9"/>
                    </a:lnTo>
                    <a:lnTo>
                      <a:pt x="45" y="19"/>
                    </a:lnTo>
                    <a:lnTo>
                      <a:pt x="65" y="21"/>
                    </a:lnTo>
                    <a:lnTo>
                      <a:pt x="90" y="20"/>
                    </a:lnTo>
                    <a:lnTo>
                      <a:pt x="63" y="9"/>
                    </a:lnTo>
                    <a:lnTo>
                      <a:pt x="11"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5" name="Google Shape;715;p6"/>
              <p:cNvSpPr/>
              <p:nvPr/>
            </p:nvSpPr>
            <p:spPr>
              <a:xfrm>
                <a:off x="1687" y="3881"/>
                <a:ext cx="270" cy="81"/>
              </a:xfrm>
              <a:custGeom>
                <a:rect b="b" l="l" r="r" t="t"/>
                <a:pathLst>
                  <a:path extrusionOk="0" h="81" w="270">
                    <a:moveTo>
                      <a:pt x="269" y="68"/>
                    </a:moveTo>
                    <a:lnTo>
                      <a:pt x="269" y="56"/>
                    </a:lnTo>
                    <a:lnTo>
                      <a:pt x="234" y="59"/>
                    </a:lnTo>
                    <a:lnTo>
                      <a:pt x="177" y="52"/>
                    </a:lnTo>
                    <a:lnTo>
                      <a:pt x="146" y="45"/>
                    </a:lnTo>
                    <a:lnTo>
                      <a:pt x="83" y="25"/>
                    </a:lnTo>
                    <a:lnTo>
                      <a:pt x="56" y="23"/>
                    </a:lnTo>
                    <a:lnTo>
                      <a:pt x="29" y="14"/>
                    </a:lnTo>
                    <a:lnTo>
                      <a:pt x="16" y="0"/>
                    </a:lnTo>
                    <a:lnTo>
                      <a:pt x="0" y="16"/>
                    </a:lnTo>
                    <a:lnTo>
                      <a:pt x="0" y="51"/>
                    </a:lnTo>
                    <a:lnTo>
                      <a:pt x="20" y="56"/>
                    </a:lnTo>
                    <a:lnTo>
                      <a:pt x="68" y="62"/>
                    </a:lnTo>
                    <a:lnTo>
                      <a:pt x="87" y="65"/>
                    </a:lnTo>
                    <a:lnTo>
                      <a:pt x="119" y="75"/>
                    </a:lnTo>
                    <a:lnTo>
                      <a:pt x="156" y="80"/>
                    </a:lnTo>
                    <a:lnTo>
                      <a:pt x="182" y="80"/>
                    </a:lnTo>
                    <a:lnTo>
                      <a:pt x="222" y="80"/>
                    </a:lnTo>
                    <a:lnTo>
                      <a:pt x="269" y="68"/>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6" name="Google Shape;716;p6"/>
              <p:cNvSpPr/>
              <p:nvPr/>
            </p:nvSpPr>
            <p:spPr>
              <a:xfrm>
                <a:off x="1706" y="3832"/>
                <a:ext cx="85" cy="64"/>
              </a:xfrm>
              <a:custGeom>
                <a:rect b="b" l="l" r="r" t="t"/>
                <a:pathLst>
                  <a:path extrusionOk="0" h="64" w="85">
                    <a:moveTo>
                      <a:pt x="81" y="4"/>
                    </a:moveTo>
                    <a:lnTo>
                      <a:pt x="79" y="35"/>
                    </a:lnTo>
                    <a:lnTo>
                      <a:pt x="84" y="43"/>
                    </a:lnTo>
                    <a:lnTo>
                      <a:pt x="65" y="63"/>
                    </a:lnTo>
                    <a:lnTo>
                      <a:pt x="39" y="63"/>
                    </a:lnTo>
                    <a:lnTo>
                      <a:pt x="10" y="54"/>
                    </a:lnTo>
                    <a:lnTo>
                      <a:pt x="0" y="41"/>
                    </a:lnTo>
                    <a:lnTo>
                      <a:pt x="5" y="33"/>
                    </a:lnTo>
                    <a:lnTo>
                      <a:pt x="7" y="0"/>
                    </a:lnTo>
                    <a:lnTo>
                      <a:pt x="81" y="4"/>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17" name="Google Shape;717;p6"/>
            <p:cNvGrpSpPr/>
            <p:nvPr/>
          </p:nvGrpSpPr>
          <p:grpSpPr>
            <a:xfrm>
              <a:off x="1690" y="3606"/>
              <a:ext cx="121" cy="260"/>
              <a:chOff x="1690" y="3606"/>
              <a:chExt cx="121" cy="260"/>
            </a:xfrm>
          </p:grpSpPr>
          <p:sp>
            <p:nvSpPr>
              <p:cNvPr id="718" name="Google Shape;718;p6"/>
              <p:cNvSpPr/>
              <p:nvPr/>
            </p:nvSpPr>
            <p:spPr>
              <a:xfrm>
                <a:off x="1690" y="3606"/>
                <a:ext cx="121" cy="260"/>
              </a:xfrm>
              <a:custGeom>
                <a:rect b="b" l="l" r="r" t="t"/>
                <a:pathLst>
                  <a:path extrusionOk="0" h="260" w="121">
                    <a:moveTo>
                      <a:pt x="10" y="5"/>
                    </a:moveTo>
                    <a:lnTo>
                      <a:pt x="2" y="93"/>
                    </a:lnTo>
                    <a:lnTo>
                      <a:pt x="4" y="166"/>
                    </a:lnTo>
                    <a:lnTo>
                      <a:pt x="0" y="248"/>
                    </a:lnTo>
                    <a:lnTo>
                      <a:pt x="59" y="259"/>
                    </a:lnTo>
                    <a:lnTo>
                      <a:pt x="116" y="259"/>
                    </a:lnTo>
                    <a:lnTo>
                      <a:pt x="120" y="0"/>
                    </a:lnTo>
                    <a:lnTo>
                      <a:pt x="10" y="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19" name="Google Shape;719;p6"/>
              <p:cNvSpPr/>
              <p:nvPr/>
            </p:nvSpPr>
            <p:spPr>
              <a:xfrm>
                <a:off x="1700" y="3609"/>
                <a:ext cx="97" cy="243"/>
              </a:xfrm>
              <a:custGeom>
                <a:rect b="b" l="l" r="r" t="t"/>
                <a:pathLst>
                  <a:path extrusionOk="0" h="243" w="97">
                    <a:moveTo>
                      <a:pt x="8" y="8"/>
                    </a:moveTo>
                    <a:lnTo>
                      <a:pt x="0" y="80"/>
                    </a:lnTo>
                    <a:lnTo>
                      <a:pt x="1" y="136"/>
                    </a:lnTo>
                    <a:lnTo>
                      <a:pt x="1" y="226"/>
                    </a:lnTo>
                    <a:lnTo>
                      <a:pt x="49" y="242"/>
                    </a:lnTo>
                    <a:lnTo>
                      <a:pt x="91" y="242"/>
                    </a:lnTo>
                    <a:lnTo>
                      <a:pt x="96" y="0"/>
                    </a:lnTo>
                    <a:lnTo>
                      <a:pt x="8" y="8"/>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20" name="Google Shape;720;p6"/>
            <p:cNvGrpSpPr/>
            <p:nvPr/>
          </p:nvGrpSpPr>
          <p:grpSpPr>
            <a:xfrm>
              <a:off x="1753" y="3870"/>
              <a:ext cx="291" cy="149"/>
              <a:chOff x="1753" y="3870"/>
              <a:chExt cx="291" cy="149"/>
            </a:xfrm>
          </p:grpSpPr>
          <p:sp>
            <p:nvSpPr>
              <p:cNvPr id="721" name="Google Shape;721;p6"/>
              <p:cNvSpPr/>
              <p:nvPr/>
            </p:nvSpPr>
            <p:spPr>
              <a:xfrm>
                <a:off x="1753" y="3870"/>
                <a:ext cx="291" cy="149"/>
              </a:xfrm>
              <a:custGeom>
                <a:rect b="b" l="l" r="r" t="t"/>
                <a:pathLst>
                  <a:path extrusionOk="0" h="149" w="291">
                    <a:moveTo>
                      <a:pt x="117" y="6"/>
                    </a:moveTo>
                    <a:lnTo>
                      <a:pt x="115" y="44"/>
                    </a:lnTo>
                    <a:lnTo>
                      <a:pt x="191" y="79"/>
                    </a:lnTo>
                    <a:lnTo>
                      <a:pt x="255" y="95"/>
                    </a:lnTo>
                    <a:lnTo>
                      <a:pt x="290" y="110"/>
                    </a:lnTo>
                    <a:lnTo>
                      <a:pt x="287" y="130"/>
                    </a:lnTo>
                    <a:lnTo>
                      <a:pt x="242" y="143"/>
                    </a:lnTo>
                    <a:lnTo>
                      <a:pt x="173" y="148"/>
                    </a:lnTo>
                    <a:lnTo>
                      <a:pt x="115" y="138"/>
                    </a:lnTo>
                    <a:lnTo>
                      <a:pt x="79" y="128"/>
                    </a:lnTo>
                    <a:lnTo>
                      <a:pt x="77" y="139"/>
                    </a:lnTo>
                    <a:lnTo>
                      <a:pt x="31" y="138"/>
                    </a:lnTo>
                    <a:lnTo>
                      <a:pt x="3" y="133"/>
                    </a:lnTo>
                    <a:lnTo>
                      <a:pt x="3" y="112"/>
                    </a:lnTo>
                    <a:lnTo>
                      <a:pt x="0" y="101"/>
                    </a:lnTo>
                    <a:lnTo>
                      <a:pt x="0" y="73"/>
                    </a:lnTo>
                    <a:lnTo>
                      <a:pt x="8" y="56"/>
                    </a:lnTo>
                    <a:lnTo>
                      <a:pt x="23" y="39"/>
                    </a:lnTo>
                    <a:lnTo>
                      <a:pt x="26" y="0"/>
                    </a:lnTo>
                    <a:lnTo>
                      <a:pt x="117" y="6"/>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2" name="Google Shape;722;p6"/>
              <p:cNvSpPr/>
              <p:nvPr/>
            </p:nvSpPr>
            <p:spPr>
              <a:xfrm>
                <a:off x="1850" y="3924"/>
                <a:ext cx="80" cy="39"/>
              </a:xfrm>
              <a:custGeom>
                <a:rect b="b" l="l" r="r" t="t"/>
                <a:pathLst>
                  <a:path extrusionOk="0" h="39" w="80">
                    <a:moveTo>
                      <a:pt x="20" y="0"/>
                    </a:moveTo>
                    <a:lnTo>
                      <a:pt x="0" y="20"/>
                    </a:lnTo>
                    <a:lnTo>
                      <a:pt x="71" y="38"/>
                    </a:lnTo>
                    <a:lnTo>
                      <a:pt x="79" y="24"/>
                    </a:lnTo>
                    <a:lnTo>
                      <a:pt x="2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3" name="Google Shape;723;p6"/>
              <p:cNvSpPr/>
              <p:nvPr/>
            </p:nvSpPr>
            <p:spPr>
              <a:xfrm>
                <a:off x="1936" y="3956"/>
                <a:ext cx="92" cy="22"/>
              </a:xfrm>
              <a:custGeom>
                <a:rect b="b" l="l" r="r" t="t"/>
                <a:pathLst>
                  <a:path extrusionOk="0" h="22" w="92">
                    <a:moveTo>
                      <a:pt x="10" y="0"/>
                    </a:moveTo>
                    <a:lnTo>
                      <a:pt x="0" y="9"/>
                    </a:lnTo>
                    <a:lnTo>
                      <a:pt x="44" y="19"/>
                    </a:lnTo>
                    <a:lnTo>
                      <a:pt x="65" y="21"/>
                    </a:lnTo>
                    <a:lnTo>
                      <a:pt x="91" y="19"/>
                    </a:lnTo>
                    <a:lnTo>
                      <a:pt x="63" y="9"/>
                    </a:lnTo>
                    <a:lnTo>
                      <a:pt x="1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4" name="Google Shape;724;p6"/>
              <p:cNvSpPr/>
              <p:nvPr/>
            </p:nvSpPr>
            <p:spPr>
              <a:xfrm>
                <a:off x="1756" y="3924"/>
                <a:ext cx="274" cy="80"/>
              </a:xfrm>
              <a:custGeom>
                <a:rect b="b" l="l" r="r" t="t"/>
                <a:pathLst>
                  <a:path extrusionOk="0" h="80" w="274">
                    <a:moveTo>
                      <a:pt x="273" y="67"/>
                    </a:moveTo>
                    <a:lnTo>
                      <a:pt x="273" y="55"/>
                    </a:lnTo>
                    <a:lnTo>
                      <a:pt x="238" y="58"/>
                    </a:lnTo>
                    <a:lnTo>
                      <a:pt x="179" y="51"/>
                    </a:lnTo>
                    <a:lnTo>
                      <a:pt x="147" y="44"/>
                    </a:lnTo>
                    <a:lnTo>
                      <a:pt x="84" y="25"/>
                    </a:lnTo>
                    <a:lnTo>
                      <a:pt x="56" y="22"/>
                    </a:lnTo>
                    <a:lnTo>
                      <a:pt x="29" y="13"/>
                    </a:lnTo>
                    <a:lnTo>
                      <a:pt x="16" y="0"/>
                    </a:lnTo>
                    <a:lnTo>
                      <a:pt x="0" y="15"/>
                    </a:lnTo>
                    <a:lnTo>
                      <a:pt x="0" y="50"/>
                    </a:lnTo>
                    <a:lnTo>
                      <a:pt x="19" y="55"/>
                    </a:lnTo>
                    <a:lnTo>
                      <a:pt x="69" y="61"/>
                    </a:lnTo>
                    <a:lnTo>
                      <a:pt x="88" y="64"/>
                    </a:lnTo>
                    <a:lnTo>
                      <a:pt x="120" y="74"/>
                    </a:lnTo>
                    <a:lnTo>
                      <a:pt x="157" y="79"/>
                    </a:lnTo>
                    <a:lnTo>
                      <a:pt x="184" y="79"/>
                    </a:lnTo>
                    <a:lnTo>
                      <a:pt x="225" y="79"/>
                    </a:lnTo>
                    <a:lnTo>
                      <a:pt x="273" y="67"/>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5" name="Google Shape;725;p6"/>
              <p:cNvSpPr/>
              <p:nvPr/>
            </p:nvSpPr>
            <p:spPr>
              <a:xfrm>
                <a:off x="1774" y="3874"/>
                <a:ext cx="87" cy="64"/>
              </a:xfrm>
              <a:custGeom>
                <a:rect b="b" l="l" r="r" t="t"/>
                <a:pathLst>
                  <a:path extrusionOk="0" h="64" w="87">
                    <a:moveTo>
                      <a:pt x="83" y="4"/>
                    </a:moveTo>
                    <a:lnTo>
                      <a:pt x="81" y="35"/>
                    </a:lnTo>
                    <a:lnTo>
                      <a:pt x="86" y="42"/>
                    </a:lnTo>
                    <a:lnTo>
                      <a:pt x="67" y="63"/>
                    </a:lnTo>
                    <a:lnTo>
                      <a:pt x="40" y="63"/>
                    </a:lnTo>
                    <a:lnTo>
                      <a:pt x="11" y="54"/>
                    </a:lnTo>
                    <a:lnTo>
                      <a:pt x="0" y="42"/>
                    </a:lnTo>
                    <a:lnTo>
                      <a:pt x="6" y="33"/>
                    </a:lnTo>
                    <a:lnTo>
                      <a:pt x="8" y="0"/>
                    </a:lnTo>
                    <a:lnTo>
                      <a:pt x="83" y="4"/>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26" name="Google Shape;726;p6"/>
            <p:cNvGrpSpPr/>
            <p:nvPr/>
          </p:nvGrpSpPr>
          <p:grpSpPr>
            <a:xfrm>
              <a:off x="1182" y="3598"/>
              <a:ext cx="360" cy="391"/>
              <a:chOff x="1182" y="3598"/>
              <a:chExt cx="360" cy="391"/>
            </a:xfrm>
          </p:grpSpPr>
          <p:sp>
            <p:nvSpPr>
              <p:cNvPr id="727" name="Google Shape;727;p6"/>
              <p:cNvSpPr/>
              <p:nvPr/>
            </p:nvSpPr>
            <p:spPr>
              <a:xfrm>
                <a:off x="1182" y="3820"/>
                <a:ext cx="360" cy="169"/>
              </a:xfrm>
              <a:prstGeom prst="ellipse">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8" name="Google Shape;728;p6"/>
              <p:cNvSpPr/>
              <p:nvPr/>
            </p:nvSpPr>
            <p:spPr>
              <a:xfrm>
                <a:off x="1319" y="3598"/>
                <a:ext cx="78" cy="246"/>
              </a:xfrm>
              <a:prstGeom prst="rect">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29" name="Google Shape;729;p6"/>
            <p:cNvGrpSpPr/>
            <p:nvPr/>
          </p:nvGrpSpPr>
          <p:grpSpPr>
            <a:xfrm>
              <a:off x="1219" y="2464"/>
              <a:ext cx="271" cy="317"/>
              <a:chOff x="1219" y="2464"/>
              <a:chExt cx="271" cy="317"/>
            </a:xfrm>
          </p:grpSpPr>
          <p:sp>
            <p:nvSpPr>
              <p:cNvPr id="730" name="Google Shape;730;p6"/>
              <p:cNvSpPr/>
              <p:nvPr/>
            </p:nvSpPr>
            <p:spPr>
              <a:xfrm>
                <a:off x="1236" y="2480"/>
                <a:ext cx="254" cy="301"/>
              </a:xfrm>
              <a:custGeom>
                <a:rect b="b" l="l" r="r" t="t"/>
                <a:pathLst>
                  <a:path extrusionOk="0" h="301" w="254">
                    <a:moveTo>
                      <a:pt x="173" y="22"/>
                    </a:moveTo>
                    <a:lnTo>
                      <a:pt x="189" y="31"/>
                    </a:lnTo>
                    <a:lnTo>
                      <a:pt x="200" y="38"/>
                    </a:lnTo>
                    <a:lnTo>
                      <a:pt x="214" y="54"/>
                    </a:lnTo>
                    <a:lnTo>
                      <a:pt x="224" y="78"/>
                    </a:lnTo>
                    <a:lnTo>
                      <a:pt x="228" y="91"/>
                    </a:lnTo>
                    <a:lnTo>
                      <a:pt x="227" y="106"/>
                    </a:lnTo>
                    <a:lnTo>
                      <a:pt x="222" y="119"/>
                    </a:lnTo>
                    <a:lnTo>
                      <a:pt x="230" y="128"/>
                    </a:lnTo>
                    <a:lnTo>
                      <a:pt x="242" y="148"/>
                    </a:lnTo>
                    <a:lnTo>
                      <a:pt x="251" y="168"/>
                    </a:lnTo>
                    <a:lnTo>
                      <a:pt x="253" y="178"/>
                    </a:lnTo>
                    <a:lnTo>
                      <a:pt x="249" y="188"/>
                    </a:lnTo>
                    <a:lnTo>
                      <a:pt x="245" y="191"/>
                    </a:lnTo>
                    <a:lnTo>
                      <a:pt x="236" y="192"/>
                    </a:lnTo>
                    <a:lnTo>
                      <a:pt x="228" y="195"/>
                    </a:lnTo>
                    <a:lnTo>
                      <a:pt x="230" y="207"/>
                    </a:lnTo>
                    <a:lnTo>
                      <a:pt x="235" y="218"/>
                    </a:lnTo>
                    <a:lnTo>
                      <a:pt x="228" y="229"/>
                    </a:lnTo>
                    <a:lnTo>
                      <a:pt x="228" y="240"/>
                    </a:lnTo>
                    <a:lnTo>
                      <a:pt x="223" y="245"/>
                    </a:lnTo>
                    <a:lnTo>
                      <a:pt x="219" y="249"/>
                    </a:lnTo>
                    <a:lnTo>
                      <a:pt x="217" y="266"/>
                    </a:lnTo>
                    <a:lnTo>
                      <a:pt x="211" y="273"/>
                    </a:lnTo>
                    <a:lnTo>
                      <a:pt x="197" y="278"/>
                    </a:lnTo>
                    <a:lnTo>
                      <a:pt x="185" y="278"/>
                    </a:lnTo>
                    <a:lnTo>
                      <a:pt x="174" y="278"/>
                    </a:lnTo>
                    <a:lnTo>
                      <a:pt x="164" y="279"/>
                    </a:lnTo>
                    <a:lnTo>
                      <a:pt x="165" y="300"/>
                    </a:lnTo>
                    <a:lnTo>
                      <a:pt x="29" y="255"/>
                    </a:lnTo>
                    <a:lnTo>
                      <a:pt x="40" y="228"/>
                    </a:lnTo>
                    <a:lnTo>
                      <a:pt x="37" y="208"/>
                    </a:lnTo>
                    <a:lnTo>
                      <a:pt x="0" y="170"/>
                    </a:lnTo>
                    <a:lnTo>
                      <a:pt x="0" y="68"/>
                    </a:lnTo>
                    <a:lnTo>
                      <a:pt x="26" y="40"/>
                    </a:lnTo>
                    <a:lnTo>
                      <a:pt x="57" y="26"/>
                    </a:lnTo>
                    <a:lnTo>
                      <a:pt x="78" y="2"/>
                    </a:lnTo>
                    <a:lnTo>
                      <a:pt x="101" y="0"/>
                    </a:lnTo>
                    <a:lnTo>
                      <a:pt x="131" y="7"/>
                    </a:lnTo>
                    <a:lnTo>
                      <a:pt x="155" y="12"/>
                    </a:lnTo>
                    <a:lnTo>
                      <a:pt x="173" y="22"/>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1" name="Google Shape;731;p6"/>
              <p:cNvSpPr/>
              <p:nvPr/>
            </p:nvSpPr>
            <p:spPr>
              <a:xfrm>
                <a:off x="1219" y="2464"/>
                <a:ext cx="219" cy="220"/>
              </a:xfrm>
              <a:custGeom>
                <a:rect b="b" l="l" r="r" t="t"/>
                <a:pathLst>
                  <a:path extrusionOk="0" h="220" w="219">
                    <a:moveTo>
                      <a:pt x="178" y="48"/>
                    </a:moveTo>
                    <a:lnTo>
                      <a:pt x="167" y="52"/>
                    </a:lnTo>
                    <a:lnTo>
                      <a:pt x="157" y="57"/>
                    </a:lnTo>
                    <a:lnTo>
                      <a:pt x="147" y="72"/>
                    </a:lnTo>
                    <a:lnTo>
                      <a:pt x="148" y="86"/>
                    </a:lnTo>
                    <a:lnTo>
                      <a:pt x="152" y="96"/>
                    </a:lnTo>
                    <a:lnTo>
                      <a:pt x="159" y="112"/>
                    </a:lnTo>
                    <a:lnTo>
                      <a:pt x="157" y="125"/>
                    </a:lnTo>
                    <a:lnTo>
                      <a:pt x="154" y="145"/>
                    </a:lnTo>
                    <a:lnTo>
                      <a:pt x="136" y="145"/>
                    </a:lnTo>
                    <a:lnTo>
                      <a:pt x="137" y="124"/>
                    </a:lnTo>
                    <a:lnTo>
                      <a:pt x="128" y="115"/>
                    </a:lnTo>
                    <a:lnTo>
                      <a:pt x="112" y="115"/>
                    </a:lnTo>
                    <a:lnTo>
                      <a:pt x="95" y="119"/>
                    </a:lnTo>
                    <a:lnTo>
                      <a:pt x="91" y="133"/>
                    </a:lnTo>
                    <a:lnTo>
                      <a:pt x="89" y="152"/>
                    </a:lnTo>
                    <a:lnTo>
                      <a:pt x="91" y="167"/>
                    </a:lnTo>
                    <a:lnTo>
                      <a:pt x="91" y="178"/>
                    </a:lnTo>
                    <a:lnTo>
                      <a:pt x="90" y="189"/>
                    </a:lnTo>
                    <a:lnTo>
                      <a:pt x="79" y="200"/>
                    </a:lnTo>
                    <a:lnTo>
                      <a:pt x="71" y="205"/>
                    </a:lnTo>
                    <a:lnTo>
                      <a:pt x="51" y="219"/>
                    </a:lnTo>
                    <a:lnTo>
                      <a:pt x="14" y="180"/>
                    </a:lnTo>
                    <a:lnTo>
                      <a:pt x="4" y="150"/>
                    </a:lnTo>
                    <a:lnTo>
                      <a:pt x="0" y="98"/>
                    </a:lnTo>
                    <a:lnTo>
                      <a:pt x="3" y="66"/>
                    </a:lnTo>
                    <a:lnTo>
                      <a:pt x="15" y="34"/>
                    </a:lnTo>
                    <a:lnTo>
                      <a:pt x="26" y="23"/>
                    </a:lnTo>
                    <a:lnTo>
                      <a:pt x="41" y="12"/>
                    </a:lnTo>
                    <a:lnTo>
                      <a:pt x="68" y="3"/>
                    </a:lnTo>
                    <a:lnTo>
                      <a:pt x="125" y="0"/>
                    </a:lnTo>
                    <a:lnTo>
                      <a:pt x="158" y="5"/>
                    </a:lnTo>
                    <a:lnTo>
                      <a:pt x="193" y="14"/>
                    </a:lnTo>
                    <a:lnTo>
                      <a:pt x="216" y="27"/>
                    </a:lnTo>
                    <a:lnTo>
                      <a:pt x="218" y="43"/>
                    </a:lnTo>
                    <a:lnTo>
                      <a:pt x="205" y="51"/>
                    </a:lnTo>
                    <a:lnTo>
                      <a:pt x="178" y="4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2" name="Google Shape;732;p6"/>
              <p:cNvSpPr/>
              <p:nvPr/>
            </p:nvSpPr>
            <p:spPr>
              <a:xfrm>
                <a:off x="1225" y="2472"/>
                <a:ext cx="207" cy="205"/>
              </a:xfrm>
              <a:custGeom>
                <a:rect b="b" l="l" r="r" t="t"/>
                <a:pathLst>
                  <a:path extrusionOk="0" h="205" w="207">
                    <a:moveTo>
                      <a:pt x="195" y="16"/>
                    </a:moveTo>
                    <a:lnTo>
                      <a:pt x="206" y="22"/>
                    </a:lnTo>
                    <a:lnTo>
                      <a:pt x="202" y="39"/>
                    </a:lnTo>
                    <a:lnTo>
                      <a:pt x="186" y="36"/>
                    </a:lnTo>
                    <a:lnTo>
                      <a:pt x="156" y="38"/>
                    </a:lnTo>
                    <a:lnTo>
                      <a:pt x="144" y="33"/>
                    </a:lnTo>
                    <a:lnTo>
                      <a:pt x="127" y="28"/>
                    </a:lnTo>
                    <a:lnTo>
                      <a:pt x="113" y="27"/>
                    </a:lnTo>
                    <a:lnTo>
                      <a:pt x="95" y="28"/>
                    </a:lnTo>
                    <a:lnTo>
                      <a:pt x="120" y="32"/>
                    </a:lnTo>
                    <a:lnTo>
                      <a:pt x="133" y="35"/>
                    </a:lnTo>
                    <a:lnTo>
                      <a:pt x="142" y="38"/>
                    </a:lnTo>
                    <a:lnTo>
                      <a:pt x="144" y="39"/>
                    </a:lnTo>
                    <a:lnTo>
                      <a:pt x="138" y="42"/>
                    </a:lnTo>
                    <a:lnTo>
                      <a:pt x="133" y="47"/>
                    </a:lnTo>
                    <a:lnTo>
                      <a:pt x="124" y="42"/>
                    </a:lnTo>
                    <a:lnTo>
                      <a:pt x="117" y="40"/>
                    </a:lnTo>
                    <a:lnTo>
                      <a:pt x="101" y="37"/>
                    </a:lnTo>
                    <a:lnTo>
                      <a:pt x="96" y="37"/>
                    </a:lnTo>
                    <a:lnTo>
                      <a:pt x="112" y="43"/>
                    </a:lnTo>
                    <a:lnTo>
                      <a:pt x="123" y="48"/>
                    </a:lnTo>
                    <a:lnTo>
                      <a:pt x="129" y="54"/>
                    </a:lnTo>
                    <a:lnTo>
                      <a:pt x="124" y="59"/>
                    </a:lnTo>
                    <a:lnTo>
                      <a:pt x="112" y="54"/>
                    </a:lnTo>
                    <a:lnTo>
                      <a:pt x="101" y="52"/>
                    </a:lnTo>
                    <a:lnTo>
                      <a:pt x="120" y="62"/>
                    </a:lnTo>
                    <a:lnTo>
                      <a:pt x="126" y="66"/>
                    </a:lnTo>
                    <a:lnTo>
                      <a:pt x="129" y="75"/>
                    </a:lnTo>
                    <a:lnTo>
                      <a:pt x="132" y="80"/>
                    </a:lnTo>
                    <a:lnTo>
                      <a:pt x="120" y="74"/>
                    </a:lnTo>
                    <a:lnTo>
                      <a:pt x="110" y="72"/>
                    </a:lnTo>
                    <a:lnTo>
                      <a:pt x="93" y="71"/>
                    </a:lnTo>
                    <a:lnTo>
                      <a:pt x="118" y="79"/>
                    </a:lnTo>
                    <a:lnTo>
                      <a:pt x="134" y="85"/>
                    </a:lnTo>
                    <a:lnTo>
                      <a:pt x="144" y="90"/>
                    </a:lnTo>
                    <a:lnTo>
                      <a:pt x="145" y="99"/>
                    </a:lnTo>
                    <a:lnTo>
                      <a:pt x="133" y="93"/>
                    </a:lnTo>
                    <a:lnTo>
                      <a:pt x="116" y="88"/>
                    </a:lnTo>
                    <a:lnTo>
                      <a:pt x="108" y="88"/>
                    </a:lnTo>
                    <a:lnTo>
                      <a:pt x="126" y="94"/>
                    </a:lnTo>
                    <a:lnTo>
                      <a:pt x="142" y="100"/>
                    </a:lnTo>
                    <a:lnTo>
                      <a:pt x="146" y="106"/>
                    </a:lnTo>
                    <a:lnTo>
                      <a:pt x="144" y="111"/>
                    </a:lnTo>
                    <a:lnTo>
                      <a:pt x="133" y="107"/>
                    </a:lnTo>
                    <a:lnTo>
                      <a:pt x="122" y="102"/>
                    </a:lnTo>
                    <a:lnTo>
                      <a:pt x="100" y="101"/>
                    </a:lnTo>
                    <a:lnTo>
                      <a:pt x="91" y="102"/>
                    </a:lnTo>
                    <a:lnTo>
                      <a:pt x="71" y="104"/>
                    </a:lnTo>
                    <a:lnTo>
                      <a:pt x="46" y="100"/>
                    </a:lnTo>
                    <a:lnTo>
                      <a:pt x="62" y="106"/>
                    </a:lnTo>
                    <a:lnTo>
                      <a:pt x="87" y="110"/>
                    </a:lnTo>
                    <a:lnTo>
                      <a:pt x="82" y="119"/>
                    </a:lnTo>
                    <a:lnTo>
                      <a:pt x="64" y="115"/>
                    </a:lnTo>
                    <a:lnTo>
                      <a:pt x="45" y="109"/>
                    </a:lnTo>
                    <a:lnTo>
                      <a:pt x="35" y="102"/>
                    </a:lnTo>
                    <a:lnTo>
                      <a:pt x="56" y="119"/>
                    </a:lnTo>
                    <a:lnTo>
                      <a:pt x="70" y="123"/>
                    </a:lnTo>
                    <a:lnTo>
                      <a:pt x="82" y="127"/>
                    </a:lnTo>
                    <a:lnTo>
                      <a:pt x="80" y="136"/>
                    </a:lnTo>
                    <a:lnTo>
                      <a:pt x="64" y="133"/>
                    </a:lnTo>
                    <a:lnTo>
                      <a:pt x="50" y="129"/>
                    </a:lnTo>
                    <a:lnTo>
                      <a:pt x="58" y="135"/>
                    </a:lnTo>
                    <a:lnTo>
                      <a:pt x="73" y="139"/>
                    </a:lnTo>
                    <a:lnTo>
                      <a:pt x="80" y="140"/>
                    </a:lnTo>
                    <a:lnTo>
                      <a:pt x="80" y="160"/>
                    </a:lnTo>
                    <a:lnTo>
                      <a:pt x="64" y="153"/>
                    </a:lnTo>
                    <a:lnTo>
                      <a:pt x="52" y="148"/>
                    </a:lnTo>
                    <a:lnTo>
                      <a:pt x="65" y="159"/>
                    </a:lnTo>
                    <a:lnTo>
                      <a:pt x="83" y="166"/>
                    </a:lnTo>
                    <a:lnTo>
                      <a:pt x="82" y="174"/>
                    </a:lnTo>
                    <a:lnTo>
                      <a:pt x="72" y="185"/>
                    </a:lnTo>
                    <a:lnTo>
                      <a:pt x="64" y="174"/>
                    </a:lnTo>
                    <a:lnTo>
                      <a:pt x="52" y="160"/>
                    </a:lnTo>
                    <a:lnTo>
                      <a:pt x="44" y="145"/>
                    </a:lnTo>
                    <a:lnTo>
                      <a:pt x="52" y="167"/>
                    </a:lnTo>
                    <a:lnTo>
                      <a:pt x="58" y="174"/>
                    </a:lnTo>
                    <a:lnTo>
                      <a:pt x="70" y="190"/>
                    </a:lnTo>
                    <a:lnTo>
                      <a:pt x="62" y="199"/>
                    </a:lnTo>
                    <a:lnTo>
                      <a:pt x="47" y="188"/>
                    </a:lnTo>
                    <a:lnTo>
                      <a:pt x="39" y="174"/>
                    </a:lnTo>
                    <a:lnTo>
                      <a:pt x="29" y="159"/>
                    </a:lnTo>
                    <a:lnTo>
                      <a:pt x="37" y="181"/>
                    </a:lnTo>
                    <a:lnTo>
                      <a:pt x="45" y="191"/>
                    </a:lnTo>
                    <a:lnTo>
                      <a:pt x="54" y="200"/>
                    </a:lnTo>
                    <a:lnTo>
                      <a:pt x="46" y="204"/>
                    </a:lnTo>
                    <a:lnTo>
                      <a:pt x="29" y="190"/>
                    </a:lnTo>
                    <a:lnTo>
                      <a:pt x="13" y="166"/>
                    </a:lnTo>
                    <a:lnTo>
                      <a:pt x="7" y="148"/>
                    </a:lnTo>
                    <a:lnTo>
                      <a:pt x="3" y="116"/>
                    </a:lnTo>
                    <a:lnTo>
                      <a:pt x="0" y="93"/>
                    </a:lnTo>
                    <a:lnTo>
                      <a:pt x="1" y="70"/>
                    </a:lnTo>
                    <a:lnTo>
                      <a:pt x="15" y="71"/>
                    </a:lnTo>
                    <a:lnTo>
                      <a:pt x="36" y="79"/>
                    </a:lnTo>
                    <a:lnTo>
                      <a:pt x="65" y="87"/>
                    </a:lnTo>
                    <a:lnTo>
                      <a:pt x="39" y="75"/>
                    </a:lnTo>
                    <a:lnTo>
                      <a:pt x="28" y="69"/>
                    </a:lnTo>
                    <a:lnTo>
                      <a:pt x="4" y="61"/>
                    </a:lnTo>
                    <a:lnTo>
                      <a:pt x="8" y="45"/>
                    </a:lnTo>
                    <a:lnTo>
                      <a:pt x="14" y="30"/>
                    </a:lnTo>
                    <a:lnTo>
                      <a:pt x="40" y="37"/>
                    </a:lnTo>
                    <a:lnTo>
                      <a:pt x="61" y="46"/>
                    </a:lnTo>
                    <a:lnTo>
                      <a:pt x="42" y="33"/>
                    </a:lnTo>
                    <a:lnTo>
                      <a:pt x="19" y="24"/>
                    </a:lnTo>
                    <a:lnTo>
                      <a:pt x="38" y="9"/>
                    </a:lnTo>
                    <a:lnTo>
                      <a:pt x="52" y="3"/>
                    </a:lnTo>
                    <a:lnTo>
                      <a:pt x="86" y="0"/>
                    </a:lnTo>
                    <a:lnTo>
                      <a:pt x="126" y="1"/>
                    </a:lnTo>
                    <a:lnTo>
                      <a:pt x="155" y="5"/>
                    </a:lnTo>
                    <a:lnTo>
                      <a:pt x="195" y="16"/>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33" name="Google Shape;733;p6"/>
              <p:cNvGrpSpPr/>
              <p:nvPr/>
            </p:nvGrpSpPr>
            <p:grpSpPr>
              <a:xfrm>
                <a:off x="1314" y="2578"/>
                <a:ext cx="157" cy="153"/>
                <a:chOff x="1314" y="2578"/>
                <a:chExt cx="157" cy="153"/>
              </a:xfrm>
            </p:grpSpPr>
            <p:sp>
              <p:nvSpPr>
                <p:cNvPr id="734" name="Google Shape;734;p6"/>
                <p:cNvSpPr/>
                <p:nvPr/>
              </p:nvSpPr>
              <p:spPr>
                <a:xfrm>
                  <a:off x="1463" y="2661"/>
                  <a:ext cx="8" cy="5"/>
                </a:xfrm>
                <a:custGeom>
                  <a:rect b="b" l="l" r="r" t="t"/>
                  <a:pathLst>
                    <a:path extrusionOk="0" h="5" w="8">
                      <a:moveTo>
                        <a:pt x="7" y="2"/>
                      </a:moveTo>
                      <a:lnTo>
                        <a:pt x="6" y="1"/>
                      </a:lnTo>
                      <a:lnTo>
                        <a:pt x="2" y="1"/>
                      </a:lnTo>
                      <a:lnTo>
                        <a:pt x="0" y="0"/>
                      </a:lnTo>
                      <a:lnTo>
                        <a:pt x="0" y="3"/>
                      </a:lnTo>
                      <a:lnTo>
                        <a:pt x="2" y="4"/>
                      </a:lnTo>
                      <a:lnTo>
                        <a:pt x="7"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5" name="Google Shape;735;p6"/>
                <p:cNvSpPr/>
                <p:nvPr/>
              </p:nvSpPr>
              <p:spPr>
                <a:xfrm>
                  <a:off x="1450" y="2653"/>
                  <a:ext cx="2" cy="8"/>
                </a:xfrm>
                <a:custGeom>
                  <a:rect b="b" l="l" r="r" t="t"/>
                  <a:pathLst>
                    <a:path extrusionOk="0" h="8" w="2">
                      <a:moveTo>
                        <a:pt x="1" y="0"/>
                      </a:moveTo>
                      <a:lnTo>
                        <a:pt x="0" y="1"/>
                      </a:lnTo>
                      <a:lnTo>
                        <a:pt x="0" y="4"/>
                      </a:lnTo>
                      <a:lnTo>
                        <a:pt x="1" y="7"/>
                      </a:lnTo>
                      <a:lnTo>
                        <a:pt x="0" y="7"/>
                      </a:lnTo>
                      <a:lnTo>
                        <a:pt x="0" y="4"/>
                      </a:lnTo>
                      <a:lnTo>
                        <a:pt x="0" y="1"/>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6" name="Google Shape;736;p6"/>
                <p:cNvSpPr/>
                <p:nvPr/>
              </p:nvSpPr>
              <p:spPr>
                <a:xfrm>
                  <a:off x="1421" y="2599"/>
                  <a:ext cx="22" cy="12"/>
                </a:xfrm>
                <a:custGeom>
                  <a:rect b="b" l="l" r="r" t="t"/>
                  <a:pathLst>
                    <a:path extrusionOk="0" h="12" w="22">
                      <a:moveTo>
                        <a:pt x="21" y="0"/>
                      </a:moveTo>
                      <a:lnTo>
                        <a:pt x="18" y="1"/>
                      </a:lnTo>
                      <a:lnTo>
                        <a:pt x="17" y="6"/>
                      </a:lnTo>
                      <a:lnTo>
                        <a:pt x="17" y="7"/>
                      </a:lnTo>
                      <a:lnTo>
                        <a:pt x="17" y="9"/>
                      </a:lnTo>
                      <a:lnTo>
                        <a:pt x="19" y="11"/>
                      </a:lnTo>
                      <a:lnTo>
                        <a:pt x="15" y="7"/>
                      </a:lnTo>
                      <a:lnTo>
                        <a:pt x="12" y="7"/>
                      </a:lnTo>
                      <a:lnTo>
                        <a:pt x="7" y="6"/>
                      </a:lnTo>
                      <a:lnTo>
                        <a:pt x="0" y="5"/>
                      </a:lnTo>
                      <a:lnTo>
                        <a:pt x="7" y="2"/>
                      </a:lnTo>
                      <a:lnTo>
                        <a:pt x="2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7" name="Google Shape;737;p6"/>
                <p:cNvSpPr/>
                <p:nvPr/>
              </p:nvSpPr>
              <p:spPr>
                <a:xfrm>
                  <a:off x="1401" y="2578"/>
                  <a:ext cx="48" cy="5"/>
                </a:xfrm>
                <a:custGeom>
                  <a:rect b="b" l="l" r="r" t="t"/>
                  <a:pathLst>
                    <a:path extrusionOk="0" h="5" w="48">
                      <a:moveTo>
                        <a:pt x="47" y="2"/>
                      </a:moveTo>
                      <a:lnTo>
                        <a:pt x="45" y="4"/>
                      </a:lnTo>
                      <a:lnTo>
                        <a:pt x="40" y="4"/>
                      </a:lnTo>
                      <a:lnTo>
                        <a:pt x="32" y="3"/>
                      </a:lnTo>
                      <a:lnTo>
                        <a:pt x="23" y="2"/>
                      </a:lnTo>
                      <a:lnTo>
                        <a:pt x="7" y="2"/>
                      </a:lnTo>
                      <a:lnTo>
                        <a:pt x="0" y="2"/>
                      </a:lnTo>
                      <a:lnTo>
                        <a:pt x="12" y="1"/>
                      </a:lnTo>
                      <a:lnTo>
                        <a:pt x="21" y="1"/>
                      </a:lnTo>
                      <a:lnTo>
                        <a:pt x="19" y="0"/>
                      </a:lnTo>
                      <a:lnTo>
                        <a:pt x="27" y="1"/>
                      </a:lnTo>
                      <a:lnTo>
                        <a:pt x="26" y="0"/>
                      </a:lnTo>
                      <a:lnTo>
                        <a:pt x="33" y="1"/>
                      </a:lnTo>
                      <a:lnTo>
                        <a:pt x="39" y="1"/>
                      </a:lnTo>
                      <a:lnTo>
                        <a:pt x="47"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38" name="Google Shape;738;p6"/>
                <p:cNvGrpSpPr/>
                <p:nvPr/>
              </p:nvGrpSpPr>
              <p:grpSpPr>
                <a:xfrm>
                  <a:off x="1314" y="2590"/>
                  <a:ext cx="38" cy="66"/>
                  <a:chOff x="1314" y="2590"/>
                  <a:chExt cx="38" cy="66"/>
                </a:xfrm>
              </p:grpSpPr>
              <p:sp>
                <p:nvSpPr>
                  <p:cNvPr id="739" name="Google Shape;739;p6"/>
                  <p:cNvSpPr/>
                  <p:nvPr/>
                </p:nvSpPr>
                <p:spPr>
                  <a:xfrm>
                    <a:off x="1324" y="2599"/>
                    <a:ext cx="21" cy="46"/>
                  </a:xfrm>
                  <a:custGeom>
                    <a:rect b="b" l="l" r="r" t="t"/>
                    <a:pathLst>
                      <a:path extrusionOk="0" h="46" w="21">
                        <a:moveTo>
                          <a:pt x="20" y="8"/>
                        </a:moveTo>
                        <a:lnTo>
                          <a:pt x="14" y="3"/>
                        </a:lnTo>
                        <a:lnTo>
                          <a:pt x="6" y="4"/>
                        </a:lnTo>
                        <a:lnTo>
                          <a:pt x="3" y="12"/>
                        </a:lnTo>
                        <a:lnTo>
                          <a:pt x="1" y="22"/>
                        </a:lnTo>
                        <a:lnTo>
                          <a:pt x="3" y="30"/>
                        </a:lnTo>
                        <a:lnTo>
                          <a:pt x="5" y="37"/>
                        </a:lnTo>
                        <a:lnTo>
                          <a:pt x="9" y="26"/>
                        </a:lnTo>
                        <a:lnTo>
                          <a:pt x="12" y="21"/>
                        </a:lnTo>
                        <a:lnTo>
                          <a:pt x="19" y="17"/>
                        </a:lnTo>
                        <a:lnTo>
                          <a:pt x="13" y="25"/>
                        </a:lnTo>
                        <a:lnTo>
                          <a:pt x="8" y="31"/>
                        </a:lnTo>
                        <a:lnTo>
                          <a:pt x="7" y="37"/>
                        </a:lnTo>
                        <a:lnTo>
                          <a:pt x="9" y="44"/>
                        </a:lnTo>
                        <a:lnTo>
                          <a:pt x="13" y="45"/>
                        </a:lnTo>
                        <a:lnTo>
                          <a:pt x="4" y="43"/>
                        </a:lnTo>
                        <a:lnTo>
                          <a:pt x="0" y="33"/>
                        </a:lnTo>
                        <a:lnTo>
                          <a:pt x="0" y="21"/>
                        </a:lnTo>
                        <a:lnTo>
                          <a:pt x="0" y="9"/>
                        </a:lnTo>
                        <a:lnTo>
                          <a:pt x="5" y="2"/>
                        </a:lnTo>
                        <a:lnTo>
                          <a:pt x="11" y="0"/>
                        </a:lnTo>
                        <a:lnTo>
                          <a:pt x="17" y="1"/>
                        </a:lnTo>
                        <a:lnTo>
                          <a:pt x="20" y="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0" name="Google Shape;740;p6"/>
                  <p:cNvSpPr/>
                  <p:nvPr/>
                </p:nvSpPr>
                <p:spPr>
                  <a:xfrm>
                    <a:off x="1314" y="2590"/>
                    <a:ext cx="38" cy="66"/>
                  </a:xfrm>
                  <a:custGeom>
                    <a:rect b="b" l="l" r="r" t="t"/>
                    <a:pathLst>
                      <a:path extrusionOk="0" h="66" w="38">
                        <a:moveTo>
                          <a:pt x="37" y="16"/>
                        </a:moveTo>
                        <a:lnTo>
                          <a:pt x="32" y="6"/>
                        </a:lnTo>
                        <a:lnTo>
                          <a:pt x="22" y="4"/>
                        </a:lnTo>
                        <a:lnTo>
                          <a:pt x="10" y="5"/>
                        </a:lnTo>
                        <a:lnTo>
                          <a:pt x="6" y="11"/>
                        </a:lnTo>
                        <a:lnTo>
                          <a:pt x="3" y="20"/>
                        </a:lnTo>
                        <a:lnTo>
                          <a:pt x="3" y="28"/>
                        </a:lnTo>
                        <a:lnTo>
                          <a:pt x="5" y="34"/>
                        </a:lnTo>
                        <a:lnTo>
                          <a:pt x="5" y="41"/>
                        </a:lnTo>
                        <a:lnTo>
                          <a:pt x="7" y="50"/>
                        </a:lnTo>
                        <a:lnTo>
                          <a:pt x="15" y="59"/>
                        </a:lnTo>
                        <a:lnTo>
                          <a:pt x="24" y="58"/>
                        </a:lnTo>
                        <a:lnTo>
                          <a:pt x="32" y="55"/>
                        </a:lnTo>
                        <a:lnTo>
                          <a:pt x="32" y="61"/>
                        </a:lnTo>
                        <a:lnTo>
                          <a:pt x="24" y="65"/>
                        </a:lnTo>
                        <a:lnTo>
                          <a:pt x="16" y="63"/>
                        </a:lnTo>
                        <a:lnTo>
                          <a:pt x="8" y="60"/>
                        </a:lnTo>
                        <a:lnTo>
                          <a:pt x="2" y="52"/>
                        </a:lnTo>
                        <a:lnTo>
                          <a:pt x="2" y="37"/>
                        </a:lnTo>
                        <a:lnTo>
                          <a:pt x="0" y="26"/>
                        </a:lnTo>
                        <a:lnTo>
                          <a:pt x="0" y="18"/>
                        </a:lnTo>
                        <a:lnTo>
                          <a:pt x="3" y="10"/>
                        </a:lnTo>
                        <a:lnTo>
                          <a:pt x="7" y="4"/>
                        </a:lnTo>
                        <a:lnTo>
                          <a:pt x="17" y="0"/>
                        </a:lnTo>
                        <a:lnTo>
                          <a:pt x="32" y="3"/>
                        </a:lnTo>
                        <a:lnTo>
                          <a:pt x="37" y="6"/>
                        </a:lnTo>
                        <a:lnTo>
                          <a:pt x="37" y="1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741" name="Google Shape;741;p6"/>
                <p:cNvSpPr/>
                <p:nvPr/>
              </p:nvSpPr>
              <p:spPr>
                <a:xfrm>
                  <a:off x="1449" y="2699"/>
                  <a:ext cx="13" cy="5"/>
                </a:xfrm>
                <a:custGeom>
                  <a:rect b="b" l="l" r="r" t="t"/>
                  <a:pathLst>
                    <a:path extrusionOk="0" h="5" w="13">
                      <a:moveTo>
                        <a:pt x="12" y="0"/>
                      </a:moveTo>
                      <a:lnTo>
                        <a:pt x="8" y="1"/>
                      </a:lnTo>
                      <a:lnTo>
                        <a:pt x="5" y="2"/>
                      </a:lnTo>
                      <a:lnTo>
                        <a:pt x="2" y="3"/>
                      </a:lnTo>
                      <a:lnTo>
                        <a:pt x="0" y="4"/>
                      </a:lnTo>
                      <a:lnTo>
                        <a:pt x="4" y="4"/>
                      </a:lnTo>
                      <a:lnTo>
                        <a:pt x="8" y="3"/>
                      </a:lnTo>
                      <a:lnTo>
                        <a:pt x="1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2" name="Google Shape;742;p6"/>
                <p:cNvSpPr/>
                <p:nvPr/>
              </p:nvSpPr>
              <p:spPr>
                <a:xfrm>
                  <a:off x="1424" y="2616"/>
                  <a:ext cx="11" cy="1"/>
                </a:xfrm>
                <a:custGeom>
                  <a:rect b="b" l="l" r="r" t="t"/>
                  <a:pathLst>
                    <a:path extrusionOk="0" h="1" w="11">
                      <a:moveTo>
                        <a:pt x="10" y="0"/>
                      </a:moveTo>
                      <a:lnTo>
                        <a:pt x="8" y="0"/>
                      </a:lnTo>
                      <a:lnTo>
                        <a:pt x="3" y="0"/>
                      </a:lnTo>
                      <a:lnTo>
                        <a:pt x="0" y="0"/>
                      </a:lnTo>
                      <a:lnTo>
                        <a:pt x="4" y="0"/>
                      </a:lnTo>
                      <a:lnTo>
                        <a:pt x="9" y="0"/>
                      </a:lnTo>
                      <a:lnTo>
                        <a:pt x="1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3" name="Google Shape;743;p6"/>
                <p:cNvSpPr/>
                <p:nvPr/>
              </p:nvSpPr>
              <p:spPr>
                <a:xfrm>
                  <a:off x="1427" y="2593"/>
                  <a:ext cx="16" cy="4"/>
                </a:xfrm>
                <a:custGeom>
                  <a:rect b="b" l="l" r="r" t="t"/>
                  <a:pathLst>
                    <a:path extrusionOk="0" h="4" w="16">
                      <a:moveTo>
                        <a:pt x="15" y="2"/>
                      </a:moveTo>
                      <a:lnTo>
                        <a:pt x="7" y="3"/>
                      </a:lnTo>
                      <a:lnTo>
                        <a:pt x="0" y="0"/>
                      </a:lnTo>
                      <a:lnTo>
                        <a:pt x="8" y="2"/>
                      </a:lnTo>
                      <a:lnTo>
                        <a:pt x="15"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4" name="Google Shape;744;p6"/>
                <p:cNvSpPr/>
                <p:nvPr/>
              </p:nvSpPr>
              <p:spPr>
                <a:xfrm>
                  <a:off x="1405" y="2607"/>
                  <a:ext cx="7" cy="1"/>
                </a:xfrm>
                <a:custGeom>
                  <a:rect b="b" l="l" r="r" t="t"/>
                  <a:pathLst>
                    <a:path extrusionOk="0" h="1" w="7">
                      <a:moveTo>
                        <a:pt x="6" y="0"/>
                      </a:moveTo>
                      <a:lnTo>
                        <a:pt x="4" y="0"/>
                      </a:lnTo>
                      <a:lnTo>
                        <a:pt x="2" y="0"/>
                      </a:lnTo>
                      <a:lnTo>
                        <a:pt x="4" y="0"/>
                      </a:lnTo>
                      <a:lnTo>
                        <a:pt x="3" y="0"/>
                      </a:lnTo>
                      <a:lnTo>
                        <a:pt x="0" y="0"/>
                      </a:lnTo>
                      <a:lnTo>
                        <a:pt x="4" y="0"/>
                      </a:lnTo>
                      <a:lnTo>
                        <a:pt x="3" y="0"/>
                      </a:lnTo>
                      <a:lnTo>
                        <a:pt x="0" y="0"/>
                      </a:lnTo>
                      <a:lnTo>
                        <a:pt x="6"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5" name="Google Shape;745;p6"/>
                <p:cNvSpPr/>
                <p:nvPr/>
              </p:nvSpPr>
              <p:spPr>
                <a:xfrm>
                  <a:off x="1439" y="2654"/>
                  <a:ext cx="6" cy="31"/>
                </a:xfrm>
                <a:custGeom>
                  <a:rect b="b" l="l" r="r" t="t"/>
                  <a:pathLst>
                    <a:path extrusionOk="0" h="31" w="6">
                      <a:moveTo>
                        <a:pt x="5" y="0"/>
                      </a:moveTo>
                      <a:lnTo>
                        <a:pt x="5" y="6"/>
                      </a:lnTo>
                      <a:lnTo>
                        <a:pt x="2" y="15"/>
                      </a:lnTo>
                      <a:lnTo>
                        <a:pt x="0" y="30"/>
                      </a:lnTo>
                      <a:lnTo>
                        <a:pt x="0" y="20"/>
                      </a:lnTo>
                      <a:lnTo>
                        <a:pt x="1" y="14"/>
                      </a:lnTo>
                      <a:lnTo>
                        <a:pt x="2" y="8"/>
                      </a:lnTo>
                      <a:lnTo>
                        <a:pt x="5"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6" name="Google Shape;746;p6"/>
                <p:cNvSpPr/>
                <p:nvPr/>
              </p:nvSpPr>
              <p:spPr>
                <a:xfrm>
                  <a:off x="1343" y="2682"/>
                  <a:ext cx="32" cy="49"/>
                </a:xfrm>
                <a:custGeom>
                  <a:rect b="b" l="l" r="r" t="t"/>
                  <a:pathLst>
                    <a:path extrusionOk="0" h="49" w="32">
                      <a:moveTo>
                        <a:pt x="0" y="0"/>
                      </a:moveTo>
                      <a:lnTo>
                        <a:pt x="2" y="20"/>
                      </a:lnTo>
                      <a:lnTo>
                        <a:pt x="10" y="32"/>
                      </a:lnTo>
                      <a:lnTo>
                        <a:pt x="22" y="42"/>
                      </a:lnTo>
                      <a:lnTo>
                        <a:pt x="31" y="48"/>
                      </a:lnTo>
                      <a:lnTo>
                        <a:pt x="17" y="42"/>
                      </a:lnTo>
                      <a:lnTo>
                        <a:pt x="5" y="33"/>
                      </a:lnTo>
                      <a:lnTo>
                        <a:pt x="0" y="27"/>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747" name="Google Shape;747;p6"/>
            <p:cNvGrpSpPr/>
            <p:nvPr/>
          </p:nvGrpSpPr>
          <p:grpSpPr>
            <a:xfrm>
              <a:off x="1168" y="3486"/>
              <a:ext cx="573" cy="208"/>
              <a:chOff x="1168" y="3486"/>
              <a:chExt cx="573" cy="208"/>
            </a:xfrm>
          </p:grpSpPr>
          <p:sp>
            <p:nvSpPr>
              <p:cNvPr id="748" name="Google Shape;748;p6"/>
              <p:cNvSpPr/>
              <p:nvPr/>
            </p:nvSpPr>
            <p:spPr>
              <a:xfrm>
                <a:off x="1168" y="3486"/>
                <a:ext cx="573" cy="208"/>
              </a:xfrm>
              <a:custGeom>
                <a:rect b="b" l="l" r="r" t="t"/>
                <a:pathLst>
                  <a:path extrusionOk="0" h="208" w="573">
                    <a:moveTo>
                      <a:pt x="572" y="108"/>
                    </a:moveTo>
                    <a:lnTo>
                      <a:pt x="569" y="171"/>
                    </a:lnTo>
                    <a:lnTo>
                      <a:pt x="380" y="207"/>
                    </a:lnTo>
                    <a:lnTo>
                      <a:pt x="173" y="207"/>
                    </a:lnTo>
                    <a:lnTo>
                      <a:pt x="9" y="154"/>
                    </a:lnTo>
                    <a:lnTo>
                      <a:pt x="0" y="5"/>
                    </a:lnTo>
                    <a:lnTo>
                      <a:pt x="323" y="0"/>
                    </a:lnTo>
                    <a:lnTo>
                      <a:pt x="572" y="108"/>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9" name="Google Shape;749;p6"/>
              <p:cNvSpPr/>
              <p:nvPr/>
            </p:nvSpPr>
            <p:spPr>
              <a:xfrm>
                <a:off x="1180" y="3564"/>
                <a:ext cx="541" cy="113"/>
              </a:xfrm>
              <a:custGeom>
                <a:rect b="b" l="l" r="r" t="t"/>
                <a:pathLst>
                  <a:path extrusionOk="0" h="113" w="541">
                    <a:moveTo>
                      <a:pt x="540" y="38"/>
                    </a:moveTo>
                    <a:lnTo>
                      <a:pt x="537" y="82"/>
                    </a:lnTo>
                    <a:lnTo>
                      <a:pt x="370" y="112"/>
                    </a:lnTo>
                    <a:lnTo>
                      <a:pt x="152" y="112"/>
                    </a:lnTo>
                    <a:lnTo>
                      <a:pt x="0" y="61"/>
                    </a:lnTo>
                    <a:lnTo>
                      <a:pt x="0" y="0"/>
                    </a:lnTo>
                    <a:lnTo>
                      <a:pt x="146" y="61"/>
                    </a:lnTo>
                    <a:lnTo>
                      <a:pt x="367" y="63"/>
                    </a:lnTo>
                    <a:lnTo>
                      <a:pt x="540" y="38"/>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750" name="Google Shape;750;p6"/>
            <p:cNvSpPr/>
            <p:nvPr/>
          </p:nvSpPr>
          <p:spPr>
            <a:xfrm>
              <a:off x="1182" y="3298"/>
              <a:ext cx="730" cy="597"/>
            </a:xfrm>
            <a:custGeom>
              <a:rect b="b" l="l" r="r" t="t"/>
              <a:pathLst>
                <a:path extrusionOk="0" h="597" w="730">
                  <a:moveTo>
                    <a:pt x="582" y="458"/>
                  </a:moveTo>
                  <a:lnTo>
                    <a:pt x="584" y="578"/>
                  </a:lnTo>
                  <a:lnTo>
                    <a:pt x="648" y="596"/>
                  </a:lnTo>
                  <a:lnTo>
                    <a:pt x="719" y="590"/>
                  </a:lnTo>
                  <a:lnTo>
                    <a:pt x="723" y="410"/>
                  </a:lnTo>
                  <a:lnTo>
                    <a:pt x="721" y="320"/>
                  </a:lnTo>
                  <a:lnTo>
                    <a:pt x="721" y="279"/>
                  </a:lnTo>
                  <a:lnTo>
                    <a:pt x="729" y="244"/>
                  </a:lnTo>
                  <a:lnTo>
                    <a:pt x="729" y="215"/>
                  </a:lnTo>
                  <a:lnTo>
                    <a:pt x="720" y="190"/>
                  </a:lnTo>
                  <a:lnTo>
                    <a:pt x="688" y="157"/>
                  </a:lnTo>
                  <a:lnTo>
                    <a:pt x="650" y="137"/>
                  </a:lnTo>
                  <a:lnTo>
                    <a:pt x="564" y="105"/>
                  </a:lnTo>
                  <a:lnTo>
                    <a:pt x="437" y="73"/>
                  </a:lnTo>
                  <a:lnTo>
                    <a:pt x="411" y="71"/>
                  </a:lnTo>
                  <a:lnTo>
                    <a:pt x="395" y="73"/>
                  </a:lnTo>
                  <a:lnTo>
                    <a:pt x="391" y="66"/>
                  </a:lnTo>
                  <a:lnTo>
                    <a:pt x="384" y="59"/>
                  </a:lnTo>
                  <a:lnTo>
                    <a:pt x="376" y="61"/>
                  </a:lnTo>
                  <a:lnTo>
                    <a:pt x="365" y="62"/>
                  </a:lnTo>
                  <a:lnTo>
                    <a:pt x="360" y="49"/>
                  </a:lnTo>
                  <a:lnTo>
                    <a:pt x="350" y="42"/>
                  </a:lnTo>
                  <a:lnTo>
                    <a:pt x="341" y="39"/>
                  </a:lnTo>
                  <a:lnTo>
                    <a:pt x="327" y="39"/>
                  </a:lnTo>
                  <a:lnTo>
                    <a:pt x="330" y="28"/>
                  </a:lnTo>
                  <a:lnTo>
                    <a:pt x="314" y="0"/>
                  </a:lnTo>
                  <a:lnTo>
                    <a:pt x="18" y="7"/>
                  </a:lnTo>
                  <a:lnTo>
                    <a:pt x="19" y="38"/>
                  </a:lnTo>
                  <a:lnTo>
                    <a:pt x="13" y="66"/>
                  </a:lnTo>
                  <a:lnTo>
                    <a:pt x="9" y="86"/>
                  </a:lnTo>
                  <a:lnTo>
                    <a:pt x="4" y="111"/>
                  </a:lnTo>
                  <a:lnTo>
                    <a:pt x="0" y="151"/>
                  </a:lnTo>
                  <a:lnTo>
                    <a:pt x="4" y="175"/>
                  </a:lnTo>
                  <a:lnTo>
                    <a:pt x="13" y="197"/>
                  </a:lnTo>
                  <a:lnTo>
                    <a:pt x="24" y="215"/>
                  </a:lnTo>
                  <a:lnTo>
                    <a:pt x="38" y="223"/>
                  </a:lnTo>
                  <a:lnTo>
                    <a:pt x="59" y="229"/>
                  </a:lnTo>
                  <a:lnTo>
                    <a:pt x="87" y="238"/>
                  </a:lnTo>
                  <a:lnTo>
                    <a:pt x="101" y="254"/>
                  </a:lnTo>
                  <a:lnTo>
                    <a:pt x="116" y="267"/>
                  </a:lnTo>
                  <a:lnTo>
                    <a:pt x="140" y="279"/>
                  </a:lnTo>
                  <a:lnTo>
                    <a:pt x="168" y="288"/>
                  </a:lnTo>
                  <a:lnTo>
                    <a:pt x="213" y="293"/>
                  </a:lnTo>
                  <a:lnTo>
                    <a:pt x="252" y="293"/>
                  </a:lnTo>
                  <a:lnTo>
                    <a:pt x="281" y="290"/>
                  </a:lnTo>
                  <a:lnTo>
                    <a:pt x="307" y="288"/>
                  </a:lnTo>
                  <a:lnTo>
                    <a:pt x="327" y="298"/>
                  </a:lnTo>
                  <a:lnTo>
                    <a:pt x="366" y="296"/>
                  </a:lnTo>
                  <a:lnTo>
                    <a:pt x="524" y="311"/>
                  </a:lnTo>
                  <a:lnTo>
                    <a:pt x="560" y="319"/>
                  </a:lnTo>
                  <a:lnTo>
                    <a:pt x="566" y="327"/>
                  </a:lnTo>
                  <a:lnTo>
                    <a:pt x="589" y="330"/>
                  </a:lnTo>
                  <a:lnTo>
                    <a:pt x="580" y="345"/>
                  </a:lnTo>
                  <a:lnTo>
                    <a:pt x="587" y="364"/>
                  </a:lnTo>
                  <a:lnTo>
                    <a:pt x="582" y="410"/>
                  </a:lnTo>
                  <a:lnTo>
                    <a:pt x="582" y="458"/>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1" name="Google Shape;751;p6"/>
            <p:cNvSpPr/>
            <p:nvPr/>
          </p:nvSpPr>
          <p:spPr>
            <a:xfrm>
              <a:off x="1191" y="3327"/>
              <a:ext cx="708" cy="552"/>
            </a:xfrm>
            <a:custGeom>
              <a:rect b="b" l="l" r="r" t="t"/>
              <a:pathLst>
                <a:path extrusionOk="0" h="552" w="708">
                  <a:moveTo>
                    <a:pt x="23" y="11"/>
                  </a:moveTo>
                  <a:lnTo>
                    <a:pt x="22" y="32"/>
                  </a:lnTo>
                  <a:lnTo>
                    <a:pt x="14" y="24"/>
                  </a:lnTo>
                  <a:lnTo>
                    <a:pt x="4" y="70"/>
                  </a:lnTo>
                  <a:lnTo>
                    <a:pt x="0" y="123"/>
                  </a:lnTo>
                  <a:lnTo>
                    <a:pt x="19" y="179"/>
                  </a:lnTo>
                  <a:lnTo>
                    <a:pt x="61" y="191"/>
                  </a:lnTo>
                  <a:lnTo>
                    <a:pt x="57" y="179"/>
                  </a:lnTo>
                  <a:lnTo>
                    <a:pt x="80" y="198"/>
                  </a:lnTo>
                  <a:lnTo>
                    <a:pt x="101" y="219"/>
                  </a:lnTo>
                  <a:lnTo>
                    <a:pt x="145" y="241"/>
                  </a:lnTo>
                  <a:lnTo>
                    <a:pt x="202" y="246"/>
                  </a:lnTo>
                  <a:lnTo>
                    <a:pt x="269" y="248"/>
                  </a:lnTo>
                  <a:lnTo>
                    <a:pt x="297" y="246"/>
                  </a:lnTo>
                  <a:lnTo>
                    <a:pt x="272" y="235"/>
                  </a:lnTo>
                  <a:lnTo>
                    <a:pt x="261" y="206"/>
                  </a:lnTo>
                  <a:lnTo>
                    <a:pt x="281" y="230"/>
                  </a:lnTo>
                  <a:lnTo>
                    <a:pt x="307" y="244"/>
                  </a:lnTo>
                  <a:lnTo>
                    <a:pt x="329" y="257"/>
                  </a:lnTo>
                  <a:lnTo>
                    <a:pt x="353" y="253"/>
                  </a:lnTo>
                  <a:lnTo>
                    <a:pt x="337" y="242"/>
                  </a:lnTo>
                  <a:lnTo>
                    <a:pt x="321" y="229"/>
                  </a:lnTo>
                  <a:lnTo>
                    <a:pt x="346" y="238"/>
                  </a:lnTo>
                  <a:lnTo>
                    <a:pt x="372" y="257"/>
                  </a:lnTo>
                  <a:lnTo>
                    <a:pt x="453" y="267"/>
                  </a:lnTo>
                  <a:lnTo>
                    <a:pt x="533" y="279"/>
                  </a:lnTo>
                  <a:lnTo>
                    <a:pt x="568" y="289"/>
                  </a:lnTo>
                  <a:lnTo>
                    <a:pt x="576" y="294"/>
                  </a:lnTo>
                  <a:lnTo>
                    <a:pt x="591" y="287"/>
                  </a:lnTo>
                  <a:lnTo>
                    <a:pt x="618" y="284"/>
                  </a:lnTo>
                  <a:lnTo>
                    <a:pt x="603" y="292"/>
                  </a:lnTo>
                  <a:lnTo>
                    <a:pt x="580" y="301"/>
                  </a:lnTo>
                  <a:lnTo>
                    <a:pt x="571" y="308"/>
                  </a:lnTo>
                  <a:lnTo>
                    <a:pt x="578" y="329"/>
                  </a:lnTo>
                  <a:lnTo>
                    <a:pt x="576" y="533"/>
                  </a:lnTo>
                  <a:lnTo>
                    <a:pt x="621" y="543"/>
                  </a:lnTo>
                  <a:lnTo>
                    <a:pt x="657" y="551"/>
                  </a:lnTo>
                  <a:lnTo>
                    <a:pt x="694" y="543"/>
                  </a:lnTo>
                  <a:lnTo>
                    <a:pt x="695" y="272"/>
                  </a:lnTo>
                  <a:lnTo>
                    <a:pt x="707" y="215"/>
                  </a:lnTo>
                  <a:lnTo>
                    <a:pt x="705" y="178"/>
                  </a:lnTo>
                  <a:lnTo>
                    <a:pt x="687" y="153"/>
                  </a:lnTo>
                  <a:lnTo>
                    <a:pt x="664" y="129"/>
                  </a:lnTo>
                  <a:lnTo>
                    <a:pt x="605" y="103"/>
                  </a:lnTo>
                  <a:lnTo>
                    <a:pt x="533" y="78"/>
                  </a:lnTo>
                  <a:lnTo>
                    <a:pt x="428" y="50"/>
                  </a:lnTo>
                  <a:lnTo>
                    <a:pt x="387" y="47"/>
                  </a:lnTo>
                  <a:lnTo>
                    <a:pt x="369" y="73"/>
                  </a:lnTo>
                  <a:lnTo>
                    <a:pt x="317" y="100"/>
                  </a:lnTo>
                  <a:lnTo>
                    <a:pt x="345" y="76"/>
                  </a:lnTo>
                  <a:lnTo>
                    <a:pt x="367" y="63"/>
                  </a:lnTo>
                  <a:lnTo>
                    <a:pt x="375" y="46"/>
                  </a:lnTo>
                  <a:lnTo>
                    <a:pt x="372" y="38"/>
                  </a:lnTo>
                  <a:lnTo>
                    <a:pt x="356" y="38"/>
                  </a:lnTo>
                  <a:lnTo>
                    <a:pt x="346" y="47"/>
                  </a:lnTo>
                  <a:lnTo>
                    <a:pt x="337" y="57"/>
                  </a:lnTo>
                  <a:lnTo>
                    <a:pt x="313" y="67"/>
                  </a:lnTo>
                  <a:lnTo>
                    <a:pt x="335" y="47"/>
                  </a:lnTo>
                  <a:lnTo>
                    <a:pt x="345" y="34"/>
                  </a:lnTo>
                  <a:lnTo>
                    <a:pt x="339" y="24"/>
                  </a:lnTo>
                  <a:lnTo>
                    <a:pt x="320" y="18"/>
                  </a:lnTo>
                  <a:lnTo>
                    <a:pt x="295" y="39"/>
                  </a:lnTo>
                  <a:lnTo>
                    <a:pt x="272" y="53"/>
                  </a:lnTo>
                  <a:lnTo>
                    <a:pt x="300" y="22"/>
                  </a:lnTo>
                  <a:lnTo>
                    <a:pt x="309" y="9"/>
                  </a:lnTo>
                  <a:lnTo>
                    <a:pt x="309" y="0"/>
                  </a:lnTo>
                  <a:lnTo>
                    <a:pt x="286" y="3"/>
                  </a:lnTo>
                  <a:lnTo>
                    <a:pt x="264" y="19"/>
                  </a:lnTo>
                  <a:lnTo>
                    <a:pt x="250" y="30"/>
                  </a:lnTo>
                  <a:lnTo>
                    <a:pt x="183" y="36"/>
                  </a:lnTo>
                  <a:lnTo>
                    <a:pt x="185" y="19"/>
                  </a:lnTo>
                  <a:lnTo>
                    <a:pt x="164" y="13"/>
                  </a:lnTo>
                  <a:lnTo>
                    <a:pt x="164" y="34"/>
                  </a:lnTo>
                  <a:lnTo>
                    <a:pt x="144" y="39"/>
                  </a:lnTo>
                  <a:lnTo>
                    <a:pt x="101" y="46"/>
                  </a:lnTo>
                  <a:lnTo>
                    <a:pt x="104" y="22"/>
                  </a:lnTo>
                  <a:lnTo>
                    <a:pt x="88" y="22"/>
                  </a:lnTo>
                  <a:lnTo>
                    <a:pt x="87" y="46"/>
                  </a:lnTo>
                  <a:lnTo>
                    <a:pt x="61" y="44"/>
                  </a:lnTo>
                  <a:lnTo>
                    <a:pt x="36" y="38"/>
                  </a:lnTo>
                  <a:lnTo>
                    <a:pt x="34" y="19"/>
                  </a:lnTo>
                  <a:lnTo>
                    <a:pt x="23" y="11"/>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2" name="Google Shape;752;p6"/>
            <p:cNvSpPr/>
            <p:nvPr/>
          </p:nvSpPr>
          <p:spPr>
            <a:xfrm>
              <a:off x="1532" y="3507"/>
              <a:ext cx="289" cy="69"/>
            </a:xfrm>
            <a:custGeom>
              <a:rect b="b" l="l" r="r" t="t"/>
              <a:pathLst>
                <a:path extrusionOk="0" h="69" w="289">
                  <a:moveTo>
                    <a:pt x="0" y="0"/>
                  </a:moveTo>
                  <a:lnTo>
                    <a:pt x="74" y="3"/>
                  </a:lnTo>
                  <a:lnTo>
                    <a:pt x="148" y="21"/>
                  </a:lnTo>
                  <a:lnTo>
                    <a:pt x="203" y="23"/>
                  </a:lnTo>
                  <a:lnTo>
                    <a:pt x="249" y="32"/>
                  </a:lnTo>
                  <a:lnTo>
                    <a:pt x="266" y="55"/>
                  </a:lnTo>
                  <a:lnTo>
                    <a:pt x="288" y="68"/>
                  </a:lnTo>
                  <a:lnTo>
                    <a:pt x="266" y="64"/>
                  </a:lnTo>
                  <a:lnTo>
                    <a:pt x="246" y="38"/>
                  </a:lnTo>
                  <a:lnTo>
                    <a:pt x="185" y="26"/>
                  </a:lnTo>
                  <a:lnTo>
                    <a:pt x="148" y="26"/>
                  </a:lnTo>
                  <a:lnTo>
                    <a:pt x="119" y="21"/>
                  </a:lnTo>
                  <a:lnTo>
                    <a:pt x="69" y="7"/>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3" name="Google Shape;753;p6"/>
            <p:cNvSpPr/>
            <p:nvPr/>
          </p:nvSpPr>
          <p:spPr>
            <a:xfrm>
              <a:off x="1290" y="3435"/>
              <a:ext cx="90" cy="10"/>
            </a:xfrm>
            <a:custGeom>
              <a:rect b="b" l="l" r="r" t="t"/>
              <a:pathLst>
                <a:path extrusionOk="0" h="10" w="90">
                  <a:moveTo>
                    <a:pt x="0" y="0"/>
                  </a:moveTo>
                  <a:lnTo>
                    <a:pt x="41" y="9"/>
                  </a:lnTo>
                  <a:lnTo>
                    <a:pt x="89" y="7"/>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4" name="Google Shape;754;p6"/>
            <p:cNvSpPr/>
            <p:nvPr/>
          </p:nvSpPr>
          <p:spPr>
            <a:xfrm>
              <a:off x="1194" y="3408"/>
              <a:ext cx="52" cy="13"/>
            </a:xfrm>
            <a:custGeom>
              <a:rect b="b" l="l" r="r" t="t"/>
              <a:pathLst>
                <a:path extrusionOk="0" h="13" w="52">
                  <a:moveTo>
                    <a:pt x="0" y="0"/>
                  </a:moveTo>
                  <a:lnTo>
                    <a:pt x="14" y="7"/>
                  </a:lnTo>
                  <a:lnTo>
                    <a:pt x="51" y="11"/>
                  </a:lnTo>
                  <a:lnTo>
                    <a:pt x="12" y="12"/>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5" name="Google Shape;755;p6"/>
            <p:cNvSpPr/>
            <p:nvPr/>
          </p:nvSpPr>
          <p:spPr>
            <a:xfrm>
              <a:off x="1441" y="3391"/>
              <a:ext cx="84" cy="45"/>
            </a:xfrm>
            <a:custGeom>
              <a:rect b="b" l="l" r="r" t="t"/>
              <a:pathLst>
                <a:path extrusionOk="0" h="45" w="84">
                  <a:moveTo>
                    <a:pt x="0" y="0"/>
                  </a:moveTo>
                  <a:lnTo>
                    <a:pt x="37" y="4"/>
                  </a:lnTo>
                  <a:lnTo>
                    <a:pt x="44" y="10"/>
                  </a:lnTo>
                  <a:lnTo>
                    <a:pt x="44" y="24"/>
                  </a:lnTo>
                  <a:lnTo>
                    <a:pt x="47" y="39"/>
                  </a:lnTo>
                  <a:lnTo>
                    <a:pt x="83" y="44"/>
                  </a:lnTo>
                  <a:lnTo>
                    <a:pt x="40" y="42"/>
                  </a:lnTo>
                  <a:lnTo>
                    <a:pt x="32" y="15"/>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6" name="Google Shape;756;p6"/>
            <p:cNvSpPr/>
            <p:nvPr/>
          </p:nvSpPr>
          <p:spPr>
            <a:xfrm>
              <a:off x="1394" y="2786"/>
              <a:ext cx="64" cy="130"/>
            </a:xfrm>
            <a:custGeom>
              <a:rect b="b" l="l" r="r" t="t"/>
              <a:pathLst>
                <a:path extrusionOk="0" h="130" w="64">
                  <a:moveTo>
                    <a:pt x="15" y="0"/>
                  </a:moveTo>
                  <a:lnTo>
                    <a:pt x="29" y="16"/>
                  </a:lnTo>
                  <a:lnTo>
                    <a:pt x="32" y="38"/>
                  </a:lnTo>
                  <a:lnTo>
                    <a:pt x="52" y="62"/>
                  </a:lnTo>
                  <a:lnTo>
                    <a:pt x="61" y="86"/>
                  </a:lnTo>
                  <a:lnTo>
                    <a:pt x="63" y="111"/>
                  </a:lnTo>
                  <a:lnTo>
                    <a:pt x="59" y="129"/>
                  </a:lnTo>
                  <a:lnTo>
                    <a:pt x="0" y="52"/>
                  </a:lnTo>
                  <a:lnTo>
                    <a:pt x="15" y="0"/>
                  </a:lnTo>
                </a:path>
              </a:pathLst>
            </a:custGeom>
            <a:solidFill>
              <a:srgbClr val="400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7" name="Google Shape;757;p6"/>
            <p:cNvSpPr/>
            <p:nvPr/>
          </p:nvSpPr>
          <p:spPr>
            <a:xfrm>
              <a:off x="1262" y="2714"/>
              <a:ext cx="149" cy="96"/>
            </a:xfrm>
            <a:custGeom>
              <a:rect b="b" l="l" r="r" t="t"/>
              <a:pathLst>
                <a:path extrusionOk="0" h="96" w="149">
                  <a:moveTo>
                    <a:pt x="9" y="0"/>
                  </a:moveTo>
                  <a:lnTo>
                    <a:pt x="30" y="3"/>
                  </a:lnTo>
                  <a:lnTo>
                    <a:pt x="61" y="15"/>
                  </a:lnTo>
                  <a:lnTo>
                    <a:pt x="96" y="32"/>
                  </a:lnTo>
                  <a:lnTo>
                    <a:pt x="122" y="48"/>
                  </a:lnTo>
                  <a:lnTo>
                    <a:pt x="143" y="60"/>
                  </a:lnTo>
                  <a:lnTo>
                    <a:pt x="147" y="72"/>
                  </a:lnTo>
                  <a:lnTo>
                    <a:pt x="148" y="95"/>
                  </a:lnTo>
                  <a:lnTo>
                    <a:pt x="0" y="22"/>
                  </a:lnTo>
                  <a:lnTo>
                    <a:pt x="9" y="0"/>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8" name="Google Shape;758;p6"/>
            <p:cNvSpPr/>
            <p:nvPr/>
          </p:nvSpPr>
          <p:spPr>
            <a:xfrm>
              <a:off x="1261" y="2718"/>
              <a:ext cx="138" cy="88"/>
            </a:xfrm>
            <a:custGeom>
              <a:rect b="b" l="l" r="r" t="t"/>
              <a:pathLst>
                <a:path extrusionOk="0" h="88" w="138">
                  <a:moveTo>
                    <a:pt x="137" y="87"/>
                  </a:moveTo>
                  <a:lnTo>
                    <a:pt x="137" y="64"/>
                  </a:lnTo>
                  <a:lnTo>
                    <a:pt x="132" y="54"/>
                  </a:lnTo>
                  <a:lnTo>
                    <a:pt x="104" y="38"/>
                  </a:lnTo>
                  <a:lnTo>
                    <a:pt x="70" y="19"/>
                  </a:lnTo>
                  <a:lnTo>
                    <a:pt x="35" y="5"/>
                  </a:lnTo>
                  <a:lnTo>
                    <a:pt x="10" y="0"/>
                  </a:lnTo>
                  <a:lnTo>
                    <a:pt x="0" y="27"/>
                  </a:lnTo>
                  <a:lnTo>
                    <a:pt x="105" y="72"/>
                  </a:lnTo>
                  <a:lnTo>
                    <a:pt x="137" y="87"/>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59" name="Google Shape;759;p6"/>
            <p:cNvSpPr/>
            <p:nvPr/>
          </p:nvSpPr>
          <p:spPr>
            <a:xfrm>
              <a:off x="1261" y="2753"/>
              <a:ext cx="137" cy="61"/>
            </a:xfrm>
            <a:custGeom>
              <a:rect b="b" l="l" r="r" t="t"/>
              <a:pathLst>
                <a:path extrusionOk="0" h="61" w="137">
                  <a:moveTo>
                    <a:pt x="0" y="0"/>
                  </a:moveTo>
                  <a:lnTo>
                    <a:pt x="44" y="18"/>
                  </a:lnTo>
                  <a:lnTo>
                    <a:pt x="88" y="41"/>
                  </a:lnTo>
                  <a:lnTo>
                    <a:pt x="118" y="55"/>
                  </a:lnTo>
                  <a:lnTo>
                    <a:pt x="136" y="60"/>
                  </a:lnTo>
                  <a:lnTo>
                    <a:pt x="103" y="52"/>
                  </a:lnTo>
                  <a:lnTo>
                    <a:pt x="68" y="36"/>
                  </a:lnTo>
                  <a:lnTo>
                    <a:pt x="35" y="19"/>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0" name="Google Shape;760;p6"/>
            <p:cNvSpPr/>
            <p:nvPr/>
          </p:nvSpPr>
          <p:spPr>
            <a:xfrm>
              <a:off x="1149" y="2722"/>
              <a:ext cx="420" cy="858"/>
            </a:xfrm>
            <a:custGeom>
              <a:rect b="b" l="l" r="r" t="t"/>
              <a:pathLst>
                <a:path extrusionOk="0" h="858" w="420">
                  <a:moveTo>
                    <a:pt x="103" y="24"/>
                  </a:moveTo>
                  <a:lnTo>
                    <a:pt x="118" y="0"/>
                  </a:lnTo>
                  <a:lnTo>
                    <a:pt x="146" y="15"/>
                  </a:lnTo>
                  <a:lnTo>
                    <a:pt x="175" y="28"/>
                  </a:lnTo>
                  <a:lnTo>
                    <a:pt x="203" y="43"/>
                  </a:lnTo>
                  <a:lnTo>
                    <a:pt x="233" y="60"/>
                  </a:lnTo>
                  <a:lnTo>
                    <a:pt x="256" y="74"/>
                  </a:lnTo>
                  <a:lnTo>
                    <a:pt x="267" y="92"/>
                  </a:lnTo>
                  <a:lnTo>
                    <a:pt x="273" y="109"/>
                  </a:lnTo>
                  <a:lnTo>
                    <a:pt x="288" y="126"/>
                  </a:lnTo>
                  <a:lnTo>
                    <a:pt x="297" y="158"/>
                  </a:lnTo>
                  <a:lnTo>
                    <a:pt x="327" y="228"/>
                  </a:lnTo>
                  <a:lnTo>
                    <a:pt x="350" y="356"/>
                  </a:lnTo>
                  <a:lnTo>
                    <a:pt x="353" y="451"/>
                  </a:lnTo>
                  <a:lnTo>
                    <a:pt x="366" y="529"/>
                  </a:lnTo>
                  <a:lnTo>
                    <a:pt x="369" y="588"/>
                  </a:lnTo>
                  <a:lnTo>
                    <a:pt x="374" y="630"/>
                  </a:lnTo>
                  <a:lnTo>
                    <a:pt x="385" y="678"/>
                  </a:lnTo>
                  <a:lnTo>
                    <a:pt x="419" y="752"/>
                  </a:lnTo>
                  <a:lnTo>
                    <a:pt x="391" y="789"/>
                  </a:lnTo>
                  <a:lnTo>
                    <a:pt x="325" y="831"/>
                  </a:lnTo>
                  <a:lnTo>
                    <a:pt x="218" y="857"/>
                  </a:lnTo>
                  <a:lnTo>
                    <a:pt x="147" y="848"/>
                  </a:lnTo>
                  <a:lnTo>
                    <a:pt x="94" y="822"/>
                  </a:lnTo>
                  <a:lnTo>
                    <a:pt x="86" y="696"/>
                  </a:lnTo>
                  <a:lnTo>
                    <a:pt x="73" y="805"/>
                  </a:lnTo>
                  <a:lnTo>
                    <a:pt x="24" y="772"/>
                  </a:lnTo>
                  <a:lnTo>
                    <a:pt x="15" y="711"/>
                  </a:lnTo>
                  <a:lnTo>
                    <a:pt x="46" y="584"/>
                  </a:lnTo>
                  <a:lnTo>
                    <a:pt x="49" y="548"/>
                  </a:lnTo>
                  <a:lnTo>
                    <a:pt x="37" y="503"/>
                  </a:lnTo>
                  <a:lnTo>
                    <a:pt x="31" y="446"/>
                  </a:lnTo>
                  <a:lnTo>
                    <a:pt x="18" y="392"/>
                  </a:lnTo>
                  <a:lnTo>
                    <a:pt x="0" y="312"/>
                  </a:lnTo>
                  <a:lnTo>
                    <a:pt x="3" y="232"/>
                  </a:lnTo>
                  <a:lnTo>
                    <a:pt x="2" y="173"/>
                  </a:lnTo>
                  <a:lnTo>
                    <a:pt x="12" y="121"/>
                  </a:lnTo>
                  <a:lnTo>
                    <a:pt x="24" y="95"/>
                  </a:lnTo>
                  <a:lnTo>
                    <a:pt x="47" y="63"/>
                  </a:lnTo>
                  <a:lnTo>
                    <a:pt x="71" y="41"/>
                  </a:lnTo>
                  <a:lnTo>
                    <a:pt x="103" y="24"/>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1" name="Google Shape;761;p6"/>
            <p:cNvSpPr/>
            <p:nvPr/>
          </p:nvSpPr>
          <p:spPr>
            <a:xfrm>
              <a:off x="1158" y="2729"/>
              <a:ext cx="396" cy="828"/>
            </a:xfrm>
            <a:custGeom>
              <a:rect b="b" l="l" r="r" t="t"/>
              <a:pathLst>
                <a:path extrusionOk="0" h="828" w="396">
                  <a:moveTo>
                    <a:pt x="344" y="514"/>
                  </a:moveTo>
                  <a:lnTo>
                    <a:pt x="333" y="458"/>
                  </a:lnTo>
                  <a:lnTo>
                    <a:pt x="333" y="426"/>
                  </a:lnTo>
                  <a:lnTo>
                    <a:pt x="291" y="403"/>
                  </a:lnTo>
                  <a:lnTo>
                    <a:pt x="243" y="369"/>
                  </a:lnTo>
                  <a:lnTo>
                    <a:pt x="178" y="296"/>
                  </a:lnTo>
                  <a:lnTo>
                    <a:pt x="140" y="242"/>
                  </a:lnTo>
                  <a:lnTo>
                    <a:pt x="72" y="207"/>
                  </a:lnTo>
                  <a:lnTo>
                    <a:pt x="128" y="227"/>
                  </a:lnTo>
                  <a:lnTo>
                    <a:pt x="127" y="191"/>
                  </a:lnTo>
                  <a:lnTo>
                    <a:pt x="133" y="157"/>
                  </a:lnTo>
                  <a:lnTo>
                    <a:pt x="143" y="139"/>
                  </a:lnTo>
                  <a:lnTo>
                    <a:pt x="168" y="116"/>
                  </a:lnTo>
                  <a:lnTo>
                    <a:pt x="192" y="106"/>
                  </a:lnTo>
                  <a:lnTo>
                    <a:pt x="213" y="104"/>
                  </a:lnTo>
                  <a:lnTo>
                    <a:pt x="238" y="106"/>
                  </a:lnTo>
                  <a:lnTo>
                    <a:pt x="263" y="116"/>
                  </a:lnTo>
                  <a:lnTo>
                    <a:pt x="248" y="90"/>
                  </a:lnTo>
                  <a:lnTo>
                    <a:pt x="237" y="67"/>
                  </a:lnTo>
                  <a:lnTo>
                    <a:pt x="211" y="52"/>
                  </a:lnTo>
                  <a:lnTo>
                    <a:pt x="183" y="37"/>
                  </a:lnTo>
                  <a:lnTo>
                    <a:pt x="147" y="18"/>
                  </a:lnTo>
                  <a:lnTo>
                    <a:pt x="123" y="6"/>
                  </a:lnTo>
                  <a:lnTo>
                    <a:pt x="105" y="0"/>
                  </a:lnTo>
                  <a:lnTo>
                    <a:pt x="97" y="18"/>
                  </a:lnTo>
                  <a:lnTo>
                    <a:pt x="65" y="39"/>
                  </a:lnTo>
                  <a:lnTo>
                    <a:pt x="49" y="54"/>
                  </a:lnTo>
                  <a:lnTo>
                    <a:pt x="27" y="81"/>
                  </a:lnTo>
                  <a:lnTo>
                    <a:pt x="13" y="111"/>
                  </a:lnTo>
                  <a:lnTo>
                    <a:pt x="1" y="145"/>
                  </a:lnTo>
                  <a:lnTo>
                    <a:pt x="0" y="189"/>
                  </a:lnTo>
                  <a:lnTo>
                    <a:pt x="2" y="242"/>
                  </a:lnTo>
                  <a:lnTo>
                    <a:pt x="1" y="295"/>
                  </a:lnTo>
                  <a:lnTo>
                    <a:pt x="15" y="364"/>
                  </a:lnTo>
                  <a:lnTo>
                    <a:pt x="27" y="428"/>
                  </a:lnTo>
                  <a:lnTo>
                    <a:pt x="35" y="483"/>
                  </a:lnTo>
                  <a:lnTo>
                    <a:pt x="45" y="523"/>
                  </a:lnTo>
                  <a:lnTo>
                    <a:pt x="43" y="559"/>
                  </a:lnTo>
                  <a:lnTo>
                    <a:pt x="44" y="597"/>
                  </a:lnTo>
                  <a:lnTo>
                    <a:pt x="16" y="688"/>
                  </a:lnTo>
                  <a:lnTo>
                    <a:pt x="21" y="745"/>
                  </a:lnTo>
                  <a:lnTo>
                    <a:pt x="50" y="765"/>
                  </a:lnTo>
                  <a:lnTo>
                    <a:pt x="74" y="661"/>
                  </a:lnTo>
                  <a:lnTo>
                    <a:pt x="96" y="798"/>
                  </a:lnTo>
                  <a:lnTo>
                    <a:pt x="140" y="818"/>
                  </a:lnTo>
                  <a:lnTo>
                    <a:pt x="207" y="827"/>
                  </a:lnTo>
                  <a:lnTo>
                    <a:pt x="308" y="806"/>
                  </a:lnTo>
                  <a:lnTo>
                    <a:pt x="369" y="769"/>
                  </a:lnTo>
                  <a:lnTo>
                    <a:pt x="395" y="736"/>
                  </a:lnTo>
                  <a:lnTo>
                    <a:pt x="374" y="701"/>
                  </a:lnTo>
                  <a:lnTo>
                    <a:pt x="351" y="639"/>
                  </a:lnTo>
                  <a:lnTo>
                    <a:pt x="344" y="559"/>
                  </a:lnTo>
                  <a:lnTo>
                    <a:pt x="344" y="514"/>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2" name="Google Shape;762;p6"/>
            <p:cNvSpPr/>
            <p:nvPr/>
          </p:nvSpPr>
          <p:spPr>
            <a:xfrm>
              <a:off x="1184" y="3045"/>
              <a:ext cx="96" cy="268"/>
            </a:xfrm>
            <a:custGeom>
              <a:rect b="b" l="l" r="r" t="t"/>
              <a:pathLst>
                <a:path extrusionOk="0" h="268" w="96">
                  <a:moveTo>
                    <a:pt x="95" y="267"/>
                  </a:moveTo>
                  <a:lnTo>
                    <a:pt x="78" y="258"/>
                  </a:lnTo>
                  <a:lnTo>
                    <a:pt x="61" y="237"/>
                  </a:lnTo>
                  <a:lnTo>
                    <a:pt x="45" y="197"/>
                  </a:lnTo>
                  <a:lnTo>
                    <a:pt x="37" y="165"/>
                  </a:lnTo>
                  <a:lnTo>
                    <a:pt x="25" y="128"/>
                  </a:lnTo>
                  <a:lnTo>
                    <a:pt x="18" y="93"/>
                  </a:lnTo>
                  <a:lnTo>
                    <a:pt x="9" y="39"/>
                  </a:lnTo>
                  <a:lnTo>
                    <a:pt x="0" y="0"/>
                  </a:lnTo>
                  <a:lnTo>
                    <a:pt x="20" y="78"/>
                  </a:lnTo>
                  <a:lnTo>
                    <a:pt x="37" y="139"/>
                  </a:lnTo>
                  <a:lnTo>
                    <a:pt x="54" y="180"/>
                  </a:lnTo>
                  <a:lnTo>
                    <a:pt x="83" y="224"/>
                  </a:lnTo>
                  <a:lnTo>
                    <a:pt x="95" y="267"/>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3" name="Google Shape;763;p6"/>
            <p:cNvSpPr/>
            <p:nvPr/>
          </p:nvSpPr>
          <p:spPr>
            <a:xfrm>
              <a:off x="1360" y="3274"/>
              <a:ext cx="145" cy="56"/>
            </a:xfrm>
            <a:custGeom>
              <a:rect b="b" l="l" r="r" t="t"/>
              <a:pathLst>
                <a:path extrusionOk="0" h="56" w="145">
                  <a:moveTo>
                    <a:pt x="119" y="0"/>
                  </a:moveTo>
                  <a:lnTo>
                    <a:pt x="133" y="31"/>
                  </a:lnTo>
                  <a:lnTo>
                    <a:pt x="76" y="45"/>
                  </a:lnTo>
                  <a:lnTo>
                    <a:pt x="15" y="50"/>
                  </a:lnTo>
                  <a:lnTo>
                    <a:pt x="0" y="21"/>
                  </a:lnTo>
                  <a:lnTo>
                    <a:pt x="9" y="53"/>
                  </a:lnTo>
                  <a:lnTo>
                    <a:pt x="67" y="55"/>
                  </a:lnTo>
                  <a:lnTo>
                    <a:pt x="144" y="37"/>
                  </a:lnTo>
                  <a:lnTo>
                    <a:pt x="119"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64" name="Google Shape;764;p6"/>
            <p:cNvGrpSpPr/>
            <p:nvPr/>
          </p:nvGrpSpPr>
          <p:grpSpPr>
            <a:xfrm>
              <a:off x="1042" y="3103"/>
              <a:ext cx="443" cy="524"/>
              <a:chOff x="1042" y="3103"/>
              <a:chExt cx="443" cy="524"/>
            </a:xfrm>
          </p:grpSpPr>
          <p:sp>
            <p:nvSpPr>
              <p:cNvPr id="765" name="Google Shape;765;p6"/>
              <p:cNvSpPr/>
              <p:nvPr/>
            </p:nvSpPr>
            <p:spPr>
              <a:xfrm>
                <a:off x="1042" y="3103"/>
                <a:ext cx="443" cy="524"/>
              </a:xfrm>
              <a:custGeom>
                <a:rect b="b" l="l" r="r" t="t"/>
                <a:pathLst>
                  <a:path extrusionOk="0" h="524" w="443">
                    <a:moveTo>
                      <a:pt x="245" y="76"/>
                    </a:moveTo>
                    <a:lnTo>
                      <a:pt x="164" y="70"/>
                    </a:lnTo>
                    <a:lnTo>
                      <a:pt x="115" y="60"/>
                    </a:lnTo>
                    <a:lnTo>
                      <a:pt x="100" y="40"/>
                    </a:lnTo>
                    <a:lnTo>
                      <a:pt x="100" y="23"/>
                    </a:lnTo>
                    <a:lnTo>
                      <a:pt x="86" y="9"/>
                    </a:lnTo>
                    <a:lnTo>
                      <a:pt x="42" y="0"/>
                    </a:lnTo>
                    <a:lnTo>
                      <a:pt x="0" y="2"/>
                    </a:lnTo>
                    <a:lnTo>
                      <a:pt x="51" y="407"/>
                    </a:lnTo>
                    <a:lnTo>
                      <a:pt x="86" y="444"/>
                    </a:lnTo>
                    <a:lnTo>
                      <a:pt x="132" y="480"/>
                    </a:lnTo>
                    <a:lnTo>
                      <a:pt x="196" y="509"/>
                    </a:lnTo>
                    <a:lnTo>
                      <a:pt x="271" y="517"/>
                    </a:lnTo>
                    <a:lnTo>
                      <a:pt x="371" y="523"/>
                    </a:lnTo>
                    <a:lnTo>
                      <a:pt x="429" y="515"/>
                    </a:lnTo>
                    <a:lnTo>
                      <a:pt x="442" y="486"/>
                    </a:lnTo>
                    <a:lnTo>
                      <a:pt x="435" y="449"/>
                    </a:lnTo>
                    <a:lnTo>
                      <a:pt x="393" y="336"/>
                    </a:lnTo>
                    <a:lnTo>
                      <a:pt x="358" y="223"/>
                    </a:lnTo>
                    <a:lnTo>
                      <a:pt x="342" y="139"/>
                    </a:lnTo>
                    <a:lnTo>
                      <a:pt x="342" y="116"/>
                    </a:lnTo>
                    <a:lnTo>
                      <a:pt x="320" y="85"/>
                    </a:lnTo>
                    <a:lnTo>
                      <a:pt x="293" y="76"/>
                    </a:lnTo>
                    <a:lnTo>
                      <a:pt x="245" y="76"/>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6" name="Google Shape;766;p6"/>
              <p:cNvSpPr/>
              <p:nvPr/>
            </p:nvSpPr>
            <p:spPr>
              <a:xfrm>
                <a:off x="1051" y="3129"/>
                <a:ext cx="374" cy="473"/>
              </a:xfrm>
              <a:custGeom>
                <a:rect b="b" l="l" r="r" t="t"/>
                <a:pathLst>
                  <a:path extrusionOk="0" h="473" w="374">
                    <a:moveTo>
                      <a:pt x="245" y="93"/>
                    </a:moveTo>
                    <a:lnTo>
                      <a:pt x="174" y="90"/>
                    </a:lnTo>
                    <a:lnTo>
                      <a:pt x="101" y="80"/>
                    </a:lnTo>
                    <a:lnTo>
                      <a:pt x="57" y="61"/>
                    </a:lnTo>
                    <a:lnTo>
                      <a:pt x="32" y="43"/>
                    </a:lnTo>
                    <a:lnTo>
                      <a:pt x="0" y="0"/>
                    </a:lnTo>
                    <a:lnTo>
                      <a:pt x="47" y="364"/>
                    </a:lnTo>
                    <a:lnTo>
                      <a:pt x="78" y="397"/>
                    </a:lnTo>
                    <a:lnTo>
                      <a:pt x="114" y="428"/>
                    </a:lnTo>
                    <a:lnTo>
                      <a:pt x="158" y="449"/>
                    </a:lnTo>
                    <a:lnTo>
                      <a:pt x="196" y="461"/>
                    </a:lnTo>
                    <a:lnTo>
                      <a:pt x="245" y="466"/>
                    </a:lnTo>
                    <a:lnTo>
                      <a:pt x="288" y="472"/>
                    </a:lnTo>
                    <a:lnTo>
                      <a:pt x="338" y="472"/>
                    </a:lnTo>
                    <a:lnTo>
                      <a:pt x="361" y="466"/>
                    </a:lnTo>
                    <a:lnTo>
                      <a:pt x="373" y="449"/>
                    </a:lnTo>
                    <a:lnTo>
                      <a:pt x="367" y="422"/>
                    </a:lnTo>
                    <a:lnTo>
                      <a:pt x="336" y="358"/>
                    </a:lnTo>
                    <a:lnTo>
                      <a:pt x="281" y="142"/>
                    </a:lnTo>
                    <a:lnTo>
                      <a:pt x="272" y="111"/>
                    </a:lnTo>
                    <a:lnTo>
                      <a:pt x="245" y="93"/>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767" name="Google Shape;767;p6"/>
            <p:cNvSpPr/>
            <p:nvPr/>
          </p:nvSpPr>
          <p:spPr>
            <a:xfrm>
              <a:off x="1825" y="3593"/>
              <a:ext cx="12" cy="276"/>
            </a:xfrm>
            <a:custGeom>
              <a:rect b="b" l="l" r="r" t="t"/>
              <a:pathLst>
                <a:path extrusionOk="0" h="276" w="12">
                  <a:moveTo>
                    <a:pt x="7" y="0"/>
                  </a:moveTo>
                  <a:lnTo>
                    <a:pt x="11" y="15"/>
                  </a:lnTo>
                  <a:lnTo>
                    <a:pt x="6" y="27"/>
                  </a:lnTo>
                  <a:lnTo>
                    <a:pt x="3" y="51"/>
                  </a:lnTo>
                  <a:lnTo>
                    <a:pt x="8" y="75"/>
                  </a:lnTo>
                  <a:lnTo>
                    <a:pt x="3" y="124"/>
                  </a:lnTo>
                  <a:lnTo>
                    <a:pt x="6" y="275"/>
                  </a:lnTo>
                  <a:lnTo>
                    <a:pt x="2" y="271"/>
                  </a:lnTo>
                  <a:lnTo>
                    <a:pt x="0" y="121"/>
                  </a:lnTo>
                  <a:lnTo>
                    <a:pt x="5" y="79"/>
                  </a:lnTo>
                  <a:lnTo>
                    <a:pt x="2" y="57"/>
                  </a:lnTo>
                  <a:lnTo>
                    <a:pt x="0" y="51"/>
                  </a:lnTo>
                  <a:lnTo>
                    <a:pt x="2" y="29"/>
                  </a:lnTo>
                  <a:lnTo>
                    <a:pt x="6" y="17"/>
                  </a:lnTo>
                  <a:lnTo>
                    <a:pt x="7"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68" name="Google Shape;768;p6"/>
            <p:cNvSpPr/>
            <p:nvPr/>
          </p:nvSpPr>
          <p:spPr>
            <a:xfrm>
              <a:off x="1748" y="3596"/>
              <a:ext cx="41" cy="10"/>
            </a:xfrm>
            <a:custGeom>
              <a:rect b="b" l="l" r="r" t="t"/>
              <a:pathLst>
                <a:path extrusionOk="0" h="10" w="41">
                  <a:moveTo>
                    <a:pt x="40" y="0"/>
                  </a:moveTo>
                  <a:lnTo>
                    <a:pt x="20" y="6"/>
                  </a:lnTo>
                  <a:lnTo>
                    <a:pt x="3" y="9"/>
                  </a:lnTo>
                  <a:lnTo>
                    <a:pt x="0" y="9"/>
                  </a:lnTo>
                  <a:lnTo>
                    <a:pt x="11" y="3"/>
                  </a:lnTo>
                  <a:lnTo>
                    <a:pt x="4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69" name="Google Shape;769;p6"/>
          <p:cNvGrpSpPr/>
          <p:nvPr/>
        </p:nvGrpSpPr>
        <p:grpSpPr>
          <a:xfrm>
            <a:off x="4500562" y="2008187"/>
            <a:ext cx="1000125" cy="1889125"/>
            <a:chOff x="2700" y="1589"/>
            <a:chExt cx="630" cy="1190"/>
          </a:xfrm>
        </p:grpSpPr>
        <p:grpSp>
          <p:nvGrpSpPr>
            <p:cNvPr id="770" name="Google Shape;770;p6"/>
            <p:cNvGrpSpPr/>
            <p:nvPr/>
          </p:nvGrpSpPr>
          <p:grpSpPr>
            <a:xfrm>
              <a:off x="2920" y="1838"/>
              <a:ext cx="174" cy="305"/>
              <a:chOff x="2920" y="1838"/>
              <a:chExt cx="174" cy="305"/>
            </a:xfrm>
          </p:grpSpPr>
          <p:sp>
            <p:nvSpPr>
              <p:cNvPr id="771" name="Google Shape;771;p6"/>
              <p:cNvSpPr/>
              <p:nvPr/>
            </p:nvSpPr>
            <p:spPr>
              <a:xfrm>
                <a:off x="2920" y="1838"/>
                <a:ext cx="174" cy="305"/>
              </a:xfrm>
              <a:custGeom>
                <a:rect b="b" l="l" r="r" t="t"/>
                <a:pathLst>
                  <a:path extrusionOk="0" h="305" w="174">
                    <a:moveTo>
                      <a:pt x="168" y="31"/>
                    </a:moveTo>
                    <a:lnTo>
                      <a:pt x="158" y="21"/>
                    </a:lnTo>
                    <a:lnTo>
                      <a:pt x="39" y="0"/>
                    </a:lnTo>
                    <a:lnTo>
                      <a:pt x="27" y="4"/>
                    </a:lnTo>
                    <a:lnTo>
                      <a:pt x="19" y="9"/>
                    </a:lnTo>
                    <a:lnTo>
                      <a:pt x="14" y="20"/>
                    </a:lnTo>
                    <a:lnTo>
                      <a:pt x="0" y="184"/>
                    </a:lnTo>
                    <a:lnTo>
                      <a:pt x="84" y="304"/>
                    </a:lnTo>
                    <a:lnTo>
                      <a:pt x="116" y="302"/>
                    </a:lnTo>
                    <a:lnTo>
                      <a:pt x="173" y="125"/>
                    </a:lnTo>
                    <a:lnTo>
                      <a:pt x="168" y="31"/>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2" name="Google Shape;772;p6"/>
              <p:cNvSpPr/>
              <p:nvPr/>
            </p:nvSpPr>
            <p:spPr>
              <a:xfrm>
                <a:off x="3028" y="1868"/>
                <a:ext cx="45" cy="76"/>
              </a:xfrm>
              <a:custGeom>
                <a:rect b="b" l="l" r="r" t="t"/>
                <a:pathLst>
                  <a:path extrusionOk="0" h="76" w="45">
                    <a:moveTo>
                      <a:pt x="0" y="37"/>
                    </a:moveTo>
                    <a:lnTo>
                      <a:pt x="14" y="53"/>
                    </a:lnTo>
                    <a:lnTo>
                      <a:pt x="20" y="75"/>
                    </a:lnTo>
                    <a:lnTo>
                      <a:pt x="36" y="56"/>
                    </a:lnTo>
                    <a:lnTo>
                      <a:pt x="42" y="46"/>
                    </a:lnTo>
                    <a:lnTo>
                      <a:pt x="44" y="25"/>
                    </a:lnTo>
                    <a:lnTo>
                      <a:pt x="43" y="0"/>
                    </a:lnTo>
                    <a:lnTo>
                      <a:pt x="29" y="16"/>
                    </a:lnTo>
                    <a:lnTo>
                      <a:pt x="26" y="24"/>
                    </a:lnTo>
                    <a:lnTo>
                      <a:pt x="22" y="29"/>
                    </a:lnTo>
                    <a:lnTo>
                      <a:pt x="11" y="35"/>
                    </a:lnTo>
                    <a:lnTo>
                      <a:pt x="0" y="37"/>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3" name="Google Shape;773;p6"/>
              <p:cNvSpPr/>
              <p:nvPr/>
            </p:nvSpPr>
            <p:spPr>
              <a:xfrm>
                <a:off x="2938" y="1848"/>
                <a:ext cx="77" cy="100"/>
              </a:xfrm>
              <a:custGeom>
                <a:rect b="b" l="l" r="r" t="t"/>
                <a:pathLst>
                  <a:path extrusionOk="0" h="100" w="77">
                    <a:moveTo>
                      <a:pt x="76" y="57"/>
                    </a:moveTo>
                    <a:lnTo>
                      <a:pt x="68" y="63"/>
                    </a:lnTo>
                    <a:lnTo>
                      <a:pt x="59" y="75"/>
                    </a:lnTo>
                    <a:lnTo>
                      <a:pt x="51" y="99"/>
                    </a:lnTo>
                    <a:lnTo>
                      <a:pt x="33" y="85"/>
                    </a:lnTo>
                    <a:lnTo>
                      <a:pt x="14" y="71"/>
                    </a:lnTo>
                    <a:lnTo>
                      <a:pt x="2" y="55"/>
                    </a:lnTo>
                    <a:lnTo>
                      <a:pt x="2" y="35"/>
                    </a:lnTo>
                    <a:lnTo>
                      <a:pt x="0" y="15"/>
                    </a:lnTo>
                    <a:lnTo>
                      <a:pt x="1" y="6"/>
                    </a:lnTo>
                    <a:lnTo>
                      <a:pt x="5" y="0"/>
                    </a:lnTo>
                    <a:lnTo>
                      <a:pt x="5" y="7"/>
                    </a:lnTo>
                    <a:lnTo>
                      <a:pt x="16" y="20"/>
                    </a:lnTo>
                    <a:lnTo>
                      <a:pt x="30" y="35"/>
                    </a:lnTo>
                    <a:lnTo>
                      <a:pt x="45" y="45"/>
                    </a:lnTo>
                    <a:lnTo>
                      <a:pt x="60" y="53"/>
                    </a:lnTo>
                    <a:lnTo>
                      <a:pt x="76" y="57"/>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4" name="Google Shape;774;p6"/>
              <p:cNvSpPr/>
              <p:nvPr/>
            </p:nvSpPr>
            <p:spPr>
              <a:xfrm>
                <a:off x="2979" y="1913"/>
                <a:ext cx="60" cy="201"/>
              </a:xfrm>
              <a:custGeom>
                <a:rect b="b" l="l" r="r" t="t"/>
                <a:pathLst>
                  <a:path extrusionOk="0" h="201" w="60">
                    <a:moveTo>
                      <a:pt x="42" y="0"/>
                    </a:moveTo>
                    <a:lnTo>
                      <a:pt x="55" y="13"/>
                    </a:lnTo>
                    <a:lnTo>
                      <a:pt x="59" y="33"/>
                    </a:lnTo>
                    <a:lnTo>
                      <a:pt x="58" y="42"/>
                    </a:lnTo>
                    <a:lnTo>
                      <a:pt x="55" y="51"/>
                    </a:lnTo>
                    <a:lnTo>
                      <a:pt x="52" y="57"/>
                    </a:lnTo>
                    <a:lnTo>
                      <a:pt x="53" y="75"/>
                    </a:lnTo>
                    <a:lnTo>
                      <a:pt x="55" y="103"/>
                    </a:lnTo>
                    <a:lnTo>
                      <a:pt x="41" y="148"/>
                    </a:lnTo>
                    <a:lnTo>
                      <a:pt x="30" y="200"/>
                    </a:lnTo>
                    <a:lnTo>
                      <a:pt x="18" y="168"/>
                    </a:lnTo>
                    <a:lnTo>
                      <a:pt x="4" y="132"/>
                    </a:lnTo>
                    <a:lnTo>
                      <a:pt x="0" y="115"/>
                    </a:lnTo>
                    <a:lnTo>
                      <a:pt x="10" y="82"/>
                    </a:lnTo>
                    <a:lnTo>
                      <a:pt x="21" y="57"/>
                    </a:lnTo>
                    <a:lnTo>
                      <a:pt x="18" y="39"/>
                    </a:lnTo>
                    <a:lnTo>
                      <a:pt x="23" y="21"/>
                    </a:lnTo>
                    <a:lnTo>
                      <a:pt x="29" y="9"/>
                    </a:lnTo>
                    <a:lnTo>
                      <a:pt x="42" y="0"/>
                    </a:lnTo>
                  </a:path>
                </a:pathLst>
              </a:custGeom>
              <a:solidFill>
                <a:srgbClr val="8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5" name="Google Shape;775;p6"/>
              <p:cNvSpPr/>
              <p:nvPr/>
            </p:nvSpPr>
            <p:spPr>
              <a:xfrm>
                <a:off x="3042" y="1926"/>
                <a:ext cx="27" cy="82"/>
              </a:xfrm>
              <a:custGeom>
                <a:rect b="b" l="l" r="r" t="t"/>
                <a:pathLst>
                  <a:path extrusionOk="0" h="82" w="27">
                    <a:moveTo>
                      <a:pt x="26" y="0"/>
                    </a:moveTo>
                    <a:lnTo>
                      <a:pt x="18" y="16"/>
                    </a:lnTo>
                    <a:lnTo>
                      <a:pt x="9" y="27"/>
                    </a:lnTo>
                    <a:lnTo>
                      <a:pt x="5" y="29"/>
                    </a:lnTo>
                    <a:lnTo>
                      <a:pt x="0" y="45"/>
                    </a:lnTo>
                    <a:lnTo>
                      <a:pt x="2" y="81"/>
                    </a:lnTo>
                    <a:lnTo>
                      <a:pt x="5" y="67"/>
                    </a:lnTo>
                    <a:lnTo>
                      <a:pt x="15" y="45"/>
                    </a:lnTo>
                    <a:lnTo>
                      <a:pt x="21" y="25"/>
                    </a:lnTo>
                    <a:lnTo>
                      <a:pt x="26" y="0"/>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76" name="Google Shape;776;p6"/>
              <p:cNvSpPr/>
              <p:nvPr/>
            </p:nvSpPr>
            <p:spPr>
              <a:xfrm>
                <a:off x="2940" y="1913"/>
                <a:ext cx="53" cy="110"/>
              </a:xfrm>
              <a:custGeom>
                <a:rect b="b" l="l" r="r" t="t"/>
                <a:pathLst>
                  <a:path extrusionOk="0" h="110" w="53">
                    <a:moveTo>
                      <a:pt x="49" y="43"/>
                    </a:moveTo>
                    <a:lnTo>
                      <a:pt x="52" y="53"/>
                    </a:lnTo>
                    <a:lnTo>
                      <a:pt x="44" y="70"/>
                    </a:lnTo>
                    <a:lnTo>
                      <a:pt x="40" y="84"/>
                    </a:lnTo>
                    <a:lnTo>
                      <a:pt x="33" y="109"/>
                    </a:lnTo>
                    <a:lnTo>
                      <a:pt x="23" y="76"/>
                    </a:lnTo>
                    <a:lnTo>
                      <a:pt x="15" y="52"/>
                    </a:lnTo>
                    <a:lnTo>
                      <a:pt x="8" y="32"/>
                    </a:lnTo>
                    <a:lnTo>
                      <a:pt x="3" y="15"/>
                    </a:lnTo>
                    <a:lnTo>
                      <a:pt x="0" y="1"/>
                    </a:lnTo>
                    <a:lnTo>
                      <a:pt x="1" y="0"/>
                    </a:lnTo>
                    <a:lnTo>
                      <a:pt x="8" y="11"/>
                    </a:lnTo>
                    <a:lnTo>
                      <a:pt x="23" y="24"/>
                    </a:lnTo>
                    <a:lnTo>
                      <a:pt x="49" y="43"/>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77" name="Google Shape;777;p6"/>
            <p:cNvGrpSpPr/>
            <p:nvPr/>
          </p:nvGrpSpPr>
          <p:grpSpPr>
            <a:xfrm>
              <a:off x="2917" y="1589"/>
              <a:ext cx="211" cy="317"/>
              <a:chOff x="2917" y="1589"/>
              <a:chExt cx="211" cy="317"/>
            </a:xfrm>
          </p:grpSpPr>
          <p:sp>
            <p:nvSpPr>
              <p:cNvPr id="778" name="Google Shape;778;p6"/>
              <p:cNvSpPr/>
              <p:nvPr/>
            </p:nvSpPr>
            <p:spPr>
              <a:xfrm>
                <a:off x="2947" y="1798"/>
                <a:ext cx="115" cy="108"/>
              </a:xfrm>
              <a:custGeom>
                <a:rect b="b" l="l" r="r" t="t"/>
                <a:pathLst>
                  <a:path extrusionOk="0" h="108" w="115">
                    <a:moveTo>
                      <a:pt x="114" y="76"/>
                    </a:moveTo>
                    <a:lnTo>
                      <a:pt x="109" y="94"/>
                    </a:lnTo>
                    <a:lnTo>
                      <a:pt x="99" y="102"/>
                    </a:lnTo>
                    <a:lnTo>
                      <a:pt x="89" y="107"/>
                    </a:lnTo>
                    <a:lnTo>
                      <a:pt x="71" y="107"/>
                    </a:lnTo>
                    <a:lnTo>
                      <a:pt x="58" y="102"/>
                    </a:lnTo>
                    <a:lnTo>
                      <a:pt x="41" y="93"/>
                    </a:lnTo>
                    <a:lnTo>
                      <a:pt x="29" y="85"/>
                    </a:lnTo>
                    <a:lnTo>
                      <a:pt x="19" y="76"/>
                    </a:lnTo>
                    <a:lnTo>
                      <a:pt x="9" y="67"/>
                    </a:lnTo>
                    <a:lnTo>
                      <a:pt x="0" y="52"/>
                    </a:lnTo>
                    <a:lnTo>
                      <a:pt x="3" y="42"/>
                    </a:lnTo>
                    <a:lnTo>
                      <a:pt x="4" y="32"/>
                    </a:lnTo>
                    <a:lnTo>
                      <a:pt x="4" y="21"/>
                    </a:lnTo>
                    <a:lnTo>
                      <a:pt x="3" y="0"/>
                    </a:lnTo>
                    <a:lnTo>
                      <a:pt x="114" y="76"/>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79" name="Google Shape;779;p6"/>
              <p:cNvGrpSpPr/>
              <p:nvPr/>
            </p:nvGrpSpPr>
            <p:grpSpPr>
              <a:xfrm>
                <a:off x="2917" y="1589"/>
                <a:ext cx="211" cy="298"/>
                <a:chOff x="2917" y="1589"/>
                <a:chExt cx="211" cy="298"/>
              </a:xfrm>
            </p:grpSpPr>
            <p:sp>
              <p:nvSpPr>
                <p:cNvPr id="780" name="Google Shape;780;p6"/>
                <p:cNvSpPr/>
                <p:nvPr/>
              </p:nvSpPr>
              <p:spPr>
                <a:xfrm>
                  <a:off x="2917" y="1589"/>
                  <a:ext cx="211" cy="201"/>
                </a:xfrm>
                <a:custGeom>
                  <a:rect b="b" l="l" r="r" t="t"/>
                  <a:pathLst>
                    <a:path extrusionOk="0" h="201" w="211">
                      <a:moveTo>
                        <a:pt x="139" y="1"/>
                      </a:moveTo>
                      <a:lnTo>
                        <a:pt x="166" y="18"/>
                      </a:lnTo>
                      <a:lnTo>
                        <a:pt x="178" y="38"/>
                      </a:lnTo>
                      <a:lnTo>
                        <a:pt x="199" y="50"/>
                      </a:lnTo>
                      <a:lnTo>
                        <a:pt x="206" y="65"/>
                      </a:lnTo>
                      <a:lnTo>
                        <a:pt x="210" y="94"/>
                      </a:lnTo>
                      <a:lnTo>
                        <a:pt x="209" y="115"/>
                      </a:lnTo>
                      <a:lnTo>
                        <a:pt x="206" y="135"/>
                      </a:lnTo>
                      <a:lnTo>
                        <a:pt x="193" y="147"/>
                      </a:lnTo>
                      <a:lnTo>
                        <a:pt x="20" y="200"/>
                      </a:lnTo>
                      <a:lnTo>
                        <a:pt x="17" y="170"/>
                      </a:lnTo>
                      <a:lnTo>
                        <a:pt x="9" y="148"/>
                      </a:lnTo>
                      <a:lnTo>
                        <a:pt x="0" y="126"/>
                      </a:lnTo>
                      <a:lnTo>
                        <a:pt x="0" y="99"/>
                      </a:lnTo>
                      <a:lnTo>
                        <a:pt x="5" y="72"/>
                      </a:lnTo>
                      <a:lnTo>
                        <a:pt x="13" y="50"/>
                      </a:lnTo>
                      <a:lnTo>
                        <a:pt x="25" y="30"/>
                      </a:lnTo>
                      <a:lnTo>
                        <a:pt x="43" y="17"/>
                      </a:lnTo>
                      <a:lnTo>
                        <a:pt x="64" y="3"/>
                      </a:lnTo>
                      <a:lnTo>
                        <a:pt x="106" y="0"/>
                      </a:lnTo>
                      <a:lnTo>
                        <a:pt x="139" y="1"/>
                      </a:lnTo>
                    </a:path>
                  </a:pathLst>
                </a:custGeom>
                <a:solidFill>
                  <a:srgbClr val="40200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81" name="Google Shape;781;p6"/>
                <p:cNvGrpSpPr/>
                <p:nvPr/>
              </p:nvGrpSpPr>
              <p:grpSpPr>
                <a:xfrm>
                  <a:off x="2933" y="1671"/>
                  <a:ext cx="182" cy="216"/>
                  <a:chOff x="2933" y="1671"/>
                  <a:chExt cx="182" cy="216"/>
                </a:xfrm>
              </p:grpSpPr>
              <p:sp>
                <p:nvSpPr>
                  <p:cNvPr id="782" name="Google Shape;782;p6"/>
                  <p:cNvSpPr/>
                  <p:nvPr/>
                </p:nvSpPr>
                <p:spPr>
                  <a:xfrm>
                    <a:off x="2933" y="1671"/>
                    <a:ext cx="182" cy="216"/>
                  </a:xfrm>
                  <a:custGeom>
                    <a:rect b="b" l="l" r="r" t="t"/>
                    <a:pathLst>
                      <a:path extrusionOk="0" h="216" w="182">
                        <a:moveTo>
                          <a:pt x="181" y="65"/>
                        </a:moveTo>
                        <a:lnTo>
                          <a:pt x="175" y="74"/>
                        </a:lnTo>
                        <a:lnTo>
                          <a:pt x="175" y="86"/>
                        </a:lnTo>
                        <a:lnTo>
                          <a:pt x="173" y="100"/>
                        </a:lnTo>
                        <a:lnTo>
                          <a:pt x="168" y="118"/>
                        </a:lnTo>
                        <a:lnTo>
                          <a:pt x="162" y="138"/>
                        </a:lnTo>
                        <a:lnTo>
                          <a:pt x="156" y="159"/>
                        </a:lnTo>
                        <a:lnTo>
                          <a:pt x="149" y="181"/>
                        </a:lnTo>
                        <a:lnTo>
                          <a:pt x="143" y="193"/>
                        </a:lnTo>
                        <a:lnTo>
                          <a:pt x="135" y="203"/>
                        </a:lnTo>
                        <a:lnTo>
                          <a:pt x="126" y="212"/>
                        </a:lnTo>
                        <a:lnTo>
                          <a:pt x="115" y="215"/>
                        </a:lnTo>
                        <a:lnTo>
                          <a:pt x="100" y="210"/>
                        </a:lnTo>
                        <a:lnTo>
                          <a:pt x="84" y="205"/>
                        </a:lnTo>
                        <a:lnTo>
                          <a:pt x="71" y="200"/>
                        </a:lnTo>
                        <a:lnTo>
                          <a:pt x="59" y="193"/>
                        </a:lnTo>
                        <a:lnTo>
                          <a:pt x="49" y="185"/>
                        </a:lnTo>
                        <a:lnTo>
                          <a:pt x="41" y="176"/>
                        </a:lnTo>
                        <a:lnTo>
                          <a:pt x="31" y="166"/>
                        </a:lnTo>
                        <a:lnTo>
                          <a:pt x="21" y="152"/>
                        </a:lnTo>
                        <a:lnTo>
                          <a:pt x="13" y="136"/>
                        </a:lnTo>
                        <a:lnTo>
                          <a:pt x="11" y="113"/>
                        </a:lnTo>
                        <a:lnTo>
                          <a:pt x="11" y="99"/>
                        </a:lnTo>
                        <a:lnTo>
                          <a:pt x="5" y="89"/>
                        </a:lnTo>
                        <a:lnTo>
                          <a:pt x="1" y="79"/>
                        </a:lnTo>
                        <a:lnTo>
                          <a:pt x="0" y="66"/>
                        </a:lnTo>
                        <a:lnTo>
                          <a:pt x="2" y="49"/>
                        </a:lnTo>
                        <a:lnTo>
                          <a:pt x="9" y="39"/>
                        </a:lnTo>
                        <a:lnTo>
                          <a:pt x="19" y="38"/>
                        </a:lnTo>
                        <a:lnTo>
                          <a:pt x="24" y="46"/>
                        </a:lnTo>
                        <a:lnTo>
                          <a:pt x="29" y="58"/>
                        </a:lnTo>
                        <a:lnTo>
                          <a:pt x="35" y="38"/>
                        </a:lnTo>
                        <a:lnTo>
                          <a:pt x="45" y="35"/>
                        </a:lnTo>
                        <a:lnTo>
                          <a:pt x="53" y="33"/>
                        </a:lnTo>
                        <a:lnTo>
                          <a:pt x="84" y="24"/>
                        </a:lnTo>
                        <a:lnTo>
                          <a:pt x="111" y="9"/>
                        </a:lnTo>
                        <a:lnTo>
                          <a:pt x="136" y="0"/>
                        </a:lnTo>
                        <a:lnTo>
                          <a:pt x="160" y="1"/>
                        </a:lnTo>
                        <a:lnTo>
                          <a:pt x="175" y="7"/>
                        </a:lnTo>
                        <a:lnTo>
                          <a:pt x="178" y="37"/>
                        </a:lnTo>
                        <a:lnTo>
                          <a:pt x="181" y="53"/>
                        </a:lnTo>
                        <a:lnTo>
                          <a:pt x="181" y="65"/>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3" name="Google Shape;783;p6"/>
                  <p:cNvSpPr/>
                  <p:nvPr/>
                </p:nvSpPr>
                <p:spPr>
                  <a:xfrm>
                    <a:off x="3025" y="1834"/>
                    <a:ext cx="50" cy="4"/>
                  </a:xfrm>
                  <a:custGeom>
                    <a:rect b="b" l="l" r="r" t="t"/>
                    <a:pathLst>
                      <a:path extrusionOk="0" h="4" w="50">
                        <a:moveTo>
                          <a:pt x="48" y="3"/>
                        </a:moveTo>
                        <a:lnTo>
                          <a:pt x="49" y="2"/>
                        </a:lnTo>
                        <a:lnTo>
                          <a:pt x="49" y="1"/>
                        </a:lnTo>
                        <a:lnTo>
                          <a:pt x="46" y="1"/>
                        </a:lnTo>
                        <a:lnTo>
                          <a:pt x="39" y="0"/>
                        </a:lnTo>
                        <a:lnTo>
                          <a:pt x="34" y="1"/>
                        </a:lnTo>
                        <a:lnTo>
                          <a:pt x="28" y="0"/>
                        </a:lnTo>
                        <a:lnTo>
                          <a:pt x="14" y="1"/>
                        </a:lnTo>
                        <a:lnTo>
                          <a:pt x="8" y="1"/>
                        </a:lnTo>
                        <a:lnTo>
                          <a:pt x="4" y="1"/>
                        </a:lnTo>
                        <a:lnTo>
                          <a:pt x="2" y="0"/>
                        </a:lnTo>
                        <a:lnTo>
                          <a:pt x="2" y="2"/>
                        </a:lnTo>
                        <a:lnTo>
                          <a:pt x="0" y="3"/>
                        </a:lnTo>
                        <a:lnTo>
                          <a:pt x="5" y="1"/>
                        </a:lnTo>
                        <a:lnTo>
                          <a:pt x="15" y="1"/>
                        </a:lnTo>
                        <a:lnTo>
                          <a:pt x="28" y="1"/>
                        </a:lnTo>
                        <a:lnTo>
                          <a:pt x="33" y="1"/>
                        </a:lnTo>
                        <a:lnTo>
                          <a:pt x="38" y="1"/>
                        </a:lnTo>
                        <a:lnTo>
                          <a:pt x="43" y="1"/>
                        </a:lnTo>
                        <a:lnTo>
                          <a:pt x="46" y="2"/>
                        </a:lnTo>
                        <a:lnTo>
                          <a:pt x="48"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4" name="Google Shape;784;p6"/>
                  <p:cNvSpPr/>
                  <p:nvPr/>
                </p:nvSpPr>
                <p:spPr>
                  <a:xfrm>
                    <a:off x="3044" y="1846"/>
                    <a:ext cx="20" cy="4"/>
                  </a:xfrm>
                  <a:custGeom>
                    <a:rect b="b" l="l" r="r" t="t"/>
                    <a:pathLst>
                      <a:path extrusionOk="0" h="4" w="20">
                        <a:moveTo>
                          <a:pt x="19" y="2"/>
                        </a:moveTo>
                        <a:lnTo>
                          <a:pt x="14" y="2"/>
                        </a:lnTo>
                        <a:lnTo>
                          <a:pt x="11" y="2"/>
                        </a:lnTo>
                        <a:lnTo>
                          <a:pt x="0" y="3"/>
                        </a:lnTo>
                        <a:lnTo>
                          <a:pt x="8" y="0"/>
                        </a:lnTo>
                        <a:lnTo>
                          <a:pt x="14" y="1"/>
                        </a:lnTo>
                        <a:lnTo>
                          <a:pt x="19"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5" name="Google Shape;785;p6"/>
                  <p:cNvSpPr/>
                  <p:nvPr/>
                </p:nvSpPr>
                <p:spPr>
                  <a:xfrm>
                    <a:off x="3044" y="1871"/>
                    <a:ext cx="11" cy="3"/>
                  </a:xfrm>
                  <a:custGeom>
                    <a:rect b="b" l="l" r="r" t="t"/>
                    <a:pathLst>
                      <a:path extrusionOk="0" h="3" w="11">
                        <a:moveTo>
                          <a:pt x="10" y="0"/>
                        </a:moveTo>
                        <a:lnTo>
                          <a:pt x="6" y="1"/>
                        </a:lnTo>
                        <a:lnTo>
                          <a:pt x="5" y="2"/>
                        </a:lnTo>
                        <a:lnTo>
                          <a:pt x="4" y="1"/>
                        </a:lnTo>
                        <a:lnTo>
                          <a:pt x="0" y="0"/>
                        </a:lnTo>
                        <a:lnTo>
                          <a:pt x="6" y="0"/>
                        </a:lnTo>
                        <a:lnTo>
                          <a:pt x="1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6" name="Google Shape;786;p6"/>
                  <p:cNvSpPr/>
                  <p:nvPr/>
                </p:nvSpPr>
                <p:spPr>
                  <a:xfrm>
                    <a:off x="2946" y="1730"/>
                    <a:ext cx="2" cy="17"/>
                  </a:xfrm>
                  <a:custGeom>
                    <a:rect b="b" l="l" r="r" t="t"/>
                    <a:pathLst>
                      <a:path extrusionOk="0" h="17" w="2">
                        <a:moveTo>
                          <a:pt x="1" y="0"/>
                        </a:moveTo>
                        <a:lnTo>
                          <a:pt x="1" y="3"/>
                        </a:lnTo>
                        <a:lnTo>
                          <a:pt x="1" y="6"/>
                        </a:lnTo>
                        <a:lnTo>
                          <a:pt x="0" y="9"/>
                        </a:lnTo>
                        <a:lnTo>
                          <a:pt x="1" y="16"/>
                        </a:lnTo>
                        <a:lnTo>
                          <a:pt x="0" y="7"/>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7" name="Google Shape;787;p6"/>
                  <p:cNvSpPr/>
                  <p:nvPr/>
                </p:nvSpPr>
                <p:spPr>
                  <a:xfrm>
                    <a:off x="2941" y="1718"/>
                    <a:ext cx="6" cy="29"/>
                  </a:xfrm>
                  <a:custGeom>
                    <a:rect b="b" l="l" r="r" t="t"/>
                    <a:pathLst>
                      <a:path extrusionOk="0" h="29" w="6">
                        <a:moveTo>
                          <a:pt x="5" y="9"/>
                        </a:moveTo>
                        <a:lnTo>
                          <a:pt x="5" y="5"/>
                        </a:lnTo>
                        <a:lnTo>
                          <a:pt x="4" y="1"/>
                        </a:lnTo>
                        <a:lnTo>
                          <a:pt x="2" y="0"/>
                        </a:lnTo>
                        <a:lnTo>
                          <a:pt x="0" y="3"/>
                        </a:lnTo>
                        <a:lnTo>
                          <a:pt x="0" y="12"/>
                        </a:lnTo>
                        <a:lnTo>
                          <a:pt x="0" y="24"/>
                        </a:lnTo>
                        <a:lnTo>
                          <a:pt x="2" y="28"/>
                        </a:lnTo>
                        <a:lnTo>
                          <a:pt x="1" y="21"/>
                        </a:lnTo>
                        <a:lnTo>
                          <a:pt x="1" y="9"/>
                        </a:lnTo>
                        <a:lnTo>
                          <a:pt x="2" y="3"/>
                        </a:lnTo>
                        <a:lnTo>
                          <a:pt x="3" y="3"/>
                        </a:lnTo>
                        <a:lnTo>
                          <a:pt x="5" y="9"/>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8" name="Google Shape;788;p6"/>
                  <p:cNvSpPr/>
                  <p:nvPr/>
                </p:nvSpPr>
                <p:spPr>
                  <a:xfrm>
                    <a:off x="2945" y="1770"/>
                    <a:ext cx="3" cy="3"/>
                  </a:xfrm>
                  <a:custGeom>
                    <a:rect b="b" l="l" r="r" t="t"/>
                    <a:pathLst>
                      <a:path extrusionOk="0" h="3" w="3">
                        <a:moveTo>
                          <a:pt x="0" y="1"/>
                        </a:moveTo>
                        <a:lnTo>
                          <a:pt x="0" y="0"/>
                        </a:lnTo>
                        <a:lnTo>
                          <a:pt x="1" y="1"/>
                        </a:lnTo>
                        <a:lnTo>
                          <a:pt x="2" y="1"/>
                        </a:lnTo>
                        <a:lnTo>
                          <a:pt x="0" y="2"/>
                        </a:lnTo>
                        <a:lnTo>
                          <a:pt x="0"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9" name="Google Shape;789;p6"/>
                  <p:cNvSpPr/>
                  <p:nvPr/>
                </p:nvSpPr>
                <p:spPr>
                  <a:xfrm>
                    <a:off x="2975" y="1770"/>
                    <a:ext cx="4" cy="8"/>
                  </a:xfrm>
                  <a:custGeom>
                    <a:rect b="b" l="l" r="r" t="t"/>
                    <a:pathLst>
                      <a:path extrusionOk="0" h="8" w="4">
                        <a:moveTo>
                          <a:pt x="0" y="0"/>
                        </a:moveTo>
                        <a:lnTo>
                          <a:pt x="3" y="3"/>
                        </a:lnTo>
                        <a:lnTo>
                          <a:pt x="3" y="7"/>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790" name="Google Shape;790;p6"/>
                  <p:cNvGrpSpPr/>
                  <p:nvPr/>
                </p:nvGrpSpPr>
                <p:grpSpPr>
                  <a:xfrm>
                    <a:off x="3003" y="1727"/>
                    <a:ext cx="49" cy="26"/>
                    <a:chOff x="3003" y="1727"/>
                    <a:chExt cx="49" cy="26"/>
                  </a:xfrm>
                </p:grpSpPr>
                <p:sp>
                  <p:nvSpPr>
                    <p:cNvPr id="791" name="Google Shape;791;p6"/>
                    <p:cNvSpPr/>
                    <p:nvPr/>
                  </p:nvSpPr>
                  <p:spPr>
                    <a:xfrm>
                      <a:off x="3014" y="1742"/>
                      <a:ext cx="25" cy="11"/>
                    </a:xfrm>
                    <a:custGeom>
                      <a:rect b="b" l="l" r="r" t="t"/>
                      <a:pathLst>
                        <a:path extrusionOk="0" h="11" w="25">
                          <a:moveTo>
                            <a:pt x="20" y="2"/>
                          </a:moveTo>
                          <a:lnTo>
                            <a:pt x="24" y="4"/>
                          </a:lnTo>
                          <a:lnTo>
                            <a:pt x="22" y="4"/>
                          </a:lnTo>
                          <a:lnTo>
                            <a:pt x="20" y="6"/>
                          </a:lnTo>
                          <a:lnTo>
                            <a:pt x="19" y="8"/>
                          </a:lnTo>
                          <a:lnTo>
                            <a:pt x="16" y="10"/>
                          </a:lnTo>
                          <a:lnTo>
                            <a:pt x="18" y="7"/>
                          </a:lnTo>
                          <a:lnTo>
                            <a:pt x="19" y="6"/>
                          </a:lnTo>
                          <a:lnTo>
                            <a:pt x="14" y="7"/>
                          </a:lnTo>
                          <a:lnTo>
                            <a:pt x="11" y="6"/>
                          </a:lnTo>
                          <a:lnTo>
                            <a:pt x="7" y="6"/>
                          </a:lnTo>
                          <a:lnTo>
                            <a:pt x="3" y="3"/>
                          </a:lnTo>
                          <a:lnTo>
                            <a:pt x="0" y="2"/>
                          </a:lnTo>
                          <a:lnTo>
                            <a:pt x="5" y="1"/>
                          </a:lnTo>
                          <a:lnTo>
                            <a:pt x="10" y="0"/>
                          </a:lnTo>
                          <a:lnTo>
                            <a:pt x="14" y="0"/>
                          </a:lnTo>
                          <a:lnTo>
                            <a:pt x="17" y="1"/>
                          </a:lnTo>
                          <a:lnTo>
                            <a:pt x="2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2" name="Google Shape;792;p6"/>
                    <p:cNvSpPr/>
                    <p:nvPr/>
                  </p:nvSpPr>
                  <p:spPr>
                    <a:xfrm>
                      <a:off x="3003" y="1727"/>
                      <a:ext cx="49" cy="9"/>
                    </a:xfrm>
                    <a:custGeom>
                      <a:rect b="b" l="l" r="r" t="t"/>
                      <a:pathLst>
                        <a:path extrusionOk="0" h="9" w="49">
                          <a:moveTo>
                            <a:pt x="48" y="5"/>
                          </a:moveTo>
                          <a:lnTo>
                            <a:pt x="43" y="8"/>
                          </a:lnTo>
                          <a:lnTo>
                            <a:pt x="31" y="5"/>
                          </a:lnTo>
                          <a:lnTo>
                            <a:pt x="18" y="3"/>
                          </a:lnTo>
                          <a:lnTo>
                            <a:pt x="0" y="3"/>
                          </a:lnTo>
                          <a:lnTo>
                            <a:pt x="15" y="1"/>
                          </a:lnTo>
                          <a:lnTo>
                            <a:pt x="10" y="0"/>
                          </a:lnTo>
                          <a:lnTo>
                            <a:pt x="21" y="1"/>
                          </a:lnTo>
                          <a:lnTo>
                            <a:pt x="27" y="2"/>
                          </a:lnTo>
                          <a:lnTo>
                            <a:pt x="25" y="0"/>
                          </a:lnTo>
                          <a:lnTo>
                            <a:pt x="33" y="2"/>
                          </a:lnTo>
                          <a:lnTo>
                            <a:pt x="38" y="4"/>
                          </a:lnTo>
                          <a:lnTo>
                            <a:pt x="36" y="2"/>
                          </a:lnTo>
                          <a:lnTo>
                            <a:pt x="48" y="5"/>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3" name="Google Shape;793;p6"/>
                    <p:cNvSpPr/>
                    <p:nvPr/>
                  </p:nvSpPr>
                  <p:spPr>
                    <a:xfrm>
                      <a:off x="3034" y="1743"/>
                      <a:ext cx="3" cy="4"/>
                    </a:xfrm>
                    <a:custGeom>
                      <a:rect b="b" l="l" r="r" t="t"/>
                      <a:pathLst>
                        <a:path extrusionOk="0" h="4" w="3">
                          <a:moveTo>
                            <a:pt x="1" y="3"/>
                          </a:moveTo>
                          <a:lnTo>
                            <a:pt x="0" y="1"/>
                          </a:lnTo>
                          <a:lnTo>
                            <a:pt x="2" y="0"/>
                          </a:lnTo>
                          <a:lnTo>
                            <a:pt x="2" y="1"/>
                          </a:lnTo>
                          <a:lnTo>
                            <a:pt x="1" y="3"/>
                          </a:lnTo>
                        </a:path>
                      </a:pathLst>
                    </a:custGeom>
                    <a:solidFill>
                      <a:srgbClr val="FFC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4" name="Google Shape;794;p6"/>
                    <p:cNvSpPr/>
                    <p:nvPr/>
                  </p:nvSpPr>
                  <p:spPr>
                    <a:xfrm>
                      <a:off x="3018" y="1737"/>
                      <a:ext cx="19" cy="2"/>
                    </a:xfrm>
                    <a:custGeom>
                      <a:rect b="b" l="l" r="r" t="t"/>
                      <a:pathLst>
                        <a:path extrusionOk="0" h="2" w="19">
                          <a:moveTo>
                            <a:pt x="18" y="0"/>
                          </a:moveTo>
                          <a:lnTo>
                            <a:pt x="13" y="1"/>
                          </a:lnTo>
                          <a:lnTo>
                            <a:pt x="8" y="1"/>
                          </a:lnTo>
                          <a:lnTo>
                            <a:pt x="4" y="1"/>
                          </a:lnTo>
                          <a:lnTo>
                            <a:pt x="0" y="0"/>
                          </a:lnTo>
                          <a:lnTo>
                            <a:pt x="5" y="1"/>
                          </a:lnTo>
                          <a:lnTo>
                            <a:pt x="9" y="1"/>
                          </a:lnTo>
                          <a:lnTo>
                            <a:pt x="12" y="1"/>
                          </a:lnTo>
                          <a:lnTo>
                            <a:pt x="15" y="1"/>
                          </a:lnTo>
                          <a:lnTo>
                            <a:pt x="18"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795" name="Google Shape;795;p6"/>
                  <p:cNvGrpSpPr/>
                  <p:nvPr/>
                </p:nvGrpSpPr>
                <p:grpSpPr>
                  <a:xfrm>
                    <a:off x="3076" y="1731"/>
                    <a:ext cx="27" cy="25"/>
                    <a:chOff x="3076" y="1731"/>
                    <a:chExt cx="27" cy="25"/>
                  </a:xfrm>
                </p:grpSpPr>
                <p:sp>
                  <p:nvSpPr>
                    <p:cNvPr id="796" name="Google Shape;796;p6"/>
                    <p:cNvSpPr/>
                    <p:nvPr/>
                  </p:nvSpPr>
                  <p:spPr>
                    <a:xfrm>
                      <a:off x="3082" y="1746"/>
                      <a:ext cx="16" cy="10"/>
                    </a:xfrm>
                    <a:custGeom>
                      <a:rect b="b" l="l" r="r" t="t"/>
                      <a:pathLst>
                        <a:path extrusionOk="0" h="10" w="16">
                          <a:moveTo>
                            <a:pt x="15" y="3"/>
                          </a:moveTo>
                          <a:lnTo>
                            <a:pt x="13" y="4"/>
                          </a:lnTo>
                          <a:lnTo>
                            <a:pt x="11" y="5"/>
                          </a:lnTo>
                          <a:lnTo>
                            <a:pt x="7" y="5"/>
                          </a:lnTo>
                          <a:lnTo>
                            <a:pt x="4" y="5"/>
                          </a:lnTo>
                          <a:lnTo>
                            <a:pt x="4" y="6"/>
                          </a:lnTo>
                          <a:lnTo>
                            <a:pt x="7" y="9"/>
                          </a:lnTo>
                          <a:lnTo>
                            <a:pt x="3" y="7"/>
                          </a:lnTo>
                          <a:lnTo>
                            <a:pt x="1" y="5"/>
                          </a:lnTo>
                          <a:lnTo>
                            <a:pt x="0" y="4"/>
                          </a:lnTo>
                          <a:lnTo>
                            <a:pt x="0" y="2"/>
                          </a:lnTo>
                          <a:lnTo>
                            <a:pt x="1" y="1"/>
                          </a:lnTo>
                          <a:lnTo>
                            <a:pt x="5" y="1"/>
                          </a:lnTo>
                          <a:lnTo>
                            <a:pt x="8" y="0"/>
                          </a:lnTo>
                          <a:lnTo>
                            <a:pt x="12" y="1"/>
                          </a:lnTo>
                          <a:lnTo>
                            <a:pt x="15"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7" name="Google Shape;797;p6"/>
                    <p:cNvSpPr/>
                    <p:nvPr/>
                  </p:nvSpPr>
                  <p:spPr>
                    <a:xfrm>
                      <a:off x="3076" y="1731"/>
                      <a:ext cx="27" cy="22"/>
                    </a:xfrm>
                    <a:custGeom>
                      <a:rect b="b" l="l" r="r" t="t"/>
                      <a:pathLst>
                        <a:path extrusionOk="0" h="22" w="27">
                          <a:moveTo>
                            <a:pt x="26" y="2"/>
                          </a:moveTo>
                          <a:lnTo>
                            <a:pt x="19" y="1"/>
                          </a:lnTo>
                          <a:lnTo>
                            <a:pt x="16" y="0"/>
                          </a:lnTo>
                          <a:lnTo>
                            <a:pt x="11" y="1"/>
                          </a:lnTo>
                          <a:lnTo>
                            <a:pt x="13" y="1"/>
                          </a:lnTo>
                          <a:lnTo>
                            <a:pt x="9" y="1"/>
                          </a:lnTo>
                          <a:lnTo>
                            <a:pt x="5" y="4"/>
                          </a:lnTo>
                          <a:lnTo>
                            <a:pt x="5" y="1"/>
                          </a:lnTo>
                          <a:lnTo>
                            <a:pt x="3" y="4"/>
                          </a:lnTo>
                          <a:lnTo>
                            <a:pt x="0" y="3"/>
                          </a:lnTo>
                          <a:lnTo>
                            <a:pt x="0" y="7"/>
                          </a:lnTo>
                          <a:lnTo>
                            <a:pt x="1" y="9"/>
                          </a:lnTo>
                          <a:lnTo>
                            <a:pt x="2" y="15"/>
                          </a:lnTo>
                          <a:lnTo>
                            <a:pt x="2" y="21"/>
                          </a:lnTo>
                          <a:lnTo>
                            <a:pt x="3" y="17"/>
                          </a:lnTo>
                          <a:lnTo>
                            <a:pt x="2" y="11"/>
                          </a:lnTo>
                          <a:lnTo>
                            <a:pt x="4" y="9"/>
                          </a:lnTo>
                          <a:lnTo>
                            <a:pt x="7" y="7"/>
                          </a:lnTo>
                          <a:lnTo>
                            <a:pt x="11" y="5"/>
                          </a:lnTo>
                          <a:lnTo>
                            <a:pt x="18" y="4"/>
                          </a:lnTo>
                          <a:lnTo>
                            <a:pt x="26"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8" name="Google Shape;798;p6"/>
                    <p:cNvSpPr/>
                    <p:nvPr/>
                  </p:nvSpPr>
                  <p:spPr>
                    <a:xfrm>
                      <a:off x="3093" y="1747"/>
                      <a:ext cx="4" cy="3"/>
                    </a:xfrm>
                    <a:custGeom>
                      <a:rect b="b" l="l" r="r" t="t"/>
                      <a:pathLst>
                        <a:path extrusionOk="0" h="3" w="4">
                          <a:moveTo>
                            <a:pt x="0" y="1"/>
                          </a:moveTo>
                          <a:lnTo>
                            <a:pt x="1" y="0"/>
                          </a:lnTo>
                          <a:lnTo>
                            <a:pt x="3" y="0"/>
                          </a:lnTo>
                          <a:lnTo>
                            <a:pt x="2" y="1"/>
                          </a:lnTo>
                          <a:lnTo>
                            <a:pt x="2" y="2"/>
                          </a:lnTo>
                          <a:lnTo>
                            <a:pt x="0" y="1"/>
                          </a:lnTo>
                        </a:path>
                      </a:pathLst>
                    </a:custGeom>
                    <a:solidFill>
                      <a:srgbClr val="FFC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9" name="Google Shape;799;p6"/>
                    <p:cNvSpPr/>
                    <p:nvPr/>
                  </p:nvSpPr>
                  <p:spPr>
                    <a:xfrm>
                      <a:off x="3083" y="1741"/>
                      <a:ext cx="15" cy="3"/>
                    </a:xfrm>
                    <a:custGeom>
                      <a:rect b="b" l="l" r="r" t="t"/>
                      <a:pathLst>
                        <a:path extrusionOk="0" h="3" w="15">
                          <a:moveTo>
                            <a:pt x="0" y="1"/>
                          </a:moveTo>
                          <a:lnTo>
                            <a:pt x="2" y="1"/>
                          </a:lnTo>
                          <a:lnTo>
                            <a:pt x="5" y="1"/>
                          </a:lnTo>
                          <a:lnTo>
                            <a:pt x="7" y="2"/>
                          </a:lnTo>
                          <a:lnTo>
                            <a:pt x="9" y="1"/>
                          </a:lnTo>
                          <a:lnTo>
                            <a:pt x="14" y="0"/>
                          </a:lnTo>
                          <a:lnTo>
                            <a:pt x="10" y="2"/>
                          </a:lnTo>
                          <a:lnTo>
                            <a:pt x="7" y="2"/>
                          </a:lnTo>
                          <a:lnTo>
                            <a:pt x="4" y="2"/>
                          </a:lnTo>
                          <a:lnTo>
                            <a:pt x="2" y="1"/>
                          </a:lnTo>
                          <a:lnTo>
                            <a:pt x="0"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800" name="Google Shape;800;p6"/>
                  <p:cNvSpPr/>
                  <p:nvPr/>
                </p:nvSpPr>
                <p:spPr>
                  <a:xfrm>
                    <a:off x="3043" y="1796"/>
                    <a:ext cx="32" cy="14"/>
                  </a:xfrm>
                  <a:custGeom>
                    <a:rect b="b" l="l" r="r" t="t"/>
                    <a:pathLst>
                      <a:path extrusionOk="0" h="14" w="32">
                        <a:moveTo>
                          <a:pt x="29" y="1"/>
                        </a:moveTo>
                        <a:lnTo>
                          <a:pt x="29" y="2"/>
                        </a:lnTo>
                        <a:lnTo>
                          <a:pt x="28" y="6"/>
                        </a:lnTo>
                        <a:lnTo>
                          <a:pt x="26" y="7"/>
                        </a:lnTo>
                        <a:lnTo>
                          <a:pt x="24" y="7"/>
                        </a:lnTo>
                        <a:lnTo>
                          <a:pt x="18" y="7"/>
                        </a:lnTo>
                        <a:lnTo>
                          <a:pt x="14" y="6"/>
                        </a:lnTo>
                        <a:lnTo>
                          <a:pt x="10" y="4"/>
                        </a:lnTo>
                        <a:lnTo>
                          <a:pt x="7" y="4"/>
                        </a:lnTo>
                        <a:lnTo>
                          <a:pt x="4" y="4"/>
                        </a:lnTo>
                        <a:lnTo>
                          <a:pt x="2" y="2"/>
                        </a:lnTo>
                        <a:lnTo>
                          <a:pt x="0" y="0"/>
                        </a:lnTo>
                        <a:lnTo>
                          <a:pt x="0" y="4"/>
                        </a:lnTo>
                        <a:lnTo>
                          <a:pt x="2" y="5"/>
                        </a:lnTo>
                        <a:lnTo>
                          <a:pt x="7" y="6"/>
                        </a:lnTo>
                        <a:lnTo>
                          <a:pt x="10" y="7"/>
                        </a:lnTo>
                        <a:lnTo>
                          <a:pt x="15" y="10"/>
                        </a:lnTo>
                        <a:lnTo>
                          <a:pt x="18" y="12"/>
                        </a:lnTo>
                        <a:lnTo>
                          <a:pt x="21" y="13"/>
                        </a:lnTo>
                        <a:lnTo>
                          <a:pt x="25" y="13"/>
                        </a:lnTo>
                        <a:lnTo>
                          <a:pt x="27" y="12"/>
                        </a:lnTo>
                        <a:lnTo>
                          <a:pt x="29" y="10"/>
                        </a:lnTo>
                        <a:lnTo>
                          <a:pt x="30" y="7"/>
                        </a:lnTo>
                        <a:lnTo>
                          <a:pt x="31" y="4"/>
                        </a:lnTo>
                        <a:lnTo>
                          <a:pt x="29"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801" name="Google Shape;801;p6"/>
                <p:cNvSpPr/>
                <p:nvPr/>
              </p:nvSpPr>
              <p:spPr>
                <a:xfrm>
                  <a:off x="2922" y="1594"/>
                  <a:ext cx="188" cy="104"/>
                </a:xfrm>
                <a:custGeom>
                  <a:rect b="b" l="l" r="r" t="t"/>
                  <a:pathLst>
                    <a:path extrusionOk="0" h="104" w="188">
                      <a:moveTo>
                        <a:pt x="187" y="62"/>
                      </a:moveTo>
                      <a:lnTo>
                        <a:pt x="169" y="69"/>
                      </a:lnTo>
                      <a:lnTo>
                        <a:pt x="150" y="68"/>
                      </a:lnTo>
                      <a:lnTo>
                        <a:pt x="131" y="71"/>
                      </a:lnTo>
                      <a:lnTo>
                        <a:pt x="95" y="87"/>
                      </a:lnTo>
                      <a:lnTo>
                        <a:pt x="73" y="97"/>
                      </a:lnTo>
                      <a:lnTo>
                        <a:pt x="41" y="102"/>
                      </a:lnTo>
                      <a:lnTo>
                        <a:pt x="20" y="101"/>
                      </a:lnTo>
                      <a:lnTo>
                        <a:pt x="49" y="97"/>
                      </a:lnTo>
                      <a:lnTo>
                        <a:pt x="61" y="94"/>
                      </a:lnTo>
                      <a:lnTo>
                        <a:pt x="85" y="80"/>
                      </a:lnTo>
                      <a:lnTo>
                        <a:pt x="67" y="84"/>
                      </a:lnTo>
                      <a:lnTo>
                        <a:pt x="48" y="94"/>
                      </a:lnTo>
                      <a:lnTo>
                        <a:pt x="25" y="97"/>
                      </a:lnTo>
                      <a:lnTo>
                        <a:pt x="8" y="98"/>
                      </a:lnTo>
                      <a:lnTo>
                        <a:pt x="24" y="84"/>
                      </a:lnTo>
                      <a:lnTo>
                        <a:pt x="41" y="67"/>
                      </a:lnTo>
                      <a:lnTo>
                        <a:pt x="66" y="53"/>
                      </a:lnTo>
                      <a:lnTo>
                        <a:pt x="81" y="48"/>
                      </a:lnTo>
                      <a:lnTo>
                        <a:pt x="62" y="50"/>
                      </a:lnTo>
                      <a:lnTo>
                        <a:pt x="48" y="57"/>
                      </a:lnTo>
                      <a:lnTo>
                        <a:pt x="30" y="71"/>
                      </a:lnTo>
                      <a:lnTo>
                        <a:pt x="7" y="96"/>
                      </a:lnTo>
                      <a:lnTo>
                        <a:pt x="10" y="75"/>
                      </a:lnTo>
                      <a:lnTo>
                        <a:pt x="14" y="58"/>
                      </a:lnTo>
                      <a:lnTo>
                        <a:pt x="25" y="43"/>
                      </a:lnTo>
                      <a:lnTo>
                        <a:pt x="12" y="57"/>
                      </a:lnTo>
                      <a:lnTo>
                        <a:pt x="8" y="72"/>
                      </a:lnTo>
                      <a:lnTo>
                        <a:pt x="6" y="95"/>
                      </a:lnTo>
                      <a:lnTo>
                        <a:pt x="4" y="103"/>
                      </a:lnTo>
                      <a:lnTo>
                        <a:pt x="0" y="92"/>
                      </a:lnTo>
                      <a:lnTo>
                        <a:pt x="0" y="65"/>
                      </a:lnTo>
                      <a:lnTo>
                        <a:pt x="12" y="40"/>
                      </a:lnTo>
                      <a:lnTo>
                        <a:pt x="28" y="21"/>
                      </a:lnTo>
                      <a:lnTo>
                        <a:pt x="54" y="6"/>
                      </a:lnTo>
                      <a:lnTo>
                        <a:pt x="69" y="3"/>
                      </a:lnTo>
                      <a:lnTo>
                        <a:pt x="100" y="1"/>
                      </a:lnTo>
                      <a:lnTo>
                        <a:pt x="121" y="0"/>
                      </a:lnTo>
                      <a:lnTo>
                        <a:pt x="134" y="1"/>
                      </a:lnTo>
                      <a:lnTo>
                        <a:pt x="148" y="10"/>
                      </a:lnTo>
                      <a:lnTo>
                        <a:pt x="157" y="19"/>
                      </a:lnTo>
                      <a:lnTo>
                        <a:pt x="160" y="27"/>
                      </a:lnTo>
                      <a:lnTo>
                        <a:pt x="150" y="23"/>
                      </a:lnTo>
                      <a:lnTo>
                        <a:pt x="133" y="20"/>
                      </a:lnTo>
                      <a:lnTo>
                        <a:pt x="107" y="23"/>
                      </a:lnTo>
                      <a:lnTo>
                        <a:pt x="131" y="22"/>
                      </a:lnTo>
                      <a:lnTo>
                        <a:pt x="152" y="28"/>
                      </a:lnTo>
                      <a:lnTo>
                        <a:pt x="166" y="32"/>
                      </a:lnTo>
                      <a:lnTo>
                        <a:pt x="179" y="42"/>
                      </a:lnTo>
                      <a:lnTo>
                        <a:pt x="181" y="46"/>
                      </a:lnTo>
                      <a:lnTo>
                        <a:pt x="152" y="38"/>
                      </a:lnTo>
                      <a:lnTo>
                        <a:pt x="124" y="44"/>
                      </a:lnTo>
                      <a:lnTo>
                        <a:pt x="110" y="54"/>
                      </a:lnTo>
                      <a:lnTo>
                        <a:pt x="94" y="58"/>
                      </a:lnTo>
                      <a:lnTo>
                        <a:pt x="124" y="53"/>
                      </a:lnTo>
                      <a:lnTo>
                        <a:pt x="140" y="45"/>
                      </a:lnTo>
                      <a:lnTo>
                        <a:pt x="159" y="45"/>
                      </a:lnTo>
                      <a:lnTo>
                        <a:pt x="175" y="47"/>
                      </a:lnTo>
                      <a:lnTo>
                        <a:pt x="185" y="52"/>
                      </a:lnTo>
                      <a:lnTo>
                        <a:pt x="187" y="62"/>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2" name="Google Shape;802;p6"/>
                <p:cNvSpPr/>
                <p:nvPr/>
              </p:nvSpPr>
              <p:spPr>
                <a:xfrm>
                  <a:off x="3109" y="1662"/>
                  <a:ext cx="9" cy="57"/>
                </a:xfrm>
                <a:custGeom>
                  <a:rect b="b" l="l" r="r" t="t"/>
                  <a:pathLst>
                    <a:path extrusionOk="0" h="57" w="9">
                      <a:moveTo>
                        <a:pt x="6" y="0"/>
                      </a:moveTo>
                      <a:lnTo>
                        <a:pt x="4" y="13"/>
                      </a:lnTo>
                      <a:lnTo>
                        <a:pt x="0" y="18"/>
                      </a:lnTo>
                      <a:lnTo>
                        <a:pt x="2" y="35"/>
                      </a:lnTo>
                      <a:lnTo>
                        <a:pt x="4" y="56"/>
                      </a:lnTo>
                      <a:lnTo>
                        <a:pt x="8" y="49"/>
                      </a:lnTo>
                      <a:lnTo>
                        <a:pt x="8" y="32"/>
                      </a:lnTo>
                      <a:lnTo>
                        <a:pt x="6" y="40"/>
                      </a:lnTo>
                      <a:lnTo>
                        <a:pt x="8" y="25"/>
                      </a:lnTo>
                      <a:lnTo>
                        <a:pt x="8" y="16"/>
                      </a:lnTo>
                      <a:lnTo>
                        <a:pt x="6" y="25"/>
                      </a:lnTo>
                      <a:lnTo>
                        <a:pt x="7" y="11"/>
                      </a:lnTo>
                      <a:lnTo>
                        <a:pt x="6" y="0"/>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803" name="Google Shape;803;p6"/>
            <p:cNvSpPr/>
            <p:nvPr/>
          </p:nvSpPr>
          <p:spPr>
            <a:xfrm>
              <a:off x="2700" y="1851"/>
              <a:ext cx="630" cy="928"/>
            </a:xfrm>
            <a:custGeom>
              <a:rect b="b" l="l" r="r" t="t"/>
              <a:pathLst>
                <a:path extrusionOk="0" h="928" w="630">
                  <a:moveTo>
                    <a:pt x="314" y="282"/>
                  </a:moveTo>
                  <a:lnTo>
                    <a:pt x="320" y="252"/>
                  </a:lnTo>
                  <a:lnTo>
                    <a:pt x="328" y="225"/>
                  </a:lnTo>
                  <a:lnTo>
                    <a:pt x="335" y="200"/>
                  </a:lnTo>
                  <a:lnTo>
                    <a:pt x="345" y="174"/>
                  </a:lnTo>
                  <a:lnTo>
                    <a:pt x="356" y="148"/>
                  </a:lnTo>
                  <a:lnTo>
                    <a:pt x="367" y="123"/>
                  </a:lnTo>
                  <a:lnTo>
                    <a:pt x="379" y="86"/>
                  </a:lnTo>
                  <a:lnTo>
                    <a:pt x="385" y="44"/>
                  </a:lnTo>
                  <a:lnTo>
                    <a:pt x="383" y="12"/>
                  </a:lnTo>
                  <a:lnTo>
                    <a:pt x="413" y="46"/>
                  </a:lnTo>
                  <a:lnTo>
                    <a:pt x="439" y="60"/>
                  </a:lnTo>
                  <a:lnTo>
                    <a:pt x="489" y="79"/>
                  </a:lnTo>
                  <a:lnTo>
                    <a:pt x="523" y="87"/>
                  </a:lnTo>
                  <a:lnTo>
                    <a:pt x="542" y="92"/>
                  </a:lnTo>
                  <a:lnTo>
                    <a:pt x="559" y="101"/>
                  </a:lnTo>
                  <a:lnTo>
                    <a:pt x="568" y="118"/>
                  </a:lnTo>
                  <a:lnTo>
                    <a:pt x="573" y="138"/>
                  </a:lnTo>
                  <a:lnTo>
                    <a:pt x="578" y="171"/>
                  </a:lnTo>
                  <a:lnTo>
                    <a:pt x="578" y="215"/>
                  </a:lnTo>
                  <a:lnTo>
                    <a:pt x="598" y="309"/>
                  </a:lnTo>
                  <a:lnTo>
                    <a:pt x="614" y="347"/>
                  </a:lnTo>
                  <a:lnTo>
                    <a:pt x="620" y="385"/>
                  </a:lnTo>
                  <a:lnTo>
                    <a:pt x="622" y="413"/>
                  </a:lnTo>
                  <a:lnTo>
                    <a:pt x="629" y="445"/>
                  </a:lnTo>
                  <a:lnTo>
                    <a:pt x="618" y="465"/>
                  </a:lnTo>
                  <a:lnTo>
                    <a:pt x="605" y="482"/>
                  </a:lnTo>
                  <a:lnTo>
                    <a:pt x="589" y="490"/>
                  </a:lnTo>
                  <a:lnTo>
                    <a:pt x="555" y="482"/>
                  </a:lnTo>
                  <a:lnTo>
                    <a:pt x="510" y="474"/>
                  </a:lnTo>
                  <a:lnTo>
                    <a:pt x="507" y="540"/>
                  </a:lnTo>
                  <a:lnTo>
                    <a:pt x="530" y="617"/>
                  </a:lnTo>
                  <a:lnTo>
                    <a:pt x="520" y="627"/>
                  </a:lnTo>
                  <a:lnTo>
                    <a:pt x="540" y="757"/>
                  </a:lnTo>
                  <a:lnTo>
                    <a:pt x="520" y="765"/>
                  </a:lnTo>
                  <a:lnTo>
                    <a:pt x="537" y="927"/>
                  </a:lnTo>
                  <a:lnTo>
                    <a:pt x="339" y="926"/>
                  </a:lnTo>
                  <a:lnTo>
                    <a:pt x="328" y="797"/>
                  </a:lnTo>
                  <a:lnTo>
                    <a:pt x="316" y="926"/>
                  </a:lnTo>
                  <a:lnTo>
                    <a:pt x="108" y="927"/>
                  </a:lnTo>
                  <a:lnTo>
                    <a:pt x="114" y="770"/>
                  </a:lnTo>
                  <a:lnTo>
                    <a:pt x="95" y="754"/>
                  </a:lnTo>
                  <a:lnTo>
                    <a:pt x="110" y="625"/>
                  </a:lnTo>
                  <a:lnTo>
                    <a:pt x="100" y="607"/>
                  </a:lnTo>
                  <a:lnTo>
                    <a:pt x="110" y="548"/>
                  </a:lnTo>
                  <a:lnTo>
                    <a:pt x="14" y="467"/>
                  </a:lnTo>
                  <a:lnTo>
                    <a:pt x="0" y="448"/>
                  </a:lnTo>
                  <a:lnTo>
                    <a:pt x="0" y="409"/>
                  </a:lnTo>
                  <a:lnTo>
                    <a:pt x="6" y="362"/>
                  </a:lnTo>
                  <a:lnTo>
                    <a:pt x="24" y="309"/>
                  </a:lnTo>
                  <a:lnTo>
                    <a:pt x="37" y="253"/>
                  </a:lnTo>
                  <a:lnTo>
                    <a:pt x="39" y="207"/>
                  </a:lnTo>
                  <a:lnTo>
                    <a:pt x="44" y="167"/>
                  </a:lnTo>
                  <a:lnTo>
                    <a:pt x="52" y="129"/>
                  </a:lnTo>
                  <a:lnTo>
                    <a:pt x="53" y="96"/>
                  </a:lnTo>
                  <a:lnTo>
                    <a:pt x="81" y="70"/>
                  </a:lnTo>
                  <a:lnTo>
                    <a:pt x="120" y="62"/>
                  </a:lnTo>
                  <a:lnTo>
                    <a:pt x="159" y="53"/>
                  </a:lnTo>
                  <a:lnTo>
                    <a:pt x="182" y="43"/>
                  </a:lnTo>
                  <a:lnTo>
                    <a:pt x="210" y="31"/>
                  </a:lnTo>
                  <a:lnTo>
                    <a:pt x="236" y="0"/>
                  </a:lnTo>
                  <a:lnTo>
                    <a:pt x="235" y="41"/>
                  </a:lnTo>
                  <a:lnTo>
                    <a:pt x="237" y="67"/>
                  </a:lnTo>
                  <a:lnTo>
                    <a:pt x="247" y="103"/>
                  </a:lnTo>
                  <a:lnTo>
                    <a:pt x="256" y="135"/>
                  </a:lnTo>
                  <a:lnTo>
                    <a:pt x="267" y="167"/>
                  </a:lnTo>
                  <a:lnTo>
                    <a:pt x="279" y="200"/>
                  </a:lnTo>
                  <a:lnTo>
                    <a:pt x="292" y="232"/>
                  </a:lnTo>
                  <a:lnTo>
                    <a:pt x="314" y="282"/>
                  </a:lnTo>
                </a:path>
              </a:pathLst>
            </a:custGeom>
            <a:solidFill>
              <a:srgbClr val="20202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804" name="Google Shape;804;p6"/>
            <p:cNvGrpSpPr/>
            <p:nvPr/>
          </p:nvGrpSpPr>
          <p:grpSpPr>
            <a:xfrm>
              <a:off x="3161" y="2132"/>
              <a:ext cx="99" cy="158"/>
              <a:chOff x="3161" y="2132"/>
              <a:chExt cx="99" cy="158"/>
            </a:xfrm>
          </p:grpSpPr>
          <p:sp>
            <p:nvSpPr>
              <p:cNvPr id="805" name="Google Shape;805;p6"/>
              <p:cNvSpPr/>
              <p:nvPr/>
            </p:nvSpPr>
            <p:spPr>
              <a:xfrm>
                <a:off x="3161" y="2132"/>
                <a:ext cx="99" cy="158"/>
              </a:xfrm>
              <a:custGeom>
                <a:rect b="b" l="l" r="r" t="t"/>
                <a:pathLst>
                  <a:path extrusionOk="0" h="158" w="99">
                    <a:moveTo>
                      <a:pt x="46" y="157"/>
                    </a:moveTo>
                    <a:lnTo>
                      <a:pt x="60" y="152"/>
                    </a:lnTo>
                    <a:lnTo>
                      <a:pt x="71" y="147"/>
                    </a:lnTo>
                    <a:lnTo>
                      <a:pt x="80" y="138"/>
                    </a:lnTo>
                    <a:lnTo>
                      <a:pt x="84" y="124"/>
                    </a:lnTo>
                    <a:lnTo>
                      <a:pt x="92" y="119"/>
                    </a:lnTo>
                    <a:lnTo>
                      <a:pt x="96" y="107"/>
                    </a:lnTo>
                    <a:lnTo>
                      <a:pt x="89" y="94"/>
                    </a:lnTo>
                    <a:lnTo>
                      <a:pt x="98" y="83"/>
                    </a:lnTo>
                    <a:lnTo>
                      <a:pt x="98" y="65"/>
                    </a:lnTo>
                    <a:lnTo>
                      <a:pt x="86" y="55"/>
                    </a:lnTo>
                    <a:lnTo>
                      <a:pt x="86" y="44"/>
                    </a:lnTo>
                    <a:lnTo>
                      <a:pt x="85" y="38"/>
                    </a:lnTo>
                    <a:lnTo>
                      <a:pt x="76" y="31"/>
                    </a:lnTo>
                    <a:lnTo>
                      <a:pt x="65" y="28"/>
                    </a:lnTo>
                    <a:lnTo>
                      <a:pt x="52" y="34"/>
                    </a:lnTo>
                    <a:lnTo>
                      <a:pt x="52" y="20"/>
                    </a:lnTo>
                    <a:lnTo>
                      <a:pt x="49" y="11"/>
                    </a:lnTo>
                    <a:lnTo>
                      <a:pt x="45" y="4"/>
                    </a:lnTo>
                    <a:lnTo>
                      <a:pt x="37" y="1"/>
                    </a:lnTo>
                    <a:lnTo>
                      <a:pt x="31" y="0"/>
                    </a:lnTo>
                    <a:lnTo>
                      <a:pt x="24" y="4"/>
                    </a:lnTo>
                    <a:lnTo>
                      <a:pt x="27" y="17"/>
                    </a:lnTo>
                    <a:lnTo>
                      <a:pt x="27" y="26"/>
                    </a:lnTo>
                    <a:lnTo>
                      <a:pt x="27" y="35"/>
                    </a:lnTo>
                    <a:lnTo>
                      <a:pt x="22" y="43"/>
                    </a:lnTo>
                    <a:lnTo>
                      <a:pt x="16" y="48"/>
                    </a:lnTo>
                    <a:lnTo>
                      <a:pt x="8" y="57"/>
                    </a:lnTo>
                    <a:lnTo>
                      <a:pt x="3" y="69"/>
                    </a:lnTo>
                    <a:lnTo>
                      <a:pt x="0" y="84"/>
                    </a:lnTo>
                    <a:lnTo>
                      <a:pt x="3" y="96"/>
                    </a:lnTo>
                    <a:lnTo>
                      <a:pt x="6" y="107"/>
                    </a:lnTo>
                    <a:lnTo>
                      <a:pt x="12" y="115"/>
                    </a:lnTo>
                    <a:lnTo>
                      <a:pt x="10" y="128"/>
                    </a:lnTo>
                    <a:lnTo>
                      <a:pt x="11" y="141"/>
                    </a:lnTo>
                    <a:lnTo>
                      <a:pt x="14" y="150"/>
                    </a:lnTo>
                    <a:lnTo>
                      <a:pt x="22" y="156"/>
                    </a:lnTo>
                    <a:lnTo>
                      <a:pt x="34" y="157"/>
                    </a:lnTo>
                    <a:lnTo>
                      <a:pt x="46" y="157"/>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6" name="Google Shape;806;p6"/>
              <p:cNvSpPr/>
              <p:nvPr/>
            </p:nvSpPr>
            <p:spPr>
              <a:xfrm>
                <a:off x="3211" y="2171"/>
                <a:ext cx="19" cy="99"/>
              </a:xfrm>
              <a:custGeom>
                <a:rect b="b" l="l" r="r" t="t"/>
                <a:pathLst>
                  <a:path extrusionOk="0" h="99" w="19">
                    <a:moveTo>
                      <a:pt x="3" y="1"/>
                    </a:moveTo>
                    <a:lnTo>
                      <a:pt x="10" y="0"/>
                    </a:lnTo>
                    <a:lnTo>
                      <a:pt x="6" y="3"/>
                    </a:lnTo>
                    <a:lnTo>
                      <a:pt x="5" y="9"/>
                    </a:lnTo>
                    <a:lnTo>
                      <a:pt x="6" y="16"/>
                    </a:lnTo>
                    <a:lnTo>
                      <a:pt x="8" y="20"/>
                    </a:lnTo>
                    <a:lnTo>
                      <a:pt x="15" y="21"/>
                    </a:lnTo>
                    <a:lnTo>
                      <a:pt x="14" y="23"/>
                    </a:lnTo>
                    <a:lnTo>
                      <a:pt x="13" y="29"/>
                    </a:lnTo>
                    <a:lnTo>
                      <a:pt x="12" y="39"/>
                    </a:lnTo>
                    <a:lnTo>
                      <a:pt x="13" y="43"/>
                    </a:lnTo>
                    <a:lnTo>
                      <a:pt x="18" y="46"/>
                    </a:lnTo>
                    <a:lnTo>
                      <a:pt x="15" y="49"/>
                    </a:lnTo>
                    <a:lnTo>
                      <a:pt x="13" y="55"/>
                    </a:lnTo>
                    <a:lnTo>
                      <a:pt x="12" y="62"/>
                    </a:lnTo>
                    <a:lnTo>
                      <a:pt x="12" y="67"/>
                    </a:lnTo>
                    <a:lnTo>
                      <a:pt x="15" y="73"/>
                    </a:lnTo>
                    <a:lnTo>
                      <a:pt x="10" y="74"/>
                    </a:lnTo>
                    <a:lnTo>
                      <a:pt x="4" y="75"/>
                    </a:lnTo>
                    <a:lnTo>
                      <a:pt x="1" y="78"/>
                    </a:lnTo>
                    <a:lnTo>
                      <a:pt x="1" y="82"/>
                    </a:lnTo>
                    <a:lnTo>
                      <a:pt x="3" y="88"/>
                    </a:lnTo>
                    <a:lnTo>
                      <a:pt x="7" y="92"/>
                    </a:lnTo>
                    <a:lnTo>
                      <a:pt x="8" y="95"/>
                    </a:lnTo>
                    <a:lnTo>
                      <a:pt x="8" y="96"/>
                    </a:lnTo>
                    <a:lnTo>
                      <a:pt x="5" y="98"/>
                    </a:lnTo>
                    <a:lnTo>
                      <a:pt x="6" y="94"/>
                    </a:lnTo>
                    <a:lnTo>
                      <a:pt x="1" y="89"/>
                    </a:lnTo>
                    <a:lnTo>
                      <a:pt x="0" y="83"/>
                    </a:lnTo>
                    <a:lnTo>
                      <a:pt x="0" y="77"/>
                    </a:lnTo>
                    <a:lnTo>
                      <a:pt x="2" y="74"/>
                    </a:lnTo>
                    <a:lnTo>
                      <a:pt x="6" y="72"/>
                    </a:lnTo>
                    <a:lnTo>
                      <a:pt x="11" y="71"/>
                    </a:lnTo>
                    <a:lnTo>
                      <a:pt x="10" y="66"/>
                    </a:lnTo>
                    <a:lnTo>
                      <a:pt x="10" y="59"/>
                    </a:lnTo>
                    <a:lnTo>
                      <a:pt x="11" y="54"/>
                    </a:lnTo>
                    <a:lnTo>
                      <a:pt x="13" y="51"/>
                    </a:lnTo>
                    <a:lnTo>
                      <a:pt x="15" y="46"/>
                    </a:lnTo>
                    <a:lnTo>
                      <a:pt x="11" y="44"/>
                    </a:lnTo>
                    <a:lnTo>
                      <a:pt x="10" y="39"/>
                    </a:lnTo>
                    <a:lnTo>
                      <a:pt x="10" y="31"/>
                    </a:lnTo>
                    <a:lnTo>
                      <a:pt x="12" y="25"/>
                    </a:lnTo>
                    <a:lnTo>
                      <a:pt x="13" y="22"/>
                    </a:lnTo>
                    <a:lnTo>
                      <a:pt x="8" y="22"/>
                    </a:lnTo>
                    <a:lnTo>
                      <a:pt x="5" y="17"/>
                    </a:lnTo>
                    <a:lnTo>
                      <a:pt x="3" y="8"/>
                    </a:lnTo>
                    <a:lnTo>
                      <a:pt x="3"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7" name="Google Shape;807;p6"/>
              <p:cNvSpPr/>
              <p:nvPr/>
            </p:nvSpPr>
            <p:spPr>
              <a:xfrm>
                <a:off x="3229" y="2174"/>
                <a:ext cx="3" cy="8"/>
              </a:xfrm>
              <a:custGeom>
                <a:rect b="b" l="l" r="r" t="t"/>
                <a:pathLst>
                  <a:path extrusionOk="0" h="8" w="3">
                    <a:moveTo>
                      <a:pt x="2" y="0"/>
                    </a:moveTo>
                    <a:lnTo>
                      <a:pt x="1" y="1"/>
                    </a:lnTo>
                    <a:lnTo>
                      <a:pt x="0" y="4"/>
                    </a:lnTo>
                    <a:lnTo>
                      <a:pt x="1" y="7"/>
                    </a:lnTo>
                    <a:lnTo>
                      <a:pt x="1" y="4"/>
                    </a:lnTo>
                    <a:lnTo>
                      <a:pt x="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8" name="Google Shape;808;p6"/>
              <p:cNvSpPr/>
              <p:nvPr/>
            </p:nvSpPr>
            <p:spPr>
              <a:xfrm>
                <a:off x="3230" y="2198"/>
                <a:ext cx="3" cy="12"/>
              </a:xfrm>
              <a:custGeom>
                <a:rect b="b" l="l" r="r" t="t"/>
                <a:pathLst>
                  <a:path extrusionOk="0" h="12" w="3">
                    <a:moveTo>
                      <a:pt x="0" y="0"/>
                    </a:moveTo>
                    <a:lnTo>
                      <a:pt x="1" y="2"/>
                    </a:lnTo>
                    <a:lnTo>
                      <a:pt x="1" y="5"/>
                    </a:lnTo>
                    <a:lnTo>
                      <a:pt x="1" y="8"/>
                    </a:lnTo>
                    <a:lnTo>
                      <a:pt x="0" y="11"/>
                    </a:lnTo>
                    <a:lnTo>
                      <a:pt x="1" y="9"/>
                    </a:lnTo>
                    <a:lnTo>
                      <a:pt x="2" y="6"/>
                    </a:lnTo>
                    <a:lnTo>
                      <a:pt x="2" y="3"/>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9" name="Google Shape;809;p6"/>
              <p:cNvSpPr/>
              <p:nvPr/>
            </p:nvSpPr>
            <p:spPr>
              <a:xfrm>
                <a:off x="3232" y="2227"/>
                <a:ext cx="5" cy="13"/>
              </a:xfrm>
              <a:custGeom>
                <a:rect b="b" l="l" r="r" t="t"/>
                <a:pathLst>
                  <a:path extrusionOk="0" h="13" w="5">
                    <a:moveTo>
                      <a:pt x="4" y="2"/>
                    </a:moveTo>
                    <a:lnTo>
                      <a:pt x="2" y="1"/>
                    </a:lnTo>
                    <a:lnTo>
                      <a:pt x="1" y="4"/>
                    </a:lnTo>
                    <a:lnTo>
                      <a:pt x="1" y="7"/>
                    </a:lnTo>
                    <a:lnTo>
                      <a:pt x="1" y="12"/>
                    </a:lnTo>
                    <a:lnTo>
                      <a:pt x="0" y="8"/>
                    </a:lnTo>
                    <a:lnTo>
                      <a:pt x="0" y="4"/>
                    </a:lnTo>
                    <a:lnTo>
                      <a:pt x="1" y="1"/>
                    </a:lnTo>
                    <a:lnTo>
                      <a:pt x="2" y="0"/>
                    </a:lnTo>
                    <a:lnTo>
                      <a:pt x="4"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0" name="Google Shape;810;p6"/>
              <p:cNvSpPr/>
              <p:nvPr/>
            </p:nvSpPr>
            <p:spPr>
              <a:xfrm>
                <a:off x="3216" y="2255"/>
                <a:ext cx="1" cy="4"/>
              </a:xfrm>
              <a:custGeom>
                <a:rect b="b" l="l" r="r" t="t"/>
                <a:pathLst>
                  <a:path extrusionOk="0" h="4" w="1">
                    <a:moveTo>
                      <a:pt x="0" y="0"/>
                    </a:moveTo>
                    <a:lnTo>
                      <a:pt x="0" y="0"/>
                    </a:lnTo>
                    <a:lnTo>
                      <a:pt x="0" y="1"/>
                    </a:lnTo>
                    <a:lnTo>
                      <a:pt x="0" y="2"/>
                    </a:lnTo>
                    <a:lnTo>
                      <a:pt x="0" y="3"/>
                    </a:lnTo>
                    <a:lnTo>
                      <a:pt x="0" y="2"/>
                    </a:lnTo>
                    <a:lnTo>
                      <a:pt x="0" y="1"/>
                    </a:lnTo>
                    <a:lnTo>
                      <a:pt x="0"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1" name="Google Shape;811;p6"/>
              <p:cNvSpPr/>
              <p:nvPr/>
            </p:nvSpPr>
            <p:spPr>
              <a:xfrm>
                <a:off x="3241" y="2201"/>
                <a:ext cx="5" cy="8"/>
              </a:xfrm>
              <a:custGeom>
                <a:rect b="b" l="l" r="r" t="t"/>
                <a:pathLst>
                  <a:path extrusionOk="0" h="8" w="5">
                    <a:moveTo>
                      <a:pt x="4" y="0"/>
                    </a:moveTo>
                    <a:lnTo>
                      <a:pt x="1" y="0"/>
                    </a:lnTo>
                    <a:lnTo>
                      <a:pt x="0" y="4"/>
                    </a:lnTo>
                    <a:lnTo>
                      <a:pt x="3" y="7"/>
                    </a:lnTo>
                    <a:lnTo>
                      <a:pt x="1" y="3"/>
                    </a:lnTo>
                    <a:lnTo>
                      <a:pt x="4"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2" name="Google Shape;812;p6"/>
              <p:cNvSpPr/>
              <p:nvPr/>
            </p:nvSpPr>
            <p:spPr>
              <a:xfrm>
                <a:off x="3242" y="2235"/>
                <a:ext cx="1" cy="8"/>
              </a:xfrm>
              <a:custGeom>
                <a:rect b="b" l="l" r="r" t="t"/>
                <a:pathLst>
                  <a:path extrusionOk="0" h="8" w="1">
                    <a:moveTo>
                      <a:pt x="0" y="0"/>
                    </a:moveTo>
                    <a:lnTo>
                      <a:pt x="0" y="1"/>
                    </a:lnTo>
                    <a:lnTo>
                      <a:pt x="0" y="6"/>
                    </a:lnTo>
                    <a:lnTo>
                      <a:pt x="0" y="7"/>
                    </a:lnTo>
                    <a:lnTo>
                      <a:pt x="0" y="5"/>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3" name="Google Shape;813;p6"/>
              <p:cNvSpPr/>
              <p:nvPr/>
            </p:nvSpPr>
            <p:spPr>
              <a:xfrm>
                <a:off x="3224" y="2257"/>
                <a:ext cx="4" cy="6"/>
              </a:xfrm>
              <a:custGeom>
                <a:rect b="b" l="l" r="r" t="t"/>
                <a:pathLst>
                  <a:path extrusionOk="0" h="6" w="4">
                    <a:moveTo>
                      <a:pt x="1" y="0"/>
                    </a:moveTo>
                    <a:lnTo>
                      <a:pt x="0" y="1"/>
                    </a:lnTo>
                    <a:lnTo>
                      <a:pt x="1" y="5"/>
                    </a:lnTo>
                    <a:lnTo>
                      <a:pt x="3" y="5"/>
                    </a:lnTo>
                    <a:lnTo>
                      <a:pt x="1" y="4"/>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4" name="Google Shape;814;p6"/>
              <p:cNvSpPr/>
              <p:nvPr/>
            </p:nvSpPr>
            <p:spPr>
              <a:xfrm>
                <a:off x="3183" y="2199"/>
                <a:ext cx="21" cy="37"/>
              </a:xfrm>
              <a:custGeom>
                <a:rect b="b" l="l" r="r" t="t"/>
                <a:pathLst>
                  <a:path extrusionOk="0" h="37" w="21">
                    <a:moveTo>
                      <a:pt x="20" y="0"/>
                    </a:moveTo>
                    <a:lnTo>
                      <a:pt x="18" y="15"/>
                    </a:lnTo>
                    <a:lnTo>
                      <a:pt x="14" y="23"/>
                    </a:lnTo>
                    <a:lnTo>
                      <a:pt x="9" y="29"/>
                    </a:lnTo>
                    <a:lnTo>
                      <a:pt x="0" y="36"/>
                    </a:lnTo>
                    <a:lnTo>
                      <a:pt x="10" y="32"/>
                    </a:lnTo>
                    <a:lnTo>
                      <a:pt x="18" y="21"/>
                    </a:lnTo>
                    <a:lnTo>
                      <a:pt x="19" y="15"/>
                    </a:lnTo>
                    <a:lnTo>
                      <a:pt x="2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5" name="Google Shape;815;p6"/>
              <p:cNvSpPr/>
              <p:nvPr/>
            </p:nvSpPr>
            <p:spPr>
              <a:xfrm>
                <a:off x="3192" y="2164"/>
                <a:ext cx="17" cy="20"/>
              </a:xfrm>
              <a:custGeom>
                <a:rect b="b" l="l" r="r" t="t"/>
                <a:pathLst>
                  <a:path extrusionOk="0" h="20" w="17">
                    <a:moveTo>
                      <a:pt x="16" y="0"/>
                    </a:moveTo>
                    <a:lnTo>
                      <a:pt x="14" y="1"/>
                    </a:lnTo>
                    <a:lnTo>
                      <a:pt x="12" y="7"/>
                    </a:lnTo>
                    <a:lnTo>
                      <a:pt x="9" y="9"/>
                    </a:lnTo>
                    <a:lnTo>
                      <a:pt x="9" y="13"/>
                    </a:lnTo>
                    <a:lnTo>
                      <a:pt x="0" y="19"/>
                    </a:lnTo>
                    <a:lnTo>
                      <a:pt x="7" y="15"/>
                    </a:lnTo>
                    <a:lnTo>
                      <a:pt x="9" y="14"/>
                    </a:lnTo>
                    <a:lnTo>
                      <a:pt x="14" y="17"/>
                    </a:lnTo>
                    <a:lnTo>
                      <a:pt x="11" y="13"/>
                    </a:lnTo>
                    <a:lnTo>
                      <a:pt x="11" y="11"/>
                    </a:lnTo>
                    <a:lnTo>
                      <a:pt x="14" y="6"/>
                    </a:lnTo>
                    <a:lnTo>
                      <a:pt x="16"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16" name="Google Shape;816;p6"/>
              <p:cNvSpPr/>
              <p:nvPr/>
            </p:nvSpPr>
            <p:spPr>
              <a:xfrm>
                <a:off x="3220" y="2176"/>
                <a:ext cx="3" cy="8"/>
              </a:xfrm>
              <a:custGeom>
                <a:rect b="b" l="l" r="r" t="t"/>
                <a:pathLst>
                  <a:path extrusionOk="0" h="8" w="3">
                    <a:moveTo>
                      <a:pt x="1" y="0"/>
                    </a:moveTo>
                    <a:lnTo>
                      <a:pt x="2" y="2"/>
                    </a:lnTo>
                    <a:lnTo>
                      <a:pt x="1" y="5"/>
                    </a:lnTo>
                    <a:lnTo>
                      <a:pt x="0" y="7"/>
                    </a:lnTo>
                    <a:lnTo>
                      <a:pt x="1" y="6"/>
                    </a:lnTo>
                    <a:lnTo>
                      <a:pt x="2" y="3"/>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17" name="Google Shape;817;p6"/>
            <p:cNvGrpSpPr/>
            <p:nvPr/>
          </p:nvGrpSpPr>
          <p:grpSpPr>
            <a:xfrm>
              <a:off x="2813" y="2205"/>
              <a:ext cx="257" cy="299"/>
              <a:chOff x="2813" y="2205"/>
              <a:chExt cx="257" cy="299"/>
            </a:xfrm>
          </p:grpSpPr>
          <p:grpSp>
            <p:nvGrpSpPr>
              <p:cNvPr id="818" name="Google Shape;818;p6"/>
              <p:cNvGrpSpPr/>
              <p:nvPr/>
            </p:nvGrpSpPr>
            <p:grpSpPr>
              <a:xfrm>
                <a:off x="2841" y="2301"/>
                <a:ext cx="90" cy="41"/>
                <a:chOff x="2841" y="2301"/>
                <a:chExt cx="90" cy="41"/>
              </a:xfrm>
            </p:grpSpPr>
            <p:sp>
              <p:nvSpPr>
                <p:cNvPr id="819" name="Google Shape;819;p6"/>
                <p:cNvSpPr/>
                <p:nvPr/>
              </p:nvSpPr>
              <p:spPr>
                <a:xfrm>
                  <a:off x="2841" y="2301"/>
                  <a:ext cx="90" cy="41"/>
                </a:xfrm>
                <a:custGeom>
                  <a:rect b="b" l="l" r="r" t="t"/>
                  <a:pathLst>
                    <a:path extrusionOk="0" h="41" w="90">
                      <a:moveTo>
                        <a:pt x="81" y="0"/>
                      </a:moveTo>
                      <a:lnTo>
                        <a:pt x="62" y="4"/>
                      </a:lnTo>
                      <a:lnTo>
                        <a:pt x="49" y="9"/>
                      </a:lnTo>
                      <a:lnTo>
                        <a:pt x="34" y="8"/>
                      </a:lnTo>
                      <a:lnTo>
                        <a:pt x="27" y="8"/>
                      </a:lnTo>
                      <a:lnTo>
                        <a:pt x="15" y="11"/>
                      </a:lnTo>
                      <a:lnTo>
                        <a:pt x="7" y="15"/>
                      </a:lnTo>
                      <a:lnTo>
                        <a:pt x="0" y="15"/>
                      </a:lnTo>
                      <a:lnTo>
                        <a:pt x="5" y="22"/>
                      </a:lnTo>
                      <a:lnTo>
                        <a:pt x="15" y="24"/>
                      </a:lnTo>
                      <a:lnTo>
                        <a:pt x="20" y="27"/>
                      </a:lnTo>
                      <a:lnTo>
                        <a:pt x="28" y="36"/>
                      </a:lnTo>
                      <a:lnTo>
                        <a:pt x="41" y="40"/>
                      </a:lnTo>
                      <a:lnTo>
                        <a:pt x="47" y="33"/>
                      </a:lnTo>
                      <a:lnTo>
                        <a:pt x="53" y="29"/>
                      </a:lnTo>
                      <a:lnTo>
                        <a:pt x="61" y="28"/>
                      </a:lnTo>
                      <a:lnTo>
                        <a:pt x="75" y="24"/>
                      </a:lnTo>
                      <a:lnTo>
                        <a:pt x="86" y="15"/>
                      </a:lnTo>
                      <a:lnTo>
                        <a:pt x="89" y="8"/>
                      </a:lnTo>
                      <a:lnTo>
                        <a:pt x="86" y="3"/>
                      </a:lnTo>
                      <a:lnTo>
                        <a:pt x="81" y="0"/>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0" name="Google Shape;820;p6"/>
                <p:cNvSpPr/>
                <p:nvPr/>
              </p:nvSpPr>
              <p:spPr>
                <a:xfrm>
                  <a:off x="2887" y="2323"/>
                  <a:ext cx="1" cy="3"/>
                </a:xfrm>
                <a:custGeom>
                  <a:rect b="b" l="l" r="r" t="t"/>
                  <a:pathLst>
                    <a:path extrusionOk="0" h="3" w="1">
                      <a:moveTo>
                        <a:pt x="0" y="1"/>
                      </a:moveTo>
                      <a:lnTo>
                        <a:pt x="0" y="0"/>
                      </a:lnTo>
                      <a:lnTo>
                        <a:pt x="0" y="0"/>
                      </a:lnTo>
                      <a:lnTo>
                        <a:pt x="0" y="2"/>
                      </a:lnTo>
                      <a:lnTo>
                        <a:pt x="0"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821" name="Google Shape;821;p6"/>
              <p:cNvSpPr/>
              <p:nvPr/>
            </p:nvSpPr>
            <p:spPr>
              <a:xfrm>
                <a:off x="2852" y="2205"/>
                <a:ext cx="218" cy="299"/>
              </a:xfrm>
              <a:custGeom>
                <a:rect b="b" l="l" r="r" t="t"/>
                <a:pathLst>
                  <a:path extrusionOk="0" h="299" w="218">
                    <a:moveTo>
                      <a:pt x="0" y="0"/>
                    </a:moveTo>
                    <a:lnTo>
                      <a:pt x="9" y="27"/>
                    </a:lnTo>
                    <a:lnTo>
                      <a:pt x="15" y="57"/>
                    </a:lnTo>
                    <a:lnTo>
                      <a:pt x="21" y="84"/>
                    </a:lnTo>
                    <a:lnTo>
                      <a:pt x="36" y="226"/>
                    </a:lnTo>
                    <a:lnTo>
                      <a:pt x="217" y="298"/>
                    </a:lnTo>
                    <a:lnTo>
                      <a:pt x="206" y="265"/>
                    </a:lnTo>
                    <a:lnTo>
                      <a:pt x="200" y="243"/>
                    </a:lnTo>
                    <a:lnTo>
                      <a:pt x="196" y="212"/>
                    </a:lnTo>
                    <a:lnTo>
                      <a:pt x="196" y="176"/>
                    </a:lnTo>
                    <a:lnTo>
                      <a:pt x="196" y="147"/>
                    </a:lnTo>
                    <a:lnTo>
                      <a:pt x="202" y="111"/>
                    </a:lnTo>
                    <a:lnTo>
                      <a:pt x="206" y="67"/>
                    </a:lnTo>
                    <a:lnTo>
                      <a:pt x="0" y="0"/>
                    </a:lnTo>
                  </a:path>
                </a:pathLst>
              </a:custGeom>
              <a:solidFill>
                <a:srgbClr val="FFFFFF"/>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822" name="Google Shape;822;p6"/>
              <p:cNvGrpSpPr/>
              <p:nvPr/>
            </p:nvGrpSpPr>
            <p:grpSpPr>
              <a:xfrm>
                <a:off x="2813" y="2309"/>
                <a:ext cx="161" cy="115"/>
                <a:chOff x="2813" y="2309"/>
                <a:chExt cx="161" cy="115"/>
              </a:xfrm>
            </p:grpSpPr>
            <p:sp>
              <p:nvSpPr>
                <p:cNvPr id="823" name="Google Shape;823;p6"/>
                <p:cNvSpPr/>
                <p:nvPr/>
              </p:nvSpPr>
              <p:spPr>
                <a:xfrm>
                  <a:off x="2813" y="2309"/>
                  <a:ext cx="161" cy="115"/>
                </a:xfrm>
                <a:custGeom>
                  <a:rect b="b" l="l" r="r" t="t"/>
                  <a:pathLst>
                    <a:path extrusionOk="0" h="115" w="161">
                      <a:moveTo>
                        <a:pt x="43" y="3"/>
                      </a:moveTo>
                      <a:lnTo>
                        <a:pt x="32" y="2"/>
                      </a:lnTo>
                      <a:lnTo>
                        <a:pt x="24" y="0"/>
                      </a:lnTo>
                      <a:lnTo>
                        <a:pt x="16" y="2"/>
                      </a:lnTo>
                      <a:lnTo>
                        <a:pt x="7" y="5"/>
                      </a:lnTo>
                      <a:lnTo>
                        <a:pt x="2" y="16"/>
                      </a:lnTo>
                      <a:lnTo>
                        <a:pt x="0" y="21"/>
                      </a:lnTo>
                      <a:lnTo>
                        <a:pt x="0" y="29"/>
                      </a:lnTo>
                      <a:lnTo>
                        <a:pt x="0" y="37"/>
                      </a:lnTo>
                      <a:lnTo>
                        <a:pt x="0" y="46"/>
                      </a:lnTo>
                      <a:lnTo>
                        <a:pt x="2" y="52"/>
                      </a:lnTo>
                      <a:lnTo>
                        <a:pt x="6" y="57"/>
                      </a:lnTo>
                      <a:lnTo>
                        <a:pt x="21" y="69"/>
                      </a:lnTo>
                      <a:lnTo>
                        <a:pt x="25" y="77"/>
                      </a:lnTo>
                      <a:lnTo>
                        <a:pt x="27" y="82"/>
                      </a:lnTo>
                      <a:lnTo>
                        <a:pt x="32" y="91"/>
                      </a:lnTo>
                      <a:lnTo>
                        <a:pt x="35" y="102"/>
                      </a:lnTo>
                      <a:lnTo>
                        <a:pt x="40" y="105"/>
                      </a:lnTo>
                      <a:lnTo>
                        <a:pt x="58" y="108"/>
                      </a:lnTo>
                      <a:lnTo>
                        <a:pt x="66" y="111"/>
                      </a:lnTo>
                      <a:lnTo>
                        <a:pt x="74" y="111"/>
                      </a:lnTo>
                      <a:lnTo>
                        <a:pt x="88" y="114"/>
                      </a:lnTo>
                      <a:lnTo>
                        <a:pt x="96" y="114"/>
                      </a:lnTo>
                      <a:lnTo>
                        <a:pt x="102" y="113"/>
                      </a:lnTo>
                      <a:lnTo>
                        <a:pt x="114" y="112"/>
                      </a:lnTo>
                      <a:lnTo>
                        <a:pt x="119" y="110"/>
                      </a:lnTo>
                      <a:lnTo>
                        <a:pt x="124" y="106"/>
                      </a:lnTo>
                      <a:lnTo>
                        <a:pt x="126" y="103"/>
                      </a:lnTo>
                      <a:lnTo>
                        <a:pt x="132" y="101"/>
                      </a:lnTo>
                      <a:lnTo>
                        <a:pt x="138" y="100"/>
                      </a:lnTo>
                      <a:lnTo>
                        <a:pt x="143" y="96"/>
                      </a:lnTo>
                      <a:lnTo>
                        <a:pt x="146" y="90"/>
                      </a:lnTo>
                      <a:lnTo>
                        <a:pt x="153" y="88"/>
                      </a:lnTo>
                      <a:lnTo>
                        <a:pt x="158" y="85"/>
                      </a:lnTo>
                      <a:lnTo>
                        <a:pt x="160" y="81"/>
                      </a:lnTo>
                      <a:lnTo>
                        <a:pt x="160" y="78"/>
                      </a:lnTo>
                      <a:lnTo>
                        <a:pt x="158" y="74"/>
                      </a:lnTo>
                      <a:lnTo>
                        <a:pt x="153" y="71"/>
                      </a:lnTo>
                      <a:lnTo>
                        <a:pt x="78" y="58"/>
                      </a:lnTo>
                      <a:lnTo>
                        <a:pt x="103" y="57"/>
                      </a:lnTo>
                      <a:lnTo>
                        <a:pt x="112" y="58"/>
                      </a:lnTo>
                      <a:lnTo>
                        <a:pt x="122" y="58"/>
                      </a:lnTo>
                      <a:lnTo>
                        <a:pt x="133" y="59"/>
                      </a:lnTo>
                      <a:lnTo>
                        <a:pt x="144" y="58"/>
                      </a:lnTo>
                      <a:lnTo>
                        <a:pt x="152" y="58"/>
                      </a:lnTo>
                      <a:lnTo>
                        <a:pt x="156" y="55"/>
                      </a:lnTo>
                      <a:lnTo>
                        <a:pt x="157" y="50"/>
                      </a:lnTo>
                      <a:lnTo>
                        <a:pt x="157" y="46"/>
                      </a:lnTo>
                      <a:lnTo>
                        <a:pt x="152" y="42"/>
                      </a:lnTo>
                      <a:lnTo>
                        <a:pt x="134" y="39"/>
                      </a:lnTo>
                      <a:lnTo>
                        <a:pt x="122" y="38"/>
                      </a:lnTo>
                      <a:lnTo>
                        <a:pt x="106" y="36"/>
                      </a:lnTo>
                      <a:lnTo>
                        <a:pt x="88" y="36"/>
                      </a:lnTo>
                      <a:lnTo>
                        <a:pt x="68" y="32"/>
                      </a:lnTo>
                      <a:lnTo>
                        <a:pt x="53" y="27"/>
                      </a:lnTo>
                      <a:lnTo>
                        <a:pt x="49" y="19"/>
                      </a:lnTo>
                      <a:lnTo>
                        <a:pt x="44" y="14"/>
                      </a:lnTo>
                      <a:lnTo>
                        <a:pt x="46" y="9"/>
                      </a:lnTo>
                      <a:lnTo>
                        <a:pt x="56" y="0"/>
                      </a:lnTo>
                      <a:lnTo>
                        <a:pt x="48" y="2"/>
                      </a:lnTo>
                      <a:lnTo>
                        <a:pt x="43" y="3"/>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4" name="Google Shape;824;p6"/>
                <p:cNvSpPr/>
                <p:nvPr/>
              </p:nvSpPr>
              <p:spPr>
                <a:xfrm>
                  <a:off x="2947" y="2355"/>
                  <a:ext cx="3" cy="3"/>
                </a:xfrm>
                <a:custGeom>
                  <a:rect b="b" l="l" r="r" t="t"/>
                  <a:pathLst>
                    <a:path extrusionOk="0" h="3" w="3">
                      <a:moveTo>
                        <a:pt x="0" y="0"/>
                      </a:moveTo>
                      <a:lnTo>
                        <a:pt x="1" y="0"/>
                      </a:lnTo>
                      <a:lnTo>
                        <a:pt x="1" y="1"/>
                      </a:lnTo>
                      <a:lnTo>
                        <a:pt x="1" y="2"/>
                      </a:lnTo>
                      <a:lnTo>
                        <a:pt x="2" y="1"/>
                      </a:lnTo>
                      <a:lnTo>
                        <a:pt x="2"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5" name="Google Shape;825;p6"/>
                <p:cNvSpPr/>
                <p:nvPr/>
              </p:nvSpPr>
              <p:spPr>
                <a:xfrm>
                  <a:off x="2951" y="2385"/>
                  <a:ext cx="5" cy="4"/>
                </a:xfrm>
                <a:custGeom>
                  <a:rect b="b" l="l" r="r" t="t"/>
                  <a:pathLst>
                    <a:path extrusionOk="0" h="4" w="5">
                      <a:moveTo>
                        <a:pt x="0" y="0"/>
                      </a:moveTo>
                      <a:lnTo>
                        <a:pt x="2" y="1"/>
                      </a:lnTo>
                      <a:lnTo>
                        <a:pt x="2" y="3"/>
                      </a:lnTo>
                      <a:lnTo>
                        <a:pt x="4" y="1"/>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6" name="Google Shape;826;p6"/>
                <p:cNvSpPr/>
                <p:nvPr/>
              </p:nvSpPr>
              <p:spPr>
                <a:xfrm>
                  <a:off x="2935" y="2399"/>
                  <a:ext cx="6" cy="3"/>
                </a:xfrm>
                <a:custGeom>
                  <a:rect b="b" l="l" r="r" t="t"/>
                  <a:pathLst>
                    <a:path extrusionOk="0" h="3" w="6">
                      <a:moveTo>
                        <a:pt x="0" y="2"/>
                      </a:moveTo>
                      <a:lnTo>
                        <a:pt x="5" y="1"/>
                      </a:lnTo>
                      <a:lnTo>
                        <a:pt x="2" y="0"/>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7" name="Google Shape;827;p6"/>
                <p:cNvSpPr/>
                <p:nvPr/>
              </p:nvSpPr>
              <p:spPr>
                <a:xfrm>
                  <a:off x="2871" y="2404"/>
                  <a:ext cx="39" cy="3"/>
                </a:xfrm>
                <a:custGeom>
                  <a:rect b="b" l="l" r="r" t="t"/>
                  <a:pathLst>
                    <a:path extrusionOk="0" h="3" w="39">
                      <a:moveTo>
                        <a:pt x="38" y="1"/>
                      </a:moveTo>
                      <a:lnTo>
                        <a:pt x="27" y="1"/>
                      </a:lnTo>
                      <a:lnTo>
                        <a:pt x="12" y="2"/>
                      </a:lnTo>
                      <a:lnTo>
                        <a:pt x="0" y="1"/>
                      </a:lnTo>
                      <a:lnTo>
                        <a:pt x="15" y="1"/>
                      </a:lnTo>
                      <a:lnTo>
                        <a:pt x="27" y="0"/>
                      </a:lnTo>
                      <a:lnTo>
                        <a:pt x="38"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8" name="Google Shape;828;p6"/>
                <p:cNvSpPr/>
                <p:nvPr/>
              </p:nvSpPr>
              <p:spPr>
                <a:xfrm>
                  <a:off x="2865" y="2387"/>
                  <a:ext cx="87" cy="7"/>
                </a:xfrm>
                <a:custGeom>
                  <a:rect b="b" l="l" r="r" t="t"/>
                  <a:pathLst>
                    <a:path extrusionOk="0" h="7" w="87">
                      <a:moveTo>
                        <a:pt x="85" y="6"/>
                      </a:moveTo>
                      <a:lnTo>
                        <a:pt x="86" y="4"/>
                      </a:lnTo>
                      <a:lnTo>
                        <a:pt x="75" y="4"/>
                      </a:lnTo>
                      <a:lnTo>
                        <a:pt x="64" y="3"/>
                      </a:lnTo>
                      <a:lnTo>
                        <a:pt x="48" y="3"/>
                      </a:lnTo>
                      <a:lnTo>
                        <a:pt x="37" y="2"/>
                      </a:lnTo>
                      <a:lnTo>
                        <a:pt x="19" y="1"/>
                      </a:lnTo>
                      <a:lnTo>
                        <a:pt x="8" y="0"/>
                      </a:lnTo>
                      <a:lnTo>
                        <a:pt x="0" y="2"/>
                      </a:lnTo>
                      <a:lnTo>
                        <a:pt x="12" y="2"/>
                      </a:lnTo>
                      <a:lnTo>
                        <a:pt x="24" y="2"/>
                      </a:lnTo>
                      <a:lnTo>
                        <a:pt x="38" y="3"/>
                      </a:lnTo>
                      <a:lnTo>
                        <a:pt x="45" y="3"/>
                      </a:lnTo>
                      <a:lnTo>
                        <a:pt x="51" y="4"/>
                      </a:lnTo>
                      <a:lnTo>
                        <a:pt x="59" y="4"/>
                      </a:lnTo>
                      <a:lnTo>
                        <a:pt x="64" y="4"/>
                      </a:lnTo>
                      <a:lnTo>
                        <a:pt x="70" y="5"/>
                      </a:lnTo>
                      <a:lnTo>
                        <a:pt x="85" y="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29" name="Google Shape;829;p6"/>
                <p:cNvSpPr/>
                <p:nvPr/>
              </p:nvSpPr>
              <p:spPr>
                <a:xfrm>
                  <a:off x="2859" y="2352"/>
                  <a:ext cx="6" cy="6"/>
                </a:xfrm>
                <a:custGeom>
                  <a:rect b="b" l="l" r="r" t="t"/>
                  <a:pathLst>
                    <a:path extrusionOk="0" h="6" w="6">
                      <a:moveTo>
                        <a:pt x="0" y="5"/>
                      </a:moveTo>
                      <a:lnTo>
                        <a:pt x="2" y="2"/>
                      </a:lnTo>
                      <a:lnTo>
                        <a:pt x="5" y="0"/>
                      </a:lnTo>
                      <a:lnTo>
                        <a:pt x="2" y="3"/>
                      </a:lnTo>
                      <a:lnTo>
                        <a:pt x="0" y="5"/>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0" name="Google Shape;830;p6"/>
                <p:cNvSpPr/>
                <p:nvPr/>
              </p:nvSpPr>
              <p:spPr>
                <a:xfrm>
                  <a:off x="2830" y="2331"/>
                  <a:ext cx="4" cy="8"/>
                </a:xfrm>
                <a:custGeom>
                  <a:rect b="b" l="l" r="r" t="t"/>
                  <a:pathLst>
                    <a:path extrusionOk="0" h="8" w="4">
                      <a:moveTo>
                        <a:pt x="0" y="0"/>
                      </a:moveTo>
                      <a:lnTo>
                        <a:pt x="2" y="3"/>
                      </a:lnTo>
                      <a:lnTo>
                        <a:pt x="3" y="7"/>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1" name="Google Shape;831;p6"/>
                <p:cNvSpPr/>
                <p:nvPr/>
              </p:nvSpPr>
              <p:spPr>
                <a:xfrm>
                  <a:off x="2841" y="2350"/>
                  <a:ext cx="1" cy="50"/>
                </a:xfrm>
                <a:custGeom>
                  <a:rect b="b" l="l" r="r" t="t"/>
                  <a:pathLst>
                    <a:path extrusionOk="0" h="50" w="1">
                      <a:moveTo>
                        <a:pt x="0" y="49"/>
                      </a:moveTo>
                      <a:lnTo>
                        <a:pt x="0" y="42"/>
                      </a:lnTo>
                      <a:lnTo>
                        <a:pt x="0" y="30"/>
                      </a:lnTo>
                      <a:lnTo>
                        <a:pt x="0" y="23"/>
                      </a:lnTo>
                      <a:lnTo>
                        <a:pt x="0" y="17"/>
                      </a:lnTo>
                      <a:lnTo>
                        <a:pt x="0" y="9"/>
                      </a:lnTo>
                      <a:lnTo>
                        <a:pt x="0" y="0"/>
                      </a:lnTo>
                      <a:lnTo>
                        <a:pt x="0" y="5"/>
                      </a:lnTo>
                      <a:lnTo>
                        <a:pt x="0" y="11"/>
                      </a:lnTo>
                      <a:lnTo>
                        <a:pt x="0" y="16"/>
                      </a:lnTo>
                      <a:lnTo>
                        <a:pt x="0" y="19"/>
                      </a:lnTo>
                      <a:lnTo>
                        <a:pt x="0" y="27"/>
                      </a:lnTo>
                      <a:lnTo>
                        <a:pt x="0" y="34"/>
                      </a:lnTo>
                      <a:lnTo>
                        <a:pt x="0" y="37"/>
                      </a:lnTo>
                      <a:lnTo>
                        <a:pt x="0" y="49"/>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2" name="Google Shape;832;p6"/>
                <p:cNvSpPr/>
                <p:nvPr/>
              </p:nvSpPr>
              <p:spPr>
                <a:xfrm>
                  <a:off x="2920" y="2404"/>
                  <a:ext cx="14" cy="6"/>
                </a:xfrm>
                <a:custGeom>
                  <a:rect b="b" l="l" r="r" t="t"/>
                  <a:pathLst>
                    <a:path extrusionOk="0" h="6" w="14">
                      <a:moveTo>
                        <a:pt x="13" y="3"/>
                      </a:moveTo>
                      <a:lnTo>
                        <a:pt x="11" y="0"/>
                      </a:lnTo>
                      <a:lnTo>
                        <a:pt x="7" y="0"/>
                      </a:lnTo>
                      <a:lnTo>
                        <a:pt x="0" y="3"/>
                      </a:lnTo>
                      <a:lnTo>
                        <a:pt x="6" y="5"/>
                      </a:lnTo>
                      <a:lnTo>
                        <a:pt x="13"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3" name="Google Shape;833;p6"/>
                <p:cNvSpPr/>
                <p:nvPr/>
              </p:nvSpPr>
              <p:spPr>
                <a:xfrm>
                  <a:off x="2921" y="2412"/>
                  <a:ext cx="6" cy="3"/>
                </a:xfrm>
                <a:custGeom>
                  <a:rect b="b" l="l" r="r" t="t"/>
                  <a:pathLst>
                    <a:path extrusionOk="0" h="3" w="6">
                      <a:moveTo>
                        <a:pt x="0" y="2"/>
                      </a:moveTo>
                      <a:lnTo>
                        <a:pt x="5" y="1"/>
                      </a:lnTo>
                      <a:lnTo>
                        <a:pt x="3" y="0"/>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grpSp>
        <p:nvGrpSpPr>
          <p:cNvPr id="834" name="Google Shape;834;p6"/>
          <p:cNvGrpSpPr/>
          <p:nvPr/>
        </p:nvGrpSpPr>
        <p:grpSpPr>
          <a:xfrm>
            <a:off x="2057400" y="3810000"/>
            <a:ext cx="3970337" cy="2311400"/>
            <a:chOff x="1161" y="2724"/>
            <a:chExt cx="2501" cy="1456"/>
          </a:xfrm>
        </p:grpSpPr>
        <p:grpSp>
          <p:nvGrpSpPr>
            <p:cNvPr id="835" name="Google Shape;835;p6"/>
            <p:cNvGrpSpPr/>
            <p:nvPr/>
          </p:nvGrpSpPr>
          <p:grpSpPr>
            <a:xfrm>
              <a:off x="2086" y="3523"/>
              <a:ext cx="325" cy="657"/>
              <a:chOff x="2086" y="3523"/>
              <a:chExt cx="325" cy="657"/>
            </a:xfrm>
          </p:grpSpPr>
          <p:sp>
            <p:nvSpPr>
              <p:cNvPr id="836" name="Google Shape;836;p6"/>
              <p:cNvSpPr/>
              <p:nvPr/>
            </p:nvSpPr>
            <p:spPr>
              <a:xfrm>
                <a:off x="2086" y="3556"/>
                <a:ext cx="215" cy="613"/>
              </a:xfrm>
              <a:prstGeom prst="rect">
                <a:avLst/>
              </a:prstGeom>
              <a:solidFill>
                <a:srgbClr val="40200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37" name="Google Shape;837;p6"/>
              <p:cNvSpPr/>
              <p:nvPr/>
            </p:nvSpPr>
            <p:spPr>
              <a:xfrm>
                <a:off x="2311" y="3523"/>
                <a:ext cx="100" cy="657"/>
              </a:xfrm>
              <a:custGeom>
                <a:rect b="b" l="l" r="r" t="t"/>
                <a:pathLst>
                  <a:path extrusionOk="0" h="657" w="100">
                    <a:moveTo>
                      <a:pt x="0" y="22"/>
                    </a:moveTo>
                    <a:lnTo>
                      <a:pt x="0" y="656"/>
                    </a:lnTo>
                    <a:lnTo>
                      <a:pt x="99" y="549"/>
                    </a:lnTo>
                    <a:lnTo>
                      <a:pt x="99" y="0"/>
                    </a:lnTo>
                    <a:lnTo>
                      <a:pt x="0" y="22"/>
                    </a:lnTo>
                  </a:path>
                </a:pathLst>
              </a:custGeom>
              <a:solidFill>
                <a:srgbClr val="201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38" name="Google Shape;838;p6"/>
            <p:cNvGrpSpPr/>
            <p:nvPr/>
          </p:nvGrpSpPr>
          <p:grpSpPr>
            <a:xfrm>
              <a:off x="1161" y="2724"/>
              <a:ext cx="2501" cy="869"/>
              <a:chOff x="1161" y="2724"/>
              <a:chExt cx="2501" cy="869"/>
            </a:xfrm>
          </p:grpSpPr>
          <p:sp>
            <p:nvSpPr>
              <p:cNvPr id="839" name="Google Shape;839;p6"/>
              <p:cNvSpPr/>
              <p:nvPr/>
            </p:nvSpPr>
            <p:spPr>
              <a:xfrm>
                <a:off x="1161" y="2724"/>
                <a:ext cx="2501" cy="795"/>
              </a:xfrm>
              <a:custGeom>
                <a:rect b="b" l="l" r="r" t="t"/>
                <a:pathLst>
                  <a:path extrusionOk="0" h="795" w="2501">
                    <a:moveTo>
                      <a:pt x="1273" y="0"/>
                    </a:moveTo>
                    <a:lnTo>
                      <a:pt x="2500" y="0"/>
                    </a:lnTo>
                    <a:lnTo>
                      <a:pt x="1829" y="794"/>
                    </a:lnTo>
                    <a:lnTo>
                      <a:pt x="0" y="794"/>
                    </a:lnTo>
                    <a:lnTo>
                      <a:pt x="1273" y="0"/>
                    </a:lnTo>
                  </a:path>
                </a:pathLst>
              </a:custGeom>
              <a:solidFill>
                <a:srgbClr val="603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0" name="Google Shape;840;p6"/>
              <p:cNvSpPr/>
              <p:nvPr/>
            </p:nvSpPr>
            <p:spPr>
              <a:xfrm>
                <a:off x="2990" y="2726"/>
                <a:ext cx="672" cy="867"/>
              </a:xfrm>
              <a:custGeom>
                <a:rect b="b" l="l" r="r" t="t"/>
                <a:pathLst>
                  <a:path extrusionOk="0" h="867" w="672">
                    <a:moveTo>
                      <a:pt x="0" y="794"/>
                    </a:moveTo>
                    <a:lnTo>
                      <a:pt x="671" y="0"/>
                    </a:lnTo>
                    <a:lnTo>
                      <a:pt x="671" y="38"/>
                    </a:lnTo>
                    <a:lnTo>
                      <a:pt x="0" y="866"/>
                    </a:lnTo>
                    <a:lnTo>
                      <a:pt x="0" y="794"/>
                    </a:lnTo>
                  </a:path>
                </a:pathLst>
              </a:custGeom>
              <a:solidFill>
                <a:srgbClr val="201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1" name="Google Shape;841;p6"/>
              <p:cNvSpPr/>
              <p:nvPr/>
            </p:nvSpPr>
            <p:spPr>
              <a:xfrm>
                <a:off x="1161" y="3520"/>
                <a:ext cx="1830" cy="73"/>
              </a:xfrm>
              <a:custGeom>
                <a:rect b="b" l="l" r="r" t="t"/>
                <a:pathLst>
                  <a:path extrusionOk="0" h="73" w="1830">
                    <a:moveTo>
                      <a:pt x="1829" y="72"/>
                    </a:moveTo>
                    <a:lnTo>
                      <a:pt x="1829" y="0"/>
                    </a:lnTo>
                    <a:lnTo>
                      <a:pt x="0" y="0"/>
                    </a:lnTo>
                    <a:lnTo>
                      <a:pt x="0" y="72"/>
                    </a:lnTo>
                    <a:lnTo>
                      <a:pt x="1829" y="72"/>
                    </a:lnTo>
                  </a:path>
                </a:pathLst>
              </a:custGeom>
              <a:solidFill>
                <a:srgbClr val="402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842" name="Google Shape;842;p6"/>
          <p:cNvGrpSpPr/>
          <p:nvPr/>
        </p:nvGrpSpPr>
        <p:grpSpPr>
          <a:xfrm>
            <a:off x="5192712" y="3179762"/>
            <a:ext cx="1565275" cy="2382837"/>
            <a:chOff x="3136" y="2327"/>
            <a:chExt cx="986" cy="1501"/>
          </a:xfrm>
        </p:grpSpPr>
        <p:grpSp>
          <p:nvGrpSpPr>
            <p:cNvPr id="843" name="Google Shape;843;p6"/>
            <p:cNvGrpSpPr/>
            <p:nvPr/>
          </p:nvGrpSpPr>
          <p:grpSpPr>
            <a:xfrm>
              <a:off x="3209" y="3638"/>
              <a:ext cx="287" cy="148"/>
              <a:chOff x="3209" y="3638"/>
              <a:chExt cx="287" cy="148"/>
            </a:xfrm>
          </p:grpSpPr>
          <p:sp>
            <p:nvSpPr>
              <p:cNvPr id="844" name="Google Shape;844;p6"/>
              <p:cNvSpPr/>
              <p:nvPr/>
            </p:nvSpPr>
            <p:spPr>
              <a:xfrm>
                <a:off x="3209" y="3638"/>
                <a:ext cx="287" cy="148"/>
              </a:xfrm>
              <a:custGeom>
                <a:rect b="b" l="l" r="r" t="t"/>
                <a:pathLst>
                  <a:path extrusionOk="0" h="148" w="287">
                    <a:moveTo>
                      <a:pt x="170" y="5"/>
                    </a:moveTo>
                    <a:lnTo>
                      <a:pt x="173" y="43"/>
                    </a:lnTo>
                    <a:lnTo>
                      <a:pt x="98" y="78"/>
                    </a:lnTo>
                    <a:lnTo>
                      <a:pt x="35" y="94"/>
                    </a:lnTo>
                    <a:lnTo>
                      <a:pt x="0" y="109"/>
                    </a:lnTo>
                    <a:lnTo>
                      <a:pt x="2" y="129"/>
                    </a:lnTo>
                    <a:lnTo>
                      <a:pt x="47" y="142"/>
                    </a:lnTo>
                    <a:lnTo>
                      <a:pt x="115" y="147"/>
                    </a:lnTo>
                    <a:lnTo>
                      <a:pt x="173" y="137"/>
                    </a:lnTo>
                    <a:lnTo>
                      <a:pt x="208" y="127"/>
                    </a:lnTo>
                    <a:lnTo>
                      <a:pt x="210" y="138"/>
                    </a:lnTo>
                    <a:lnTo>
                      <a:pt x="255" y="137"/>
                    </a:lnTo>
                    <a:lnTo>
                      <a:pt x="283" y="132"/>
                    </a:lnTo>
                    <a:lnTo>
                      <a:pt x="283" y="112"/>
                    </a:lnTo>
                    <a:lnTo>
                      <a:pt x="286" y="100"/>
                    </a:lnTo>
                    <a:lnTo>
                      <a:pt x="286" y="71"/>
                    </a:lnTo>
                    <a:lnTo>
                      <a:pt x="278" y="56"/>
                    </a:lnTo>
                    <a:lnTo>
                      <a:pt x="264" y="38"/>
                    </a:lnTo>
                    <a:lnTo>
                      <a:pt x="260" y="0"/>
                    </a:lnTo>
                    <a:lnTo>
                      <a:pt x="170" y="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5" name="Google Shape;845;p6"/>
              <p:cNvSpPr/>
              <p:nvPr/>
            </p:nvSpPr>
            <p:spPr>
              <a:xfrm>
                <a:off x="3313" y="3690"/>
                <a:ext cx="79" cy="40"/>
              </a:xfrm>
              <a:custGeom>
                <a:rect b="b" l="l" r="r" t="t"/>
                <a:pathLst>
                  <a:path extrusionOk="0" h="40" w="79">
                    <a:moveTo>
                      <a:pt x="59" y="0"/>
                    </a:moveTo>
                    <a:lnTo>
                      <a:pt x="78" y="21"/>
                    </a:lnTo>
                    <a:lnTo>
                      <a:pt x="8" y="39"/>
                    </a:lnTo>
                    <a:lnTo>
                      <a:pt x="0" y="25"/>
                    </a:lnTo>
                    <a:lnTo>
                      <a:pt x="59"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6" name="Google Shape;846;p6"/>
              <p:cNvSpPr/>
              <p:nvPr/>
            </p:nvSpPr>
            <p:spPr>
              <a:xfrm>
                <a:off x="3217" y="3723"/>
                <a:ext cx="91" cy="22"/>
              </a:xfrm>
              <a:custGeom>
                <a:rect b="b" l="l" r="r" t="t"/>
                <a:pathLst>
                  <a:path extrusionOk="0" h="22" w="91">
                    <a:moveTo>
                      <a:pt x="79" y="0"/>
                    </a:moveTo>
                    <a:lnTo>
                      <a:pt x="90" y="9"/>
                    </a:lnTo>
                    <a:lnTo>
                      <a:pt x="46" y="19"/>
                    </a:lnTo>
                    <a:lnTo>
                      <a:pt x="25" y="21"/>
                    </a:lnTo>
                    <a:lnTo>
                      <a:pt x="0" y="20"/>
                    </a:lnTo>
                    <a:lnTo>
                      <a:pt x="27" y="9"/>
                    </a:lnTo>
                    <a:lnTo>
                      <a:pt x="79"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7" name="Google Shape;847;p6"/>
              <p:cNvSpPr/>
              <p:nvPr/>
            </p:nvSpPr>
            <p:spPr>
              <a:xfrm>
                <a:off x="3215" y="3690"/>
                <a:ext cx="271" cy="81"/>
              </a:xfrm>
              <a:custGeom>
                <a:rect b="b" l="l" r="r" t="t"/>
                <a:pathLst>
                  <a:path extrusionOk="0" h="81" w="271">
                    <a:moveTo>
                      <a:pt x="0" y="68"/>
                    </a:moveTo>
                    <a:lnTo>
                      <a:pt x="0" y="56"/>
                    </a:lnTo>
                    <a:lnTo>
                      <a:pt x="35" y="59"/>
                    </a:lnTo>
                    <a:lnTo>
                      <a:pt x="92" y="52"/>
                    </a:lnTo>
                    <a:lnTo>
                      <a:pt x="124" y="45"/>
                    </a:lnTo>
                    <a:lnTo>
                      <a:pt x="186" y="25"/>
                    </a:lnTo>
                    <a:lnTo>
                      <a:pt x="214" y="23"/>
                    </a:lnTo>
                    <a:lnTo>
                      <a:pt x="240" y="14"/>
                    </a:lnTo>
                    <a:lnTo>
                      <a:pt x="253" y="0"/>
                    </a:lnTo>
                    <a:lnTo>
                      <a:pt x="270" y="17"/>
                    </a:lnTo>
                    <a:lnTo>
                      <a:pt x="270" y="51"/>
                    </a:lnTo>
                    <a:lnTo>
                      <a:pt x="250" y="56"/>
                    </a:lnTo>
                    <a:lnTo>
                      <a:pt x="201" y="62"/>
                    </a:lnTo>
                    <a:lnTo>
                      <a:pt x="182" y="65"/>
                    </a:lnTo>
                    <a:lnTo>
                      <a:pt x="150" y="75"/>
                    </a:lnTo>
                    <a:lnTo>
                      <a:pt x="114" y="80"/>
                    </a:lnTo>
                    <a:lnTo>
                      <a:pt x="87" y="80"/>
                    </a:lnTo>
                    <a:lnTo>
                      <a:pt x="47" y="80"/>
                    </a:lnTo>
                    <a:lnTo>
                      <a:pt x="0" y="68"/>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48" name="Google Shape;848;p6"/>
              <p:cNvSpPr/>
              <p:nvPr/>
            </p:nvSpPr>
            <p:spPr>
              <a:xfrm>
                <a:off x="3381" y="3641"/>
                <a:ext cx="85" cy="64"/>
              </a:xfrm>
              <a:custGeom>
                <a:rect b="b" l="l" r="r" t="t"/>
                <a:pathLst>
                  <a:path extrusionOk="0" h="64" w="85">
                    <a:moveTo>
                      <a:pt x="3" y="4"/>
                    </a:moveTo>
                    <a:lnTo>
                      <a:pt x="5" y="35"/>
                    </a:lnTo>
                    <a:lnTo>
                      <a:pt x="0" y="43"/>
                    </a:lnTo>
                    <a:lnTo>
                      <a:pt x="19" y="63"/>
                    </a:lnTo>
                    <a:lnTo>
                      <a:pt x="45" y="63"/>
                    </a:lnTo>
                    <a:lnTo>
                      <a:pt x="74" y="54"/>
                    </a:lnTo>
                    <a:lnTo>
                      <a:pt x="84" y="42"/>
                    </a:lnTo>
                    <a:lnTo>
                      <a:pt x="79" y="33"/>
                    </a:lnTo>
                    <a:lnTo>
                      <a:pt x="77" y="0"/>
                    </a:lnTo>
                    <a:lnTo>
                      <a:pt x="3" y="4"/>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49" name="Google Shape;849;p6"/>
            <p:cNvGrpSpPr/>
            <p:nvPr/>
          </p:nvGrpSpPr>
          <p:grpSpPr>
            <a:xfrm>
              <a:off x="3369" y="3415"/>
              <a:ext cx="121" cy="260"/>
              <a:chOff x="3369" y="3415"/>
              <a:chExt cx="121" cy="260"/>
            </a:xfrm>
          </p:grpSpPr>
          <p:sp>
            <p:nvSpPr>
              <p:cNvPr id="850" name="Google Shape;850;p6"/>
              <p:cNvSpPr/>
              <p:nvPr/>
            </p:nvSpPr>
            <p:spPr>
              <a:xfrm>
                <a:off x="3369" y="3415"/>
                <a:ext cx="121" cy="260"/>
              </a:xfrm>
              <a:custGeom>
                <a:rect b="b" l="l" r="r" t="t"/>
                <a:pathLst>
                  <a:path extrusionOk="0" h="260" w="121">
                    <a:moveTo>
                      <a:pt x="111" y="5"/>
                    </a:moveTo>
                    <a:lnTo>
                      <a:pt x="118" y="93"/>
                    </a:lnTo>
                    <a:lnTo>
                      <a:pt x="117" y="166"/>
                    </a:lnTo>
                    <a:lnTo>
                      <a:pt x="120" y="248"/>
                    </a:lnTo>
                    <a:lnTo>
                      <a:pt x="61" y="259"/>
                    </a:lnTo>
                    <a:lnTo>
                      <a:pt x="4" y="259"/>
                    </a:lnTo>
                    <a:lnTo>
                      <a:pt x="0" y="0"/>
                    </a:lnTo>
                    <a:lnTo>
                      <a:pt x="111" y="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1" name="Google Shape;851;p6"/>
              <p:cNvSpPr/>
              <p:nvPr/>
            </p:nvSpPr>
            <p:spPr>
              <a:xfrm>
                <a:off x="3375" y="3418"/>
                <a:ext cx="98" cy="244"/>
              </a:xfrm>
              <a:custGeom>
                <a:rect b="b" l="l" r="r" t="t"/>
                <a:pathLst>
                  <a:path extrusionOk="0" h="244" w="98">
                    <a:moveTo>
                      <a:pt x="88" y="8"/>
                    </a:moveTo>
                    <a:lnTo>
                      <a:pt x="97" y="80"/>
                    </a:lnTo>
                    <a:lnTo>
                      <a:pt x="95" y="137"/>
                    </a:lnTo>
                    <a:lnTo>
                      <a:pt x="95" y="226"/>
                    </a:lnTo>
                    <a:lnTo>
                      <a:pt x="47" y="243"/>
                    </a:lnTo>
                    <a:lnTo>
                      <a:pt x="6" y="243"/>
                    </a:lnTo>
                    <a:lnTo>
                      <a:pt x="0" y="0"/>
                    </a:lnTo>
                    <a:lnTo>
                      <a:pt x="88" y="8"/>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52" name="Google Shape;852;p6"/>
            <p:cNvGrpSpPr/>
            <p:nvPr/>
          </p:nvGrpSpPr>
          <p:grpSpPr>
            <a:xfrm>
              <a:off x="3136" y="3679"/>
              <a:ext cx="292" cy="149"/>
              <a:chOff x="3136" y="3679"/>
              <a:chExt cx="292" cy="149"/>
            </a:xfrm>
          </p:grpSpPr>
          <p:sp>
            <p:nvSpPr>
              <p:cNvPr id="853" name="Google Shape;853;p6"/>
              <p:cNvSpPr/>
              <p:nvPr/>
            </p:nvSpPr>
            <p:spPr>
              <a:xfrm>
                <a:off x="3136" y="3679"/>
                <a:ext cx="292" cy="149"/>
              </a:xfrm>
              <a:custGeom>
                <a:rect b="b" l="l" r="r" t="t"/>
                <a:pathLst>
                  <a:path extrusionOk="0" h="149" w="292">
                    <a:moveTo>
                      <a:pt x="173" y="6"/>
                    </a:moveTo>
                    <a:lnTo>
                      <a:pt x="176" y="44"/>
                    </a:lnTo>
                    <a:lnTo>
                      <a:pt x="99" y="79"/>
                    </a:lnTo>
                    <a:lnTo>
                      <a:pt x="36" y="95"/>
                    </a:lnTo>
                    <a:lnTo>
                      <a:pt x="0" y="110"/>
                    </a:lnTo>
                    <a:lnTo>
                      <a:pt x="3" y="130"/>
                    </a:lnTo>
                    <a:lnTo>
                      <a:pt x="49" y="143"/>
                    </a:lnTo>
                    <a:lnTo>
                      <a:pt x="117" y="148"/>
                    </a:lnTo>
                    <a:lnTo>
                      <a:pt x="176" y="138"/>
                    </a:lnTo>
                    <a:lnTo>
                      <a:pt x="211" y="128"/>
                    </a:lnTo>
                    <a:lnTo>
                      <a:pt x="213" y="140"/>
                    </a:lnTo>
                    <a:lnTo>
                      <a:pt x="259" y="138"/>
                    </a:lnTo>
                    <a:lnTo>
                      <a:pt x="287" y="133"/>
                    </a:lnTo>
                    <a:lnTo>
                      <a:pt x="287" y="113"/>
                    </a:lnTo>
                    <a:lnTo>
                      <a:pt x="291" y="101"/>
                    </a:lnTo>
                    <a:lnTo>
                      <a:pt x="291" y="73"/>
                    </a:lnTo>
                    <a:lnTo>
                      <a:pt x="282" y="57"/>
                    </a:lnTo>
                    <a:lnTo>
                      <a:pt x="268" y="39"/>
                    </a:lnTo>
                    <a:lnTo>
                      <a:pt x="264" y="0"/>
                    </a:lnTo>
                    <a:lnTo>
                      <a:pt x="173" y="6"/>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4" name="Google Shape;854;p6"/>
              <p:cNvSpPr/>
              <p:nvPr/>
            </p:nvSpPr>
            <p:spPr>
              <a:xfrm>
                <a:off x="3242" y="3733"/>
                <a:ext cx="81" cy="39"/>
              </a:xfrm>
              <a:custGeom>
                <a:rect b="b" l="l" r="r" t="t"/>
                <a:pathLst>
                  <a:path extrusionOk="0" h="39" w="81">
                    <a:moveTo>
                      <a:pt x="60" y="0"/>
                    </a:moveTo>
                    <a:lnTo>
                      <a:pt x="80" y="20"/>
                    </a:lnTo>
                    <a:lnTo>
                      <a:pt x="9" y="38"/>
                    </a:lnTo>
                    <a:lnTo>
                      <a:pt x="0" y="24"/>
                    </a:lnTo>
                    <a:lnTo>
                      <a:pt x="60"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5" name="Google Shape;855;p6"/>
              <p:cNvSpPr/>
              <p:nvPr/>
            </p:nvSpPr>
            <p:spPr>
              <a:xfrm>
                <a:off x="3144" y="3765"/>
                <a:ext cx="93" cy="22"/>
              </a:xfrm>
              <a:custGeom>
                <a:rect b="b" l="l" r="r" t="t"/>
                <a:pathLst>
                  <a:path extrusionOk="0" h="22" w="93">
                    <a:moveTo>
                      <a:pt x="81" y="0"/>
                    </a:moveTo>
                    <a:lnTo>
                      <a:pt x="92" y="9"/>
                    </a:lnTo>
                    <a:lnTo>
                      <a:pt x="47" y="19"/>
                    </a:lnTo>
                    <a:lnTo>
                      <a:pt x="26" y="21"/>
                    </a:lnTo>
                    <a:lnTo>
                      <a:pt x="0" y="20"/>
                    </a:lnTo>
                    <a:lnTo>
                      <a:pt x="28" y="9"/>
                    </a:lnTo>
                    <a:lnTo>
                      <a:pt x="81"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6" name="Google Shape;856;p6"/>
              <p:cNvSpPr/>
              <p:nvPr/>
            </p:nvSpPr>
            <p:spPr>
              <a:xfrm>
                <a:off x="3143" y="3733"/>
                <a:ext cx="274" cy="80"/>
              </a:xfrm>
              <a:custGeom>
                <a:rect b="b" l="l" r="r" t="t"/>
                <a:pathLst>
                  <a:path extrusionOk="0" h="80" w="274">
                    <a:moveTo>
                      <a:pt x="0" y="67"/>
                    </a:moveTo>
                    <a:lnTo>
                      <a:pt x="0" y="55"/>
                    </a:lnTo>
                    <a:lnTo>
                      <a:pt x="35" y="58"/>
                    </a:lnTo>
                    <a:lnTo>
                      <a:pt x="93" y="51"/>
                    </a:lnTo>
                    <a:lnTo>
                      <a:pt x="125" y="44"/>
                    </a:lnTo>
                    <a:lnTo>
                      <a:pt x="188" y="25"/>
                    </a:lnTo>
                    <a:lnTo>
                      <a:pt x="217" y="22"/>
                    </a:lnTo>
                    <a:lnTo>
                      <a:pt x="243" y="13"/>
                    </a:lnTo>
                    <a:lnTo>
                      <a:pt x="257" y="0"/>
                    </a:lnTo>
                    <a:lnTo>
                      <a:pt x="273" y="15"/>
                    </a:lnTo>
                    <a:lnTo>
                      <a:pt x="273" y="50"/>
                    </a:lnTo>
                    <a:lnTo>
                      <a:pt x="253" y="55"/>
                    </a:lnTo>
                    <a:lnTo>
                      <a:pt x="203" y="61"/>
                    </a:lnTo>
                    <a:lnTo>
                      <a:pt x="184" y="64"/>
                    </a:lnTo>
                    <a:lnTo>
                      <a:pt x="152" y="74"/>
                    </a:lnTo>
                    <a:lnTo>
                      <a:pt x="115" y="79"/>
                    </a:lnTo>
                    <a:lnTo>
                      <a:pt x="88" y="79"/>
                    </a:lnTo>
                    <a:lnTo>
                      <a:pt x="47" y="79"/>
                    </a:lnTo>
                    <a:lnTo>
                      <a:pt x="0" y="67"/>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57" name="Google Shape;857;p6"/>
              <p:cNvSpPr/>
              <p:nvPr/>
            </p:nvSpPr>
            <p:spPr>
              <a:xfrm>
                <a:off x="3311" y="3683"/>
                <a:ext cx="87" cy="65"/>
              </a:xfrm>
              <a:custGeom>
                <a:rect b="b" l="l" r="r" t="t"/>
                <a:pathLst>
                  <a:path extrusionOk="0" h="65" w="87">
                    <a:moveTo>
                      <a:pt x="3" y="4"/>
                    </a:moveTo>
                    <a:lnTo>
                      <a:pt x="5" y="36"/>
                    </a:lnTo>
                    <a:lnTo>
                      <a:pt x="0" y="43"/>
                    </a:lnTo>
                    <a:lnTo>
                      <a:pt x="19" y="64"/>
                    </a:lnTo>
                    <a:lnTo>
                      <a:pt x="46" y="64"/>
                    </a:lnTo>
                    <a:lnTo>
                      <a:pt x="75" y="54"/>
                    </a:lnTo>
                    <a:lnTo>
                      <a:pt x="86" y="42"/>
                    </a:lnTo>
                    <a:lnTo>
                      <a:pt x="80" y="33"/>
                    </a:lnTo>
                    <a:lnTo>
                      <a:pt x="78" y="0"/>
                    </a:lnTo>
                    <a:lnTo>
                      <a:pt x="3" y="4"/>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58" name="Google Shape;858;p6"/>
            <p:cNvGrpSpPr/>
            <p:nvPr/>
          </p:nvGrpSpPr>
          <p:grpSpPr>
            <a:xfrm>
              <a:off x="3573" y="3426"/>
              <a:ext cx="359" cy="391"/>
              <a:chOff x="3573" y="3426"/>
              <a:chExt cx="359" cy="391"/>
            </a:xfrm>
          </p:grpSpPr>
          <p:sp>
            <p:nvSpPr>
              <p:cNvPr id="859" name="Google Shape;859;p6"/>
              <p:cNvSpPr/>
              <p:nvPr/>
            </p:nvSpPr>
            <p:spPr>
              <a:xfrm>
                <a:off x="3573" y="3648"/>
                <a:ext cx="359" cy="169"/>
              </a:xfrm>
              <a:prstGeom prst="ellipse">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0" name="Google Shape;860;p6"/>
              <p:cNvSpPr/>
              <p:nvPr/>
            </p:nvSpPr>
            <p:spPr>
              <a:xfrm>
                <a:off x="3717" y="3426"/>
                <a:ext cx="78" cy="246"/>
              </a:xfrm>
              <a:prstGeom prst="rect">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61" name="Google Shape;861;p6"/>
            <p:cNvGrpSpPr/>
            <p:nvPr/>
          </p:nvGrpSpPr>
          <p:grpSpPr>
            <a:xfrm>
              <a:off x="3437" y="3298"/>
              <a:ext cx="562" cy="199"/>
              <a:chOff x="3437" y="3298"/>
              <a:chExt cx="562" cy="199"/>
            </a:xfrm>
          </p:grpSpPr>
          <p:sp>
            <p:nvSpPr>
              <p:cNvPr id="862" name="Google Shape;862;p6"/>
              <p:cNvSpPr/>
              <p:nvPr/>
            </p:nvSpPr>
            <p:spPr>
              <a:xfrm>
                <a:off x="3437" y="3298"/>
                <a:ext cx="562" cy="199"/>
              </a:xfrm>
              <a:custGeom>
                <a:rect b="b" l="l" r="r" t="t"/>
                <a:pathLst>
                  <a:path extrusionOk="0" h="199" w="562">
                    <a:moveTo>
                      <a:pt x="0" y="103"/>
                    </a:moveTo>
                    <a:lnTo>
                      <a:pt x="3" y="164"/>
                    </a:lnTo>
                    <a:lnTo>
                      <a:pt x="188" y="198"/>
                    </a:lnTo>
                    <a:lnTo>
                      <a:pt x="392" y="198"/>
                    </a:lnTo>
                    <a:lnTo>
                      <a:pt x="551" y="147"/>
                    </a:lnTo>
                    <a:lnTo>
                      <a:pt x="561" y="5"/>
                    </a:lnTo>
                    <a:lnTo>
                      <a:pt x="244" y="0"/>
                    </a:lnTo>
                    <a:lnTo>
                      <a:pt x="0" y="103"/>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3" name="Google Shape;863;p6"/>
              <p:cNvSpPr/>
              <p:nvPr/>
            </p:nvSpPr>
            <p:spPr>
              <a:xfrm>
                <a:off x="3450" y="3373"/>
                <a:ext cx="528" cy="107"/>
              </a:xfrm>
              <a:custGeom>
                <a:rect b="b" l="l" r="r" t="t"/>
                <a:pathLst>
                  <a:path extrusionOk="0" h="107" w="528">
                    <a:moveTo>
                      <a:pt x="0" y="36"/>
                    </a:moveTo>
                    <a:lnTo>
                      <a:pt x="3" y="78"/>
                    </a:lnTo>
                    <a:lnTo>
                      <a:pt x="166" y="106"/>
                    </a:lnTo>
                    <a:lnTo>
                      <a:pt x="379" y="106"/>
                    </a:lnTo>
                    <a:lnTo>
                      <a:pt x="527" y="57"/>
                    </a:lnTo>
                    <a:lnTo>
                      <a:pt x="527" y="0"/>
                    </a:lnTo>
                    <a:lnTo>
                      <a:pt x="385" y="57"/>
                    </a:lnTo>
                    <a:lnTo>
                      <a:pt x="169" y="60"/>
                    </a:lnTo>
                    <a:lnTo>
                      <a:pt x="0" y="36"/>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64" name="Google Shape;864;p6"/>
            <p:cNvGrpSpPr/>
            <p:nvPr/>
          </p:nvGrpSpPr>
          <p:grpSpPr>
            <a:xfrm>
              <a:off x="3398" y="2774"/>
              <a:ext cx="254" cy="130"/>
              <a:chOff x="3398" y="2774"/>
              <a:chExt cx="254" cy="130"/>
            </a:xfrm>
          </p:grpSpPr>
          <p:sp>
            <p:nvSpPr>
              <p:cNvPr id="865" name="Google Shape;865;p6"/>
              <p:cNvSpPr/>
              <p:nvPr/>
            </p:nvSpPr>
            <p:spPr>
              <a:xfrm>
                <a:off x="3398" y="2774"/>
                <a:ext cx="254" cy="130"/>
              </a:xfrm>
              <a:custGeom>
                <a:rect b="b" l="l" r="r" t="t"/>
                <a:pathLst>
                  <a:path extrusionOk="0" h="130" w="254">
                    <a:moveTo>
                      <a:pt x="229" y="129"/>
                    </a:moveTo>
                    <a:lnTo>
                      <a:pt x="216" y="126"/>
                    </a:lnTo>
                    <a:lnTo>
                      <a:pt x="202" y="120"/>
                    </a:lnTo>
                    <a:lnTo>
                      <a:pt x="190" y="117"/>
                    </a:lnTo>
                    <a:lnTo>
                      <a:pt x="169" y="120"/>
                    </a:lnTo>
                    <a:lnTo>
                      <a:pt x="154" y="120"/>
                    </a:lnTo>
                    <a:lnTo>
                      <a:pt x="143" y="116"/>
                    </a:lnTo>
                    <a:lnTo>
                      <a:pt x="134" y="113"/>
                    </a:lnTo>
                    <a:lnTo>
                      <a:pt x="126" y="109"/>
                    </a:lnTo>
                    <a:lnTo>
                      <a:pt x="117" y="101"/>
                    </a:lnTo>
                    <a:lnTo>
                      <a:pt x="109" y="93"/>
                    </a:lnTo>
                    <a:lnTo>
                      <a:pt x="97" y="84"/>
                    </a:lnTo>
                    <a:lnTo>
                      <a:pt x="85" y="84"/>
                    </a:lnTo>
                    <a:lnTo>
                      <a:pt x="74" y="82"/>
                    </a:lnTo>
                    <a:lnTo>
                      <a:pt x="70" y="79"/>
                    </a:lnTo>
                    <a:lnTo>
                      <a:pt x="63" y="74"/>
                    </a:lnTo>
                    <a:lnTo>
                      <a:pt x="59" y="67"/>
                    </a:lnTo>
                    <a:lnTo>
                      <a:pt x="59" y="63"/>
                    </a:lnTo>
                    <a:lnTo>
                      <a:pt x="63" y="57"/>
                    </a:lnTo>
                    <a:lnTo>
                      <a:pt x="68" y="55"/>
                    </a:lnTo>
                    <a:lnTo>
                      <a:pt x="83" y="57"/>
                    </a:lnTo>
                    <a:lnTo>
                      <a:pt x="100" y="59"/>
                    </a:lnTo>
                    <a:lnTo>
                      <a:pt x="86" y="48"/>
                    </a:lnTo>
                    <a:lnTo>
                      <a:pt x="70" y="42"/>
                    </a:lnTo>
                    <a:lnTo>
                      <a:pt x="56" y="43"/>
                    </a:lnTo>
                    <a:lnTo>
                      <a:pt x="41" y="42"/>
                    </a:lnTo>
                    <a:lnTo>
                      <a:pt x="31" y="45"/>
                    </a:lnTo>
                    <a:lnTo>
                      <a:pt x="18" y="45"/>
                    </a:lnTo>
                    <a:lnTo>
                      <a:pt x="14" y="42"/>
                    </a:lnTo>
                    <a:lnTo>
                      <a:pt x="13" y="36"/>
                    </a:lnTo>
                    <a:lnTo>
                      <a:pt x="6" y="37"/>
                    </a:lnTo>
                    <a:lnTo>
                      <a:pt x="2" y="36"/>
                    </a:lnTo>
                    <a:lnTo>
                      <a:pt x="0" y="30"/>
                    </a:lnTo>
                    <a:lnTo>
                      <a:pt x="1" y="26"/>
                    </a:lnTo>
                    <a:lnTo>
                      <a:pt x="5" y="24"/>
                    </a:lnTo>
                    <a:lnTo>
                      <a:pt x="12" y="20"/>
                    </a:lnTo>
                    <a:lnTo>
                      <a:pt x="17" y="16"/>
                    </a:lnTo>
                    <a:lnTo>
                      <a:pt x="24" y="12"/>
                    </a:lnTo>
                    <a:lnTo>
                      <a:pt x="31" y="10"/>
                    </a:lnTo>
                    <a:lnTo>
                      <a:pt x="38" y="10"/>
                    </a:lnTo>
                    <a:lnTo>
                      <a:pt x="68" y="4"/>
                    </a:lnTo>
                    <a:lnTo>
                      <a:pt x="75" y="1"/>
                    </a:lnTo>
                    <a:lnTo>
                      <a:pt x="82" y="0"/>
                    </a:lnTo>
                    <a:lnTo>
                      <a:pt x="90" y="1"/>
                    </a:lnTo>
                    <a:lnTo>
                      <a:pt x="99" y="5"/>
                    </a:lnTo>
                    <a:lnTo>
                      <a:pt x="126" y="20"/>
                    </a:lnTo>
                    <a:lnTo>
                      <a:pt x="138" y="22"/>
                    </a:lnTo>
                    <a:lnTo>
                      <a:pt x="149" y="25"/>
                    </a:lnTo>
                    <a:lnTo>
                      <a:pt x="158" y="30"/>
                    </a:lnTo>
                    <a:lnTo>
                      <a:pt x="163" y="37"/>
                    </a:lnTo>
                    <a:lnTo>
                      <a:pt x="185" y="53"/>
                    </a:lnTo>
                    <a:lnTo>
                      <a:pt x="195" y="60"/>
                    </a:lnTo>
                    <a:lnTo>
                      <a:pt x="208" y="74"/>
                    </a:lnTo>
                    <a:lnTo>
                      <a:pt x="217" y="78"/>
                    </a:lnTo>
                    <a:lnTo>
                      <a:pt x="253" y="79"/>
                    </a:lnTo>
                    <a:lnTo>
                      <a:pt x="229" y="129"/>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6" name="Google Shape;866;p6"/>
              <p:cNvSpPr/>
              <p:nvPr/>
            </p:nvSpPr>
            <p:spPr>
              <a:xfrm>
                <a:off x="3495" y="2831"/>
                <a:ext cx="54" cy="8"/>
              </a:xfrm>
              <a:custGeom>
                <a:rect b="b" l="l" r="r" t="t"/>
                <a:pathLst>
                  <a:path extrusionOk="0" h="8" w="54">
                    <a:moveTo>
                      <a:pt x="0" y="0"/>
                    </a:moveTo>
                    <a:lnTo>
                      <a:pt x="2" y="2"/>
                    </a:lnTo>
                    <a:lnTo>
                      <a:pt x="11" y="1"/>
                    </a:lnTo>
                    <a:lnTo>
                      <a:pt x="15" y="3"/>
                    </a:lnTo>
                    <a:lnTo>
                      <a:pt x="23" y="5"/>
                    </a:lnTo>
                    <a:lnTo>
                      <a:pt x="33" y="6"/>
                    </a:lnTo>
                    <a:lnTo>
                      <a:pt x="45" y="6"/>
                    </a:lnTo>
                    <a:lnTo>
                      <a:pt x="53" y="7"/>
                    </a:lnTo>
                    <a:lnTo>
                      <a:pt x="46" y="6"/>
                    </a:lnTo>
                    <a:lnTo>
                      <a:pt x="37" y="5"/>
                    </a:lnTo>
                    <a:lnTo>
                      <a:pt x="31" y="5"/>
                    </a:lnTo>
                    <a:lnTo>
                      <a:pt x="23" y="4"/>
                    </a:lnTo>
                    <a:lnTo>
                      <a:pt x="16" y="1"/>
                    </a:lnTo>
                    <a:lnTo>
                      <a:pt x="13"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7" name="Google Shape;867;p6"/>
              <p:cNvSpPr/>
              <p:nvPr/>
            </p:nvSpPr>
            <p:spPr>
              <a:xfrm>
                <a:off x="3409" y="2794"/>
                <a:ext cx="28" cy="10"/>
              </a:xfrm>
              <a:custGeom>
                <a:rect b="b" l="l" r="r" t="t"/>
                <a:pathLst>
                  <a:path extrusionOk="0" h="10" w="28">
                    <a:moveTo>
                      <a:pt x="0" y="8"/>
                    </a:moveTo>
                    <a:lnTo>
                      <a:pt x="2" y="9"/>
                    </a:lnTo>
                    <a:lnTo>
                      <a:pt x="6" y="6"/>
                    </a:lnTo>
                    <a:lnTo>
                      <a:pt x="12" y="5"/>
                    </a:lnTo>
                    <a:lnTo>
                      <a:pt x="15" y="3"/>
                    </a:lnTo>
                    <a:lnTo>
                      <a:pt x="18" y="2"/>
                    </a:lnTo>
                    <a:lnTo>
                      <a:pt x="24" y="1"/>
                    </a:lnTo>
                    <a:lnTo>
                      <a:pt x="27" y="1"/>
                    </a:lnTo>
                    <a:lnTo>
                      <a:pt x="22" y="0"/>
                    </a:lnTo>
                    <a:lnTo>
                      <a:pt x="15" y="1"/>
                    </a:lnTo>
                    <a:lnTo>
                      <a:pt x="13" y="2"/>
                    </a:lnTo>
                    <a:lnTo>
                      <a:pt x="10" y="4"/>
                    </a:lnTo>
                    <a:lnTo>
                      <a:pt x="0" y="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8" name="Google Shape;868;p6"/>
              <p:cNvSpPr/>
              <p:nvPr/>
            </p:nvSpPr>
            <p:spPr>
              <a:xfrm>
                <a:off x="3461" y="2787"/>
                <a:ext cx="49" cy="8"/>
              </a:xfrm>
              <a:custGeom>
                <a:rect b="b" l="l" r="r" t="t"/>
                <a:pathLst>
                  <a:path extrusionOk="0" h="8" w="49">
                    <a:moveTo>
                      <a:pt x="0" y="2"/>
                    </a:moveTo>
                    <a:lnTo>
                      <a:pt x="10" y="1"/>
                    </a:lnTo>
                    <a:lnTo>
                      <a:pt x="16" y="0"/>
                    </a:lnTo>
                    <a:lnTo>
                      <a:pt x="19" y="0"/>
                    </a:lnTo>
                    <a:lnTo>
                      <a:pt x="25" y="1"/>
                    </a:lnTo>
                    <a:lnTo>
                      <a:pt x="27" y="2"/>
                    </a:lnTo>
                    <a:lnTo>
                      <a:pt x="32" y="4"/>
                    </a:lnTo>
                    <a:lnTo>
                      <a:pt x="42" y="6"/>
                    </a:lnTo>
                    <a:lnTo>
                      <a:pt x="48" y="6"/>
                    </a:lnTo>
                    <a:lnTo>
                      <a:pt x="41" y="7"/>
                    </a:lnTo>
                    <a:lnTo>
                      <a:pt x="37" y="7"/>
                    </a:lnTo>
                    <a:lnTo>
                      <a:pt x="27" y="4"/>
                    </a:lnTo>
                    <a:lnTo>
                      <a:pt x="23" y="2"/>
                    </a:lnTo>
                    <a:lnTo>
                      <a:pt x="16" y="1"/>
                    </a:lnTo>
                    <a:lnTo>
                      <a:pt x="10" y="2"/>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69" name="Google Shape;869;p6"/>
              <p:cNvSpPr/>
              <p:nvPr/>
            </p:nvSpPr>
            <p:spPr>
              <a:xfrm>
                <a:off x="3546" y="2807"/>
                <a:ext cx="6" cy="8"/>
              </a:xfrm>
              <a:custGeom>
                <a:rect b="b" l="l" r="r" t="t"/>
                <a:pathLst>
                  <a:path extrusionOk="0" h="8" w="6">
                    <a:moveTo>
                      <a:pt x="0" y="0"/>
                    </a:moveTo>
                    <a:lnTo>
                      <a:pt x="1" y="4"/>
                    </a:lnTo>
                    <a:lnTo>
                      <a:pt x="3" y="7"/>
                    </a:lnTo>
                    <a:lnTo>
                      <a:pt x="5" y="7"/>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0" name="Google Shape;870;p6"/>
              <p:cNvSpPr/>
              <p:nvPr/>
            </p:nvSpPr>
            <p:spPr>
              <a:xfrm>
                <a:off x="3590" y="2870"/>
                <a:ext cx="11" cy="6"/>
              </a:xfrm>
              <a:custGeom>
                <a:rect b="b" l="l" r="r" t="t"/>
                <a:pathLst>
                  <a:path extrusionOk="0" h="6" w="11">
                    <a:moveTo>
                      <a:pt x="10" y="0"/>
                    </a:moveTo>
                    <a:lnTo>
                      <a:pt x="3" y="2"/>
                    </a:lnTo>
                    <a:lnTo>
                      <a:pt x="0" y="5"/>
                    </a:lnTo>
                    <a:lnTo>
                      <a:pt x="1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1" name="Google Shape;871;p6"/>
              <p:cNvSpPr/>
              <p:nvPr/>
            </p:nvSpPr>
            <p:spPr>
              <a:xfrm>
                <a:off x="3463" y="2837"/>
                <a:ext cx="11" cy="2"/>
              </a:xfrm>
              <a:custGeom>
                <a:rect b="b" l="l" r="r" t="t"/>
                <a:pathLst>
                  <a:path extrusionOk="0" h="2" w="11">
                    <a:moveTo>
                      <a:pt x="0" y="0"/>
                    </a:moveTo>
                    <a:lnTo>
                      <a:pt x="3" y="1"/>
                    </a:lnTo>
                    <a:lnTo>
                      <a:pt x="6" y="1"/>
                    </a:lnTo>
                    <a:lnTo>
                      <a:pt x="10" y="0"/>
                    </a:lnTo>
                    <a:lnTo>
                      <a:pt x="7" y="1"/>
                    </a:lnTo>
                    <a:lnTo>
                      <a:pt x="2" y="1"/>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2" name="Google Shape;872;p6"/>
              <p:cNvSpPr/>
              <p:nvPr/>
            </p:nvSpPr>
            <p:spPr>
              <a:xfrm>
                <a:off x="3415" y="2805"/>
                <a:ext cx="10" cy="3"/>
              </a:xfrm>
              <a:custGeom>
                <a:rect b="b" l="l" r="r" t="t"/>
                <a:pathLst>
                  <a:path extrusionOk="0" h="3" w="10">
                    <a:moveTo>
                      <a:pt x="0" y="0"/>
                    </a:moveTo>
                    <a:lnTo>
                      <a:pt x="4" y="0"/>
                    </a:lnTo>
                    <a:lnTo>
                      <a:pt x="9" y="2"/>
                    </a:lnTo>
                    <a:lnTo>
                      <a:pt x="4"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3" name="Google Shape;873;p6"/>
              <p:cNvSpPr/>
              <p:nvPr/>
            </p:nvSpPr>
            <p:spPr>
              <a:xfrm>
                <a:off x="3400" y="2795"/>
                <a:ext cx="5" cy="4"/>
              </a:xfrm>
              <a:custGeom>
                <a:rect b="b" l="l" r="r" t="t"/>
                <a:pathLst>
                  <a:path extrusionOk="0" h="4" w="5">
                    <a:moveTo>
                      <a:pt x="0" y="0"/>
                    </a:moveTo>
                    <a:lnTo>
                      <a:pt x="2" y="1"/>
                    </a:lnTo>
                    <a:lnTo>
                      <a:pt x="4" y="3"/>
                    </a:lnTo>
                    <a:lnTo>
                      <a:pt x="4" y="1"/>
                    </a:lnTo>
                    <a:lnTo>
                      <a:pt x="2"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874" name="Google Shape;874;p6"/>
            <p:cNvGrpSpPr/>
            <p:nvPr/>
          </p:nvGrpSpPr>
          <p:grpSpPr>
            <a:xfrm>
              <a:off x="3254" y="2908"/>
              <a:ext cx="235" cy="95"/>
              <a:chOff x="3254" y="2908"/>
              <a:chExt cx="235" cy="95"/>
            </a:xfrm>
          </p:grpSpPr>
          <p:sp>
            <p:nvSpPr>
              <p:cNvPr id="875" name="Google Shape;875;p6"/>
              <p:cNvSpPr/>
              <p:nvPr/>
            </p:nvSpPr>
            <p:spPr>
              <a:xfrm>
                <a:off x="3254" y="2908"/>
                <a:ext cx="235" cy="95"/>
              </a:xfrm>
              <a:custGeom>
                <a:rect b="b" l="l" r="r" t="t"/>
                <a:pathLst>
                  <a:path extrusionOk="0" h="95" w="235">
                    <a:moveTo>
                      <a:pt x="234" y="37"/>
                    </a:moveTo>
                    <a:lnTo>
                      <a:pt x="212" y="35"/>
                    </a:lnTo>
                    <a:lnTo>
                      <a:pt x="197" y="26"/>
                    </a:lnTo>
                    <a:lnTo>
                      <a:pt x="161" y="12"/>
                    </a:lnTo>
                    <a:lnTo>
                      <a:pt x="146" y="3"/>
                    </a:lnTo>
                    <a:lnTo>
                      <a:pt x="136" y="0"/>
                    </a:lnTo>
                    <a:lnTo>
                      <a:pt x="126" y="4"/>
                    </a:lnTo>
                    <a:lnTo>
                      <a:pt x="96" y="6"/>
                    </a:lnTo>
                    <a:lnTo>
                      <a:pt x="81" y="6"/>
                    </a:lnTo>
                    <a:lnTo>
                      <a:pt x="68" y="9"/>
                    </a:lnTo>
                    <a:lnTo>
                      <a:pt x="60" y="14"/>
                    </a:lnTo>
                    <a:lnTo>
                      <a:pt x="44" y="19"/>
                    </a:lnTo>
                    <a:lnTo>
                      <a:pt x="26" y="23"/>
                    </a:lnTo>
                    <a:lnTo>
                      <a:pt x="20" y="27"/>
                    </a:lnTo>
                    <a:lnTo>
                      <a:pt x="15" y="32"/>
                    </a:lnTo>
                    <a:lnTo>
                      <a:pt x="4" y="36"/>
                    </a:lnTo>
                    <a:lnTo>
                      <a:pt x="0" y="41"/>
                    </a:lnTo>
                    <a:lnTo>
                      <a:pt x="1" y="47"/>
                    </a:lnTo>
                    <a:lnTo>
                      <a:pt x="6" y="51"/>
                    </a:lnTo>
                    <a:lnTo>
                      <a:pt x="7" y="58"/>
                    </a:lnTo>
                    <a:lnTo>
                      <a:pt x="14" y="62"/>
                    </a:lnTo>
                    <a:lnTo>
                      <a:pt x="27" y="62"/>
                    </a:lnTo>
                    <a:lnTo>
                      <a:pt x="33" y="66"/>
                    </a:lnTo>
                    <a:lnTo>
                      <a:pt x="43" y="69"/>
                    </a:lnTo>
                    <a:lnTo>
                      <a:pt x="75" y="64"/>
                    </a:lnTo>
                    <a:lnTo>
                      <a:pt x="100" y="65"/>
                    </a:lnTo>
                    <a:lnTo>
                      <a:pt x="117" y="75"/>
                    </a:lnTo>
                    <a:lnTo>
                      <a:pt x="132" y="80"/>
                    </a:lnTo>
                    <a:lnTo>
                      <a:pt x="147" y="87"/>
                    </a:lnTo>
                    <a:lnTo>
                      <a:pt x="161" y="92"/>
                    </a:lnTo>
                    <a:lnTo>
                      <a:pt x="176" y="93"/>
                    </a:lnTo>
                    <a:lnTo>
                      <a:pt x="201" y="90"/>
                    </a:lnTo>
                    <a:lnTo>
                      <a:pt x="218" y="94"/>
                    </a:lnTo>
                    <a:lnTo>
                      <a:pt x="234" y="37"/>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6" name="Google Shape;876;p6"/>
              <p:cNvSpPr/>
              <p:nvPr/>
            </p:nvSpPr>
            <p:spPr>
              <a:xfrm>
                <a:off x="3286" y="2950"/>
                <a:ext cx="40" cy="7"/>
              </a:xfrm>
              <a:custGeom>
                <a:rect b="b" l="l" r="r" t="t"/>
                <a:pathLst>
                  <a:path extrusionOk="0" h="7" w="40">
                    <a:moveTo>
                      <a:pt x="0" y="6"/>
                    </a:moveTo>
                    <a:lnTo>
                      <a:pt x="10" y="4"/>
                    </a:lnTo>
                    <a:lnTo>
                      <a:pt x="22" y="3"/>
                    </a:lnTo>
                    <a:lnTo>
                      <a:pt x="39" y="0"/>
                    </a:lnTo>
                    <a:lnTo>
                      <a:pt x="34" y="0"/>
                    </a:lnTo>
                    <a:lnTo>
                      <a:pt x="20" y="3"/>
                    </a:lnTo>
                    <a:lnTo>
                      <a:pt x="10" y="3"/>
                    </a:lnTo>
                    <a:lnTo>
                      <a:pt x="5" y="5"/>
                    </a:lnTo>
                    <a:lnTo>
                      <a:pt x="0" y="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7" name="Google Shape;877;p6"/>
              <p:cNvSpPr/>
              <p:nvPr/>
            </p:nvSpPr>
            <p:spPr>
              <a:xfrm>
                <a:off x="3349" y="2946"/>
                <a:ext cx="16" cy="4"/>
              </a:xfrm>
              <a:custGeom>
                <a:rect b="b" l="l" r="r" t="t"/>
                <a:pathLst>
                  <a:path extrusionOk="0" h="4" w="16">
                    <a:moveTo>
                      <a:pt x="0" y="2"/>
                    </a:moveTo>
                    <a:lnTo>
                      <a:pt x="10" y="0"/>
                    </a:lnTo>
                    <a:lnTo>
                      <a:pt x="15" y="2"/>
                    </a:lnTo>
                    <a:lnTo>
                      <a:pt x="10" y="3"/>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8" name="Google Shape;878;p6"/>
              <p:cNvSpPr/>
              <p:nvPr/>
            </p:nvSpPr>
            <p:spPr>
              <a:xfrm>
                <a:off x="3266" y="2930"/>
                <a:ext cx="76" cy="19"/>
              </a:xfrm>
              <a:custGeom>
                <a:rect b="b" l="l" r="r" t="t"/>
                <a:pathLst>
                  <a:path extrusionOk="0" h="19" w="76">
                    <a:moveTo>
                      <a:pt x="0" y="18"/>
                    </a:moveTo>
                    <a:lnTo>
                      <a:pt x="10" y="15"/>
                    </a:lnTo>
                    <a:lnTo>
                      <a:pt x="19" y="10"/>
                    </a:lnTo>
                    <a:lnTo>
                      <a:pt x="31" y="8"/>
                    </a:lnTo>
                    <a:lnTo>
                      <a:pt x="47" y="6"/>
                    </a:lnTo>
                    <a:lnTo>
                      <a:pt x="62" y="2"/>
                    </a:lnTo>
                    <a:lnTo>
                      <a:pt x="75" y="2"/>
                    </a:lnTo>
                    <a:lnTo>
                      <a:pt x="61" y="0"/>
                    </a:lnTo>
                    <a:lnTo>
                      <a:pt x="53" y="1"/>
                    </a:lnTo>
                    <a:lnTo>
                      <a:pt x="44" y="4"/>
                    </a:lnTo>
                    <a:lnTo>
                      <a:pt x="30" y="7"/>
                    </a:lnTo>
                    <a:lnTo>
                      <a:pt x="17" y="8"/>
                    </a:lnTo>
                    <a:lnTo>
                      <a:pt x="12" y="12"/>
                    </a:lnTo>
                    <a:lnTo>
                      <a:pt x="0" y="1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79" name="Google Shape;879;p6"/>
              <p:cNvSpPr/>
              <p:nvPr/>
            </p:nvSpPr>
            <p:spPr>
              <a:xfrm>
                <a:off x="3354" y="2925"/>
                <a:ext cx="15" cy="2"/>
              </a:xfrm>
              <a:custGeom>
                <a:rect b="b" l="l" r="r" t="t"/>
                <a:pathLst>
                  <a:path extrusionOk="0" h="2" w="15">
                    <a:moveTo>
                      <a:pt x="14" y="0"/>
                    </a:moveTo>
                    <a:lnTo>
                      <a:pt x="9" y="1"/>
                    </a:lnTo>
                    <a:lnTo>
                      <a:pt x="0" y="1"/>
                    </a:lnTo>
                    <a:lnTo>
                      <a:pt x="7" y="0"/>
                    </a:lnTo>
                    <a:lnTo>
                      <a:pt x="14"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0" name="Google Shape;880;p6"/>
              <p:cNvSpPr/>
              <p:nvPr/>
            </p:nvSpPr>
            <p:spPr>
              <a:xfrm>
                <a:off x="3269" y="2927"/>
                <a:ext cx="38" cy="7"/>
              </a:xfrm>
              <a:custGeom>
                <a:rect b="b" l="l" r="r" t="t"/>
                <a:pathLst>
                  <a:path extrusionOk="0" h="7" w="38">
                    <a:moveTo>
                      <a:pt x="3" y="4"/>
                    </a:moveTo>
                    <a:lnTo>
                      <a:pt x="0" y="6"/>
                    </a:lnTo>
                    <a:lnTo>
                      <a:pt x="12" y="3"/>
                    </a:lnTo>
                    <a:lnTo>
                      <a:pt x="23" y="2"/>
                    </a:lnTo>
                    <a:lnTo>
                      <a:pt x="31" y="1"/>
                    </a:lnTo>
                    <a:lnTo>
                      <a:pt x="37" y="0"/>
                    </a:lnTo>
                    <a:lnTo>
                      <a:pt x="24" y="1"/>
                    </a:lnTo>
                    <a:lnTo>
                      <a:pt x="13" y="3"/>
                    </a:lnTo>
                    <a:lnTo>
                      <a:pt x="3" y="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1" name="Google Shape;881;p6"/>
              <p:cNvSpPr/>
              <p:nvPr/>
            </p:nvSpPr>
            <p:spPr>
              <a:xfrm>
                <a:off x="3332" y="2912"/>
                <a:ext cx="33" cy="6"/>
              </a:xfrm>
              <a:custGeom>
                <a:rect b="b" l="l" r="r" t="t"/>
                <a:pathLst>
                  <a:path extrusionOk="0" h="6" w="33">
                    <a:moveTo>
                      <a:pt x="0" y="0"/>
                    </a:moveTo>
                    <a:lnTo>
                      <a:pt x="7" y="0"/>
                    </a:lnTo>
                    <a:lnTo>
                      <a:pt x="19" y="0"/>
                    </a:lnTo>
                    <a:lnTo>
                      <a:pt x="32" y="5"/>
                    </a:lnTo>
                    <a:lnTo>
                      <a:pt x="18" y="5"/>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2" name="Google Shape;882;p6"/>
              <p:cNvSpPr/>
              <p:nvPr/>
            </p:nvSpPr>
            <p:spPr>
              <a:xfrm>
                <a:off x="3297" y="2961"/>
                <a:ext cx="4" cy="3"/>
              </a:xfrm>
              <a:custGeom>
                <a:rect b="b" l="l" r="r" t="t"/>
                <a:pathLst>
                  <a:path extrusionOk="0" h="3" w="4">
                    <a:moveTo>
                      <a:pt x="1" y="0"/>
                    </a:moveTo>
                    <a:lnTo>
                      <a:pt x="0" y="1"/>
                    </a:lnTo>
                    <a:lnTo>
                      <a:pt x="3" y="2"/>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3" name="Google Shape;883;p6"/>
              <p:cNvSpPr/>
              <p:nvPr/>
            </p:nvSpPr>
            <p:spPr>
              <a:xfrm>
                <a:off x="3273" y="2953"/>
                <a:ext cx="2" cy="5"/>
              </a:xfrm>
              <a:custGeom>
                <a:rect b="b" l="l" r="r" t="t"/>
                <a:pathLst>
                  <a:path extrusionOk="0" h="5" w="2">
                    <a:moveTo>
                      <a:pt x="1" y="0"/>
                    </a:moveTo>
                    <a:lnTo>
                      <a:pt x="1" y="1"/>
                    </a:lnTo>
                    <a:lnTo>
                      <a:pt x="0" y="4"/>
                    </a:lnTo>
                    <a:lnTo>
                      <a:pt x="0" y="4"/>
                    </a:lnTo>
                    <a:lnTo>
                      <a:pt x="0" y="3"/>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4" name="Google Shape;884;p6"/>
              <p:cNvSpPr/>
              <p:nvPr/>
            </p:nvSpPr>
            <p:spPr>
              <a:xfrm>
                <a:off x="3264" y="2943"/>
                <a:ext cx="1" cy="4"/>
              </a:xfrm>
              <a:custGeom>
                <a:rect b="b" l="l" r="r" t="t"/>
                <a:pathLst>
                  <a:path extrusionOk="0" h="4" w="1">
                    <a:moveTo>
                      <a:pt x="0" y="0"/>
                    </a:moveTo>
                    <a:lnTo>
                      <a:pt x="0" y="1"/>
                    </a:lnTo>
                    <a:lnTo>
                      <a:pt x="0" y="2"/>
                    </a:lnTo>
                    <a:lnTo>
                      <a:pt x="0" y="3"/>
                    </a:lnTo>
                    <a:lnTo>
                      <a:pt x="0" y="2"/>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5" name="Google Shape;885;p6"/>
              <p:cNvSpPr/>
              <p:nvPr/>
            </p:nvSpPr>
            <p:spPr>
              <a:xfrm>
                <a:off x="3397" y="2924"/>
                <a:ext cx="2" cy="7"/>
              </a:xfrm>
              <a:custGeom>
                <a:rect b="b" l="l" r="r" t="t"/>
                <a:pathLst>
                  <a:path extrusionOk="0" h="7" w="2">
                    <a:moveTo>
                      <a:pt x="1" y="0"/>
                    </a:moveTo>
                    <a:lnTo>
                      <a:pt x="0" y="3"/>
                    </a:lnTo>
                    <a:lnTo>
                      <a:pt x="0" y="6"/>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6" name="Google Shape;886;p6"/>
              <p:cNvSpPr/>
              <p:nvPr/>
            </p:nvSpPr>
            <p:spPr>
              <a:xfrm>
                <a:off x="3398" y="2961"/>
                <a:ext cx="51" cy="3"/>
              </a:xfrm>
              <a:custGeom>
                <a:rect b="b" l="l" r="r" t="t"/>
                <a:pathLst>
                  <a:path extrusionOk="0" h="3" w="51">
                    <a:moveTo>
                      <a:pt x="0" y="0"/>
                    </a:moveTo>
                    <a:lnTo>
                      <a:pt x="23" y="1"/>
                    </a:lnTo>
                    <a:lnTo>
                      <a:pt x="50" y="2"/>
                    </a:lnTo>
                    <a:lnTo>
                      <a:pt x="29" y="2"/>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7" name="Google Shape;887;p6"/>
              <p:cNvSpPr/>
              <p:nvPr/>
            </p:nvSpPr>
            <p:spPr>
              <a:xfrm>
                <a:off x="3412" y="2935"/>
                <a:ext cx="37" cy="12"/>
              </a:xfrm>
              <a:custGeom>
                <a:rect b="b" l="l" r="r" t="t"/>
                <a:pathLst>
                  <a:path extrusionOk="0" h="12" w="37">
                    <a:moveTo>
                      <a:pt x="0" y="0"/>
                    </a:moveTo>
                    <a:lnTo>
                      <a:pt x="20" y="8"/>
                    </a:lnTo>
                    <a:lnTo>
                      <a:pt x="36" y="11"/>
                    </a:lnTo>
                    <a:lnTo>
                      <a:pt x="21" y="6"/>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888" name="Google Shape;888;p6"/>
            <p:cNvSpPr/>
            <p:nvPr/>
          </p:nvSpPr>
          <p:spPr>
            <a:xfrm>
              <a:off x="3270" y="3118"/>
              <a:ext cx="715" cy="590"/>
            </a:xfrm>
            <a:custGeom>
              <a:rect b="b" l="l" r="r" t="t"/>
              <a:pathLst>
                <a:path extrusionOk="0" h="590" w="715">
                  <a:moveTo>
                    <a:pt x="140" y="392"/>
                  </a:moveTo>
                  <a:lnTo>
                    <a:pt x="146" y="576"/>
                  </a:lnTo>
                  <a:lnTo>
                    <a:pt x="96" y="589"/>
                  </a:lnTo>
                  <a:lnTo>
                    <a:pt x="60" y="587"/>
                  </a:lnTo>
                  <a:lnTo>
                    <a:pt x="28" y="578"/>
                  </a:lnTo>
                  <a:lnTo>
                    <a:pt x="11" y="410"/>
                  </a:lnTo>
                  <a:lnTo>
                    <a:pt x="8" y="307"/>
                  </a:lnTo>
                  <a:lnTo>
                    <a:pt x="8" y="267"/>
                  </a:lnTo>
                  <a:lnTo>
                    <a:pt x="0" y="233"/>
                  </a:lnTo>
                  <a:lnTo>
                    <a:pt x="0" y="206"/>
                  </a:lnTo>
                  <a:lnTo>
                    <a:pt x="9" y="182"/>
                  </a:lnTo>
                  <a:lnTo>
                    <a:pt x="40" y="150"/>
                  </a:lnTo>
                  <a:lnTo>
                    <a:pt x="77" y="131"/>
                  </a:lnTo>
                  <a:lnTo>
                    <a:pt x="162" y="100"/>
                  </a:lnTo>
                  <a:lnTo>
                    <a:pt x="286" y="70"/>
                  </a:lnTo>
                  <a:lnTo>
                    <a:pt x="311" y="68"/>
                  </a:lnTo>
                  <a:lnTo>
                    <a:pt x="327" y="70"/>
                  </a:lnTo>
                  <a:lnTo>
                    <a:pt x="331" y="64"/>
                  </a:lnTo>
                  <a:lnTo>
                    <a:pt x="338" y="57"/>
                  </a:lnTo>
                  <a:lnTo>
                    <a:pt x="346" y="58"/>
                  </a:lnTo>
                  <a:lnTo>
                    <a:pt x="357" y="60"/>
                  </a:lnTo>
                  <a:lnTo>
                    <a:pt x="361" y="47"/>
                  </a:lnTo>
                  <a:lnTo>
                    <a:pt x="371" y="40"/>
                  </a:lnTo>
                  <a:lnTo>
                    <a:pt x="380" y="38"/>
                  </a:lnTo>
                  <a:lnTo>
                    <a:pt x="393" y="38"/>
                  </a:lnTo>
                  <a:lnTo>
                    <a:pt x="391" y="28"/>
                  </a:lnTo>
                  <a:lnTo>
                    <a:pt x="406" y="0"/>
                  </a:lnTo>
                  <a:lnTo>
                    <a:pt x="696" y="7"/>
                  </a:lnTo>
                  <a:lnTo>
                    <a:pt x="696" y="37"/>
                  </a:lnTo>
                  <a:lnTo>
                    <a:pt x="701" y="64"/>
                  </a:lnTo>
                  <a:lnTo>
                    <a:pt x="705" y="83"/>
                  </a:lnTo>
                  <a:lnTo>
                    <a:pt x="710" y="106"/>
                  </a:lnTo>
                  <a:lnTo>
                    <a:pt x="714" y="145"/>
                  </a:lnTo>
                  <a:lnTo>
                    <a:pt x="709" y="168"/>
                  </a:lnTo>
                  <a:lnTo>
                    <a:pt x="701" y="189"/>
                  </a:lnTo>
                  <a:lnTo>
                    <a:pt x="690" y="207"/>
                  </a:lnTo>
                  <a:lnTo>
                    <a:pt x="676" y="213"/>
                  </a:lnTo>
                  <a:lnTo>
                    <a:pt x="656" y="219"/>
                  </a:lnTo>
                  <a:lnTo>
                    <a:pt x="628" y="228"/>
                  </a:lnTo>
                  <a:lnTo>
                    <a:pt x="615" y="243"/>
                  </a:lnTo>
                  <a:lnTo>
                    <a:pt x="601" y="256"/>
                  </a:lnTo>
                  <a:lnTo>
                    <a:pt x="577" y="267"/>
                  </a:lnTo>
                  <a:lnTo>
                    <a:pt x="549" y="275"/>
                  </a:lnTo>
                  <a:lnTo>
                    <a:pt x="505" y="280"/>
                  </a:lnTo>
                  <a:lnTo>
                    <a:pt x="467" y="280"/>
                  </a:lnTo>
                  <a:lnTo>
                    <a:pt x="439" y="278"/>
                  </a:lnTo>
                  <a:lnTo>
                    <a:pt x="413" y="275"/>
                  </a:lnTo>
                  <a:lnTo>
                    <a:pt x="393" y="286"/>
                  </a:lnTo>
                  <a:lnTo>
                    <a:pt x="355" y="283"/>
                  </a:lnTo>
                  <a:lnTo>
                    <a:pt x="201" y="298"/>
                  </a:lnTo>
                  <a:lnTo>
                    <a:pt x="165" y="305"/>
                  </a:lnTo>
                  <a:lnTo>
                    <a:pt x="160" y="312"/>
                  </a:lnTo>
                  <a:lnTo>
                    <a:pt x="137" y="316"/>
                  </a:lnTo>
                  <a:lnTo>
                    <a:pt x="146" y="330"/>
                  </a:lnTo>
                  <a:lnTo>
                    <a:pt x="139" y="348"/>
                  </a:lnTo>
                  <a:lnTo>
                    <a:pt x="140" y="392"/>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9" name="Google Shape;889;p6"/>
            <p:cNvSpPr/>
            <p:nvPr/>
          </p:nvSpPr>
          <p:spPr>
            <a:xfrm>
              <a:off x="3275" y="3146"/>
              <a:ext cx="693" cy="547"/>
            </a:xfrm>
            <a:custGeom>
              <a:rect b="b" l="l" r="r" t="t"/>
              <a:pathLst>
                <a:path extrusionOk="0" h="547" w="693">
                  <a:moveTo>
                    <a:pt x="669" y="11"/>
                  </a:moveTo>
                  <a:lnTo>
                    <a:pt x="670" y="30"/>
                  </a:lnTo>
                  <a:lnTo>
                    <a:pt x="678" y="23"/>
                  </a:lnTo>
                  <a:lnTo>
                    <a:pt x="688" y="66"/>
                  </a:lnTo>
                  <a:lnTo>
                    <a:pt x="692" y="118"/>
                  </a:lnTo>
                  <a:lnTo>
                    <a:pt x="673" y="171"/>
                  </a:lnTo>
                  <a:lnTo>
                    <a:pt x="632" y="183"/>
                  </a:lnTo>
                  <a:lnTo>
                    <a:pt x="636" y="171"/>
                  </a:lnTo>
                  <a:lnTo>
                    <a:pt x="613" y="190"/>
                  </a:lnTo>
                  <a:lnTo>
                    <a:pt x="593" y="209"/>
                  </a:lnTo>
                  <a:lnTo>
                    <a:pt x="549" y="231"/>
                  </a:lnTo>
                  <a:lnTo>
                    <a:pt x="494" y="236"/>
                  </a:lnTo>
                  <a:lnTo>
                    <a:pt x="429" y="239"/>
                  </a:lnTo>
                  <a:lnTo>
                    <a:pt x="401" y="236"/>
                  </a:lnTo>
                  <a:lnTo>
                    <a:pt x="426" y="225"/>
                  </a:lnTo>
                  <a:lnTo>
                    <a:pt x="437" y="197"/>
                  </a:lnTo>
                  <a:lnTo>
                    <a:pt x="417" y="220"/>
                  </a:lnTo>
                  <a:lnTo>
                    <a:pt x="392" y="234"/>
                  </a:lnTo>
                  <a:lnTo>
                    <a:pt x="370" y="246"/>
                  </a:lnTo>
                  <a:lnTo>
                    <a:pt x="346" y="242"/>
                  </a:lnTo>
                  <a:lnTo>
                    <a:pt x="362" y="232"/>
                  </a:lnTo>
                  <a:lnTo>
                    <a:pt x="377" y="219"/>
                  </a:lnTo>
                  <a:lnTo>
                    <a:pt x="353" y="228"/>
                  </a:lnTo>
                  <a:lnTo>
                    <a:pt x="328" y="246"/>
                  </a:lnTo>
                  <a:lnTo>
                    <a:pt x="249" y="255"/>
                  </a:lnTo>
                  <a:lnTo>
                    <a:pt x="170" y="267"/>
                  </a:lnTo>
                  <a:lnTo>
                    <a:pt x="136" y="276"/>
                  </a:lnTo>
                  <a:lnTo>
                    <a:pt x="128" y="280"/>
                  </a:lnTo>
                  <a:lnTo>
                    <a:pt x="113" y="275"/>
                  </a:lnTo>
                  <a:lnTo>
                    <a:pt x="87" y="271"/>
                  </a:lnTo>
                  <a:lnTo>
                    <a:pt x="102" y="280"/>
                  </a:lnTo>
                  <a:lnTo>
                    <a:pt x="124" y="288"/>
                  </a:lnTo>
                  <a:lnTo>
                    <a:pt x="133" y="294"/>
                  </a:lnTo>
                  <a:lnTo>
                    <a:pt x="127" y="314"/>
                  </a:lnTo>
                  <a:lnTo>
                    <a:pt x="129" y="530"/>
                  </a:lnTo>
                  <a:lnTo>
                    <a:pt x="85" y="546"/>
                  </a:lnTo>
                  <a:lnTo>
                    <a:pt x="28" y="540"/>
                  </a:lnTo>
                  <a:lnTo>
                    <a:pt x="10" y="357"/>
                  </a:lnTo>
                  <a:lnTo>
                    <a:pt x="12" y="260"/>
                  </a:lnTo>
                  <a:lnTo>
                    <a:pt x="0" y="205"/>
                  </a:lnTo>
                  <a:lnTo>
                    <a:pt x="2" y="170"/>
                  </a:lnTo>
                  <a:lnTo>
                    <a:pt x="20" y="146"/>
                  </a:lnTo>
                  <a:lnTo>
                    <a:pt x="42" y="123"/>
                  </a:lnTo>
                  <a:lnTo>
                    <a:pt x="100" y="99"/>
                  </a:lnTo>
                  <a:lnTo>
                    <a:pt x="171" y="74"/>
                  </a:lnTo>
                  <a:lnTo>
                    <a:pt x="273" y="48"/>
                  </a:lnTo>
                  <a:lnTo>
                    <a:pt x="313" y="45"/>
                  </a:lnTo>
                  <a:lnTo>
                    <a:pt x="330" y="70"/>
                  </a:lnTo>
                  <a:lnTo>
                    <a:pt x="382" y="96"/>
                  </a:lnTo>
                  <a:lnTo>
                    <a:pt x="355" y="73"/>
                  </a:lnTo>
                  <a:lnTo>
                    <a:pt x="333" y="61"/>
                  </a:lnTo>
                  <a:lnTo>
                    <a:pt x="325" y="44"/>
                  </a:lnTo>
                  <a:lnTo>
                    <a:pt x="328" y="36"/>
                  </a:lnTo>
                  <a:lnTo>
                    <a:pt x="343" y="36"/>
                  </a:lnTo>
                  <a:lnTo>
                    <a:pt x="353" y="45"/>
                  </a:lnTo>
                  <a:lnTo>
                    <a:pt x="362" y="54"/>
                  </a:lnTo>
                  <a:lnTo>
                    <a:pt x="385" y="63"/>
                  </a:lnTo>
                  <a:lnTo>
                    <a:pt x="364" y="45"/>
                  </a:lnTo>
                  <a:lnTo>
                    <a:pt x="355" y="32"/>
                  </a:lnTo>
                  <a:lnTo>
                    <a:pt x="360" y="23"/>
                  </a:lnTo>
                  <a:lnTo>
                    <a:pt x="379" y="17"/>
                  </a:lnTo>
                  <a:lnTo>
                    <a:pt x="403" y="37"/>
                  </a:lnTo>
                  <a:lnTo>
                    <a:pt x="426" y="51"/>
                  </a:lnTo>
                  <a:lnTo>
                    <a:pt x="398" y="22"/>
                  </a:lnTo>
                  <a:lnTo>
                    <a:pt x="389" y="9"/>
                  </a:lnTo>
                  <a:lnTo>
                    <a:pt x="389" y="0"/>
                  </a:lnTo>
                  <a:lnTo>
                    <a:pt x="412" y="3"/>
                  </a:lnTo>
                  <a:lnTo>
                    <a:pt x="433" y="18"/>
                  </a:lnTo>
                  <a:lnTo>
                    <a:pt x="447" y="29"/>
                  </a:lnTo>
                  <a:lnTo>
                    <a:pt x="512" y="35"/>
                  </a:lnTo>
                  <a:lnTo>
                    <a:pt x="511" y="18"/>
                  </a:lnTo>
                  <a:lnTo>
                    <a:pt x="531" y="12"/>
                  </a:lnTo>
                  <a:lnTo>
                    <a:pt x="531" y="34"/>
                  </a:lnTo>
                  <a:lnTo>
                    <a:pt x="551" y="37"/>
                  </a:lnTo>
                  <a:lnTo>
                    <a:pt x="593" y="44"/>
                  </a:lnTo>
                  <a:lnTo>
                    <a:pt x="590" y="22"/>
                  </a:lnTo>
                  <a:lnTo>
                    <a:pt x="605" y="22"/>
                  </a:lnTo>
                  <a:lnTo>
                    <a:pt x="607" y="44"/>
                  </a:lnTo>
                  <a:lnTo>
                    <a:pt x="632" y="42"/>
                  </a:lnTo>
                  <a:lnTo>
                    <a:pt x="657" y="36"/>
                  </a:lnTo>
                  <a:lnTo>
                    <a:pt x="658" y="18"/>
                  </a:lnTo>
                  <a:lnTo>
                    <a:pt x="669" y="11"/>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0" name="Google Shape;890;p6"/>
            <p:cNvSpPr/>
            <p:nvPr/>
          </p:nvSpPr>
          <p:spPr>
            <a:xfrm>
              <a:off x="3352" y="3318"/>
              <a:ext cx="282" cy="66"/>
            </a:xfrm>
            <a:custGeom>
              <a:rect b="b" l="l" r="r" t="t"/>
              <a:pathLst>
                <a:path extrusionOk="0" h="66" w="282">
                  <a:moveTo>
                    <a:pt x="281" y="0"/>
                  </a:moveTo>
                  <a:lnTo>
                    <a:pt x="209" y="3"/>
                  </a:lnTo>
                  <a:lnTo>
                    <a:pt x="136" y="20"/>
                  </a:lnTo>
                  <a:lnTo>
                    <a:pt x="83" y="22"/>
                  </a:lnTo>
                  <a:lnTo>
                    <a:pt x="37" y="30"/>
                  </a:lnTo>
                  <a:lnTo>
                    <a:pt x="20" y="53"/>
                  </a:lnTo>
                  <a:lnTo>
                    <a:pt x="0" y="65"/>
                  </a:lnTo>
                  <a:lnTo>
                    <a:pt x="20" y="61"/>
                  </a:lnTo>
                  <a:lnTo>
                    <a:pt x="40" y="36"/>
                  </a:lnTo>
                  <a:lnTo>
                    <a:pt x="100" y="25"/>
                  </a:lnTo>
                  <a:lnTo>
                    <a:pt x="136" y="25"/>
                  </a:lnTo>
                  <a:lnTo>
                    <a:pt x="164" y="20"/>
                  </a:lnTo>
                  <a:lnTo>
                    <a:pt x="214" y="7"/>
                  </a:lnTo>
                  <a:lnTo>
                    <a:pt x="281"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1" name="Google Shape;891;p6"/>
            <p:cNvSpPr/>
            <p:nvPr/>
          </p:nvSpPr>
          <p:spPr>
            <a:xfrm>
              <a:off x="3336" y="3400"/>
              <a:ext cx="12" cy="285"/>
            </a:xfrm>
            <a:custGeom>
              <a:rect b="b" l="l" r="r" t="t"/>
              <a:pathLst>
                <a:path extrusionOk="0" h="285" w="12">
                  <a:moveTo>
                    <a:pt x="3" y="0"/>
                  </a:moveTo>
                  <a:lnTo>
                    <a:pt x="0" y="15"/>
                  </a:lnTo>
                  <a:lnTo>
                    <a:pt x="4" y="25"/>
                  </a:lnTo>
                  <a:lnTo>
                    <a:pt x="8" y="49"/>
                  </a:lnTo>
                  <a:lnTo>
                    <a:pt x="3" y="72"/>
                  </a:lnTo>
                  <a:lnTo>
                    <a:pt x="5" y="198"/>
                  </a:lnTo>
                  <a:lnTo>
                    <a:pt x="5" y="280"/>
                  </a:lnTo>
                  <a:lnTo>
                    <a:pt x="11" y="284"/>
                  </a:lnTo>
                  <a:lnTo>
                    <a:pt x="10" y="115"/>
                  </a:lnTo>
                  <a:lnTo>
                    <a:pt x="5" y="75"/>
                  </a:lnTo>
                  <a:lnTo>
                    <a:pt x="8" y="55"/>
                  </a:lnTo>
                  <a:lnTo>
                    <a:pt x="10" y="49"/>
                  </a:lnTo>
                  <a:lnTo>
                    <a:pt x="8" y="28"/>
                  </a:lnTo>
                  <a:lnTo>
                    <a:pt x="4" y="17"/>
                  </a:lnTo>
                  <a:lnTo>
                    <a:pt x="3"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2" name="Google Shape;892;p6"/>
            <p:cNvSpPr/>
            <p:nvPr/>
          </p:nvSpPr>
          <p:spPr>
            <a:xfrm>
              <a:off x="3383" y="3403"/>
              <a:ext cx="40" cy="9"/>
            </a:xfrm>
            <a:custGeom>
              <a:rect b="b" l="l" r="r" t="t"/>
              <a:pathLst>
                <a:path extrusionOk="0" h="9" w="40">
                  <a:moveTo>
                    <a:pt x="0" y="0"/>
                  </a:moveTo>
                  <a:lnTo>
                    <a:pt x="19" y="6"/>
                  </a:lnTo>
                  <a:lnTo>
                    <a:pt x="36" y="8"/>
                  </a:lnTo>
                  <a:lnTo>
                    <a:pt x="39" y="8"/>
                  </a:lnTo>
                  <a:lnTo>
                    <a:pt x="28" y="3"/>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3" name="Google Shape;893;p6"/>
            <p:cNvSpPr/>
            <p:nvPr/>
          </p:nvSpPr>
          <p:spPr>
            <a:xfrm>
              <a:off x="3783" y="3249"/>
              <a:ext cx="88" cy="10"/>
            </a:xfrm>
            <a:custGeom>
              <a:rect b="b" l="l" r="r" t="t"/>
              <a:pathLst>
                <a:path extrusionOk="0" h="10" w="88">
                  <a:moveTo>
                    <a:pt x="87" y="0"/>
                  </a:moveTo>
                  <a:lnTo>
                    <a:pt x="47" y="9"/>
                  </a:lnTo>
                  <a:lnTo>
                    <a:pt x="0" y="6"/>
                  </a:lnTo>
                  <a:lnTo>
                    <a:pt x="87"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4" name="Google Shape;894;p6"/>
            <p:cNvSpPr/>
            <p:nvPr/>
          </p:nvSpPr>
          <p:spPr>
            <a:xfrm>
              <a:off x="3914" y="3223"/>
              <a:ext cx="51" cy="13"/>
            </a:xfrm>
            <a:custGeom>
              <a:rect b="b" l="l" r="r" t="t"/>
              <a:pathLst>
                <a:path extrusionOk="0" h="13" w="51">
                  <a:moveTo>
                    <a:pt x="50" y="0"/>
                  </a:moveTo>
                  <a:lnTo>
                    <a:pt x="36" y="7"/>
                  </a:lnTo>
                  <a:lnTo>
                    <a:pt x="0" y="11"/>
                  </a:lnTo>
                  <a:lnTo>
                    <a:pt x="39" y="12"/>
                  </a:lnTo>
                  <a:lnTo>
                    <a:pt x="5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5" name="Google Shape;895;p6"/>
            <p:cNvSpPr/>
            <p:nvPr/>
          </p:nvSpPr>
          <p:spPr>
            <a:xfrm>
              <a:off x="3641" y="3208"/>
              <a:ext cx="82" cy="42"/>
            </a:xfrm>
            <a:custGeom>
              <a:rect b="b" l="l" r="r" t="t"/>
              <a:pathLst>
                <a:path extrusionOk="0" h="42" w="82">
                  <a:moveTo>
                    <a:pt x="81" y="0"/>
                  </a:moveTo>
                  <a:lnTo>
                    <a:pt x="45" y="3"/>
                  </a:lnTo>
                  <a:lnTo>
                    <a:pt x="38" y="8"/>
                  </a:lnTo>
                  <a:lnTo>
                    <a:pt x="38" y="22"/>
                  </a:lnTo>
                  <a:lnTo>
                    <a:pt x="35" y="36"/>
                  </a:lnTo>
                  <a:lnTo>
                    <a:pt x="0" y="41"/>
                  </a:lnTo>
                  <a:lnTo>
                    <a:pt x="42" y="39"/>
                  </a:lnTo>
                  <a:lnTo>
                    <a:pt x="49" y="13"/>
                  </a:lnTo>
                  <a:lnTo>
                    <a:pt x="81"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896" name="Google Shape;896;p6"/>
            <p:cNvGrpSpPr/>
            <p:nvPr/>
          </p:nvGrpSpPr>
          <p:grpSpPr>
            <a:xfrm>
              <a:off x="3680" y="2327"/>
              <a:ext cx="261" cy="297"/>
              <a:chOff x="3680" y="2327"/>
              <a:chExt cx="261" cy="297"/>
            </a:xfrm>
          </p:grpSpPr>
          <p:sp>
            <p:nvSpPr>
              <p:cNvPr id="897" name="Google Shape;897;p6"/>
              <p:cNvSpPr/>
              <p:nvPr/>
            </p:nvSpPr>
            <p:spPr>
              <a:xfrm>
                <a:off x="3680" y="2336"/>
                <a:ext cx="251" cy="288"/>
              </a:xfrm>
              <a:custGeom>
                <a:rect b="b" l="l" r="r" t="t"/>
                <a:pathLst>
                  <a:path extrusionOk="0" h="288" w="251">
                    <a:moveTo>
                      <a:pt x="82" y="22"/>
                    </a:moveTo>
                    <a:lnTo>
                      <a:pt x="66" y="31"/>
                    </a:lnTo>
                    <a:lnTo>
                      <a:pt x="57" y="41"/>
                    </a:lnTo>
                    <a:lnTo>
                      <a:pt x="48" y="58"/>
                    </a:lnTo>
                    <a:lnTo>
                      <a:pt x="37" y="78"/>
                    </a:lnTo>
                    <a:lnTo>
                      <a:pt x="31" y="89"/>
                    </a:lnTo>
                    <a:lnTo>
                      <a:pt x="31" y="101"/>
                    </a:lnTo>
                    <a:lnTo>
                      <a:pt x="37" y="115"/>
                    </a:lnTo>
                    <a:lnTo>
                      <a:pt x="26" y="126"/>
                    </a:lnTo>
                    <a:lnTo>
                      <a:pt x="9" y="156"/>
                    </a:lnTo>
                    <a:lnTo>
                      <a:pt x="0" y="171"/>
                    </a:lnTo>
                    <a:lnTo>
                      <a:pt x="0" y="177"/>
                    </a:lnTo>
                    <a:lnTo>
                      <a:pt x="2" y="182"/>
                    </a:lnTo>
                    <a:lnTo>
                      <a:pt x="9" y="184"/>
                    </a:lnTo>
                    <a:lnTo>
                      <a:pt x="20" y="184"/>
                    </a:lnTo>
                    <a:lnTo>
                      <a:pt x="27" y="186"/>
                    </a:lnTo>
                    <a:lnTo>
                      <a:pt x="26" y="198"/>
                    </a:lnTo>
                    <a:lnTo>
                      <a:pt x="23" y="212"/>
                    </a:lnTo>
                    <a:lnTo>
                      <a:pt x="29" y="220"/>
                    </a:lnTo>
                    <a:lnTo>
                      <a:pt x="27" y="230"/>
                    </a:lnTo>
                    <a:lnTo>
                      <a:pt x="32" y="236"/>
                    </a:lnTo>
                    <a:lnTo>
                      <a:pt x="37" y="254"/>
                    </a:lnTo>
                    <a:lnTo>
                      <a:pt x="45" y="260"/>
                    </a:lnTo>
                    <a:lnTo>
                      <a:pt x="57" y="260"/>
                    </a:lnTo>
                    <a:lnTo>
                      <a:pt x="73" y="258"/>
                    </a:lnTo>
                    <a:lnTo>
                      <a:pt x="91" y="254"/>
                    </a:lnTo>
                    <a:lnTo>
                      <a:pt x="89" y="287"/>
                    </a:lnTo>
                    <a:lnTo>
                      <a:pt x="222" y="244"/>
                    </a:lnTo>
                    <a:lnTo>
                      <a:pt x="211" y="219"/>
                    </a:lnTo>
                    <a:lnTo>
                      <a:pt x="214" y="199"/>
                    </a:lnTo>
                    <a:lnTo>
                      <a:pt x="250" y="163"/>
                    </a:lnTo>
                    <a:lnTo>
                      <a:pt x="250" y="65"/>
                    </a:lnTo>
                    <a:lnTo>
                      <a:pt x="226" y="39"/>
                    </a:lnTo>
                    <a:lnTo>
                      <a:pt x="195" y="25"/>
                    </a:lnTo>
                    <a:lnTo>
                      <a:pt x="174" y="2"/>
                    </a:lnTo>
                    <a:lnTo>
                      <a:pt x="151" y="0"/>
                    </a:lnTo>
                    <a:lnTo>
                      <a:pt x="122" y="7"/>
                    </a:lnTo>
                    <a:lnTo>
                      <a:pt x="99" y="11"/>
                    </a:lnTo>
                    <a:lnTo>
                      <a:pt x="82" y="22"/>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8" name="Google Shape;898;p6"/>
              <p:cNvSpPr/>
              <p:nvPr/>
            </p:nvSpPr>
            <p:spPr>
              <a:xfrm>
                <a:off x="3694" y="2510"/>
                <a:ext cx="8" cy="5"/>
              </a:xfrm>
              <a:custGeom>
                <a:rect b="b" l="l" r="r" t="t"/>
                <a:pathLst>
                  <a:path extrusionOk="0" h="5" w="8">
                    <a:moveTo>
                      <a:pt x="0" y="2"/>
                    </a:moveTo>
                    <a:lnTo>
                      <a:pt x="1" y="0"/>
                    </a:lnTo>
                    <a:lnTo>
                      <a:pt x="5" y="2"/>
                    </a:lnTo>
                    <a:lnTo>
                      <a:pt x="7" y="0"/>
                    </a:lnTo>
                    <a:lnTo>
                      <a:pt x="7" y="3"/>
                    </a:lnTo>
                    <a:lnTo>
                      <a:pt x="5" y="4"/>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9" name="Google Shape;899;p6"/>
              <p:cNvSpPr/>
              <p:nvPr/>
            </p:nvSpPr>
            <p:spPr>
              <a:xfrm>
                <a:off x="3705" y="2503"/>
                <a:ext cx="3" cy="4"/>
              </a:xfrm>
              <a:custGeom>
                <a:rect b="b" l="l" r="r" t="t"/>
                <a:pathLst>
                  <a:path extrusionOk="0" h="4" w="3">
                    <a:moveTo>
                      <a:pt x="2" y="0"/>
                    </a:moveTo>
                    <a:lnTo>
                      <a:pt x="1" y="1"/>
                    </a:lnTo>
                    <a:lnTo>
                      <a:pt x="1" y="2"/>
                    </a:lnTo>
                    <a:lnTo>
                      <a:pt x="0" y="3"/>
                    </a:lnTo>
                    <a:lnTo>
                      <a:pt x="0" y="1"/>
                    </a:lnTo>
                    <a:lnTo>
                      <a:pt x="0" y="0"/>
                    </a:lnTo>
                    <a:lnTo>
                      <a:pt x="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0" name="Google Shape;900;p6"/>
              <p:cNvSpPr/>
              <p:nvPr/>
            </p:nvSpPr>
            <p:spPr>
              <a:xfrm>
                <a:off x="3716" y="2470"/>
                <a:ext cx="2" cy="14"/>
              </a:xfrm>
              <a:custGeom>
                <a:rect b="b" l="l" r="r" t="t"/>
                <a:pathLst>
                  <a:path extrusionOk="0" h="14" w="2">
                    <a:moveTo>
                      <a:pt x="0" y="0"/>
                    </a:moveTo>
                    <a:lnTo>
                      <a:pt x="1" y="7"/>
                    </a:lnTo>
                    <a:lnTo>
                      <a:pt x="1" y="13"/>
                    </a:lnTo>
                    <a:lnTo>
                      <a:pt x="1" y="9"/>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1" name="Google Shape;901;p6"/>
              <p:cNvSpPr/>
              <p:nvPr/>
            </p:nvSpPr>
            <p:spPr>
              <a:xfrm>
                <a:off x="3722" y="2450"/>
                <a:ext cx="20" cy="10"/>
              </a:xfrm>
              <a:custGeom>
                <a:rect b="b" l="l" r="r" t="t"/>
                <a:pathLst>
                  <a:path extrusionOk="0" h="10" w="20">
                    <a:moveTo>
                      <a:pt x="0" y="0"/>
                    </a:moveTo>
                    <a:lnTo>
                      <a:pt x="2" y="2"/>
                    </a:lnTo>
                    <a:lnTo>
                      <a:pt x="4" y="5"/>
                    </a:lnTo>
                    <a:lnTo>
                      <a:pt x="3" y="6"/>
                    </a:lnTo>
                    <a:lnTo>
                      <a:pt x="3" y="7"/>
                    </a:lnTo>
                    <a:lnTo>
                      <a:pt x="2" y="9"/>
                    </a:lnTo>
                    <a:lnTo>
                      <a:pt x="4" y="6"/>
                    </a:lnTo>
                    <a:lnTo>
                      <a:pt x="8" y="6"/>
                    </a:lnTo>
                    <a:lnTo>
                      <a:pt x="12" y="5"/>
                    </a:lnTo>
                    <a:lnTo>
                      <a:pt x="19" y="5"/>
                    </a:lnTo>
                    <a:lnTo>
                      <a:pt x="12" y="2"/>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2" name="Google Shape;902;p6"/>
              <p:cNvSpPr/>
              <p:nvPr/>
            </p:nvSpPr>
            <p:spPr>
              <a:xfrm>
                <a:off x="3715" y="2424"/>
                <a:ext cx="39" cy="10"/>
              </a:xfrm>
              <a:custGeom>
                <a:rect b="b" l="l" r="r" t="t"/>
                <a:pathLst>
                  <a:path extrusionOk="0" h="10" w="39">
                    <a:moveTo>
                      <a:pt x="0" y="5"/>
                    </a:moveTo>
                    <a:lnTo>
                      <a:pt x="2" y="8"/>
                    </a:lnTo>
                    <a:lnTo>
                      <a:pt x="6" y="9"/>
                    </a:lnTo>
                    <a:lnTo>
                      <a:pt x="12" y="6"/>
                    </a:lnTo>
                    <a:lnTo>
                      <a:pt x="20" y="5"/>
                    </a:lnTo>
                    <a:lnTo>
                      <a:pt x="32" y="5"/>
                    </a:lnTo>
                    <a:lnTo>
                      <a:pt x="38" y="5"/>
                    </a:lnTo>
                    <a:lnTo>
                      <a:pt x="28" y="2"/>
                    </a:lnTo>
                    <a:lnTo>
                      <a:pt x="21" y="1"/>
                    </a:lnTo>
                    <a:lnTo>
                      <a:pt x="22" y="0"/>
                    </a:lnTo>
                    <a:lnTo>
                      <a:pt x="17" y="2"/>
                    </a:lnTo>
                    <a:lnTo>
                      <a:pt x="17" y="1"/>
                    </a:lnTo>
                    <a:lnTo>
                      <a:pt x="12" y="2"/>
                    </a:lnTo>
                    <a:lnTo>
                      <a:pt x="7" y="2"/>
                    </a:lnTo>
                    <a:lnTo>
                      <a:pt x="0" y="5"/>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3" name="Google Shape;903;p6"/>
              <p:cNvSpPr/>
              <p:nvPr/>
            </p:nvSpPr>
            <p:spPr>
              <a:xfrm>
                <a:off x="3818" y="2447"/>
                <a:ext cx="20" cy="47"/>
              </a:xfrm>
              <a:custGeom>
                <a:rect b="b" l="l" r="r" t="t"/>
                <a:pathLst>
                  <a:path extrusionOk="0" h="47" w="20">
                    <a:moveTo>
                      <a:pt x="0" y="9"/>
                    </a:moveTo>
                    <a:lnTo>
                      <a:pt x="6" y="3"/>
                    </a:lnTo>
                    <a:lnTo>
                      <a:pt x="13" y="4"/>
                    </a:lnTo>
                    <a:lnTo>
                      <a:pt x="16" y="12"/>
                    </a:lnTo>
                    <a:lnTo>
                      <a:pt x="17" y="22"/>
                    </a:lnTo>
                    <a:lnTo>
                      <a:pt x="16" y="31"/>
                    </a:lnTo>
                    <a:lnTo>
                      <a:pt x="14" y="37"/>
                    </a:lnTo>
                    <a:lnTo>
                      <a:pt x="11" y="27"/>
                    </a:lnTo>
                    <a:lnTo>
                      <a:pt x="8" y="21"/>
                    </a:lnTo>
                    <a:lnTo>
                      <a:pt x="1" y="17"/>
                    </a:lnTo>
                    <a:lnTo>
                      <a:pt x="6" y="26"/>
                    </a:lnTo>
                    <a:lnTo>
                      <a:pt x="11" y="32"/>
                    </a:lnTo>
                    <a:lnTo>
                      <a:pt x="11" y="39"/>
                    </a:lnTo>
                    <a:lnTo>
                      <a:pt x="9" y="45"/>
                    </a:lnTo>
                    <a:lnTo>
                      <a:pt x="6" y="46"/>
                    </a:lnTo>
                    <a:lnTo>
                      <a:pt x="15" y="44"/>
                    </a:lnTo>
                    <a:lnTo>
                      <a:pt x="18" y="34"/>
                    </a:lnTo>
                    <a:lnTo>
                      <a:pt x="19" y="21"/>
                    </a:lnTo>
                    <a:lnTo>
                      <a:pt x="18" y="9"/>
                    </a:lnTo>
                    <a:lnTo>
                      <a:pt x="14" y="2"/>
                    </a:lnTo>
                    <a:lnTo>
                      <a:pt x="8" y="0"/>
                    </a:lnTo>
                    <a:lnTo>
                      <a:pt x="2" y="1"/>
                    </a:lnTo>
                    <a:lnTo>
                      <a:pt x="0" y="9"/>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4" name="Google Shape;904;p6"/>
              <p:cNvSpPr/>
              <p:nvPr/>
            </p:nvSpPr>
            <p:spPr>
              <a:xfrm>
                <a:off x="3810" y="2438"/>
                <a:ext cx="37" cy="68"/>
              </a:xfrm>
              <a:custGeom>
                <a:rect b="b" l="l" r="r" t="t"/>
                <a:pathLst>
                  <a:path extrusionOk="0" h="68" w="37">
                    <a:moveTo>
                      <a:pt x="0" y="16"/>
                    </a:moveTo>
                    <a:lnTo>
                      <a:pt x="5" y="5"/>
                    </a:lnTo>
                    <a:lnTo>
                      <a:pt x="16" y="3"/>
                    </a:lnTo>
                    <a:lnTo>
                      <a:pt x="26" y="4"/>
                    </a:lnTo>
                    <a:lnTo>
                      <a:pt x="30" y="11"/>
                    </a:lnTo>
                    <a:lnTo>
                      <a:pt x="34" y="21"/>
                    </a:lnTo>
                    <a:lnTo>
                      <a:pt x="34" y="29"/>
                    </a:lnTo>
                    <a:lnTo>
                      <a:pt x="32" y="34"/>
                    </a:lnTo>
                    <a:lnTo>
                      <a:pt x="32" y="42"/>
                    </a:lnTo>
                    <a:lnTo>
                      <a:pt x="30" y="52"/>
                    </a:lnTo>
                    <a:lnTo>
                      <a:pt x="22" y="61"/>
                    </a:lnTo>
                    <a:lnTo>
                      <a:pt x="13" y="60"/>
                    </a:lnTo>
                    <a:lnTo>
                      <a:pt x="5" y="56"/>
                    </a:lnTo>
                    <a:lnTo>
                      <a:pt x="5" y="63"/>
                    </a:lnTo>
                    <a:lnTo>
                      <a:pt x="13" y="67"/>
                    </a:lnTo>
                    <a:lnTo>
                      <a:pt x="21" y="64"/>
                    </a:lnTo>
                    <a:lnTo>
                      <a:pt x="29" y="62"/>
                    </a:lnTo>
                    <a:lnTo>
                      <a:pt x="34" y="53"/>
                    </a:lnTo>
                    <a:lnTo>
                      <a:pt x="34" y="37"/>
                    </a:lnTo>
                    <a:lnTo>
                      <a:pt x="36" y="26"/>
                    </a:lnTo>
                    <a:lnTo>
                      <a:pt x="36" y="18"/>
                    </a:lnTo>
                    <a:lnTo>
                      <a:pt x="33" y="10"/>
                    </a:lnTo>
                    <a:lnTo>
                      <a:pt x="29" y="3"/>
                    </a:lnTo>
                    <a:lnTo>
                      <a:pt x="20" y="0"/>
                    </a:lnTo>
                    <a:lnTo>
                      <a:pt x="5" y="2"/>
                    </a:lnTo>
                    <a:lnTo>
                      <a:pt x="1" y="5"/>
                    </a:lnTo>
                    <a:lnTo>
                      <a:pt x="0" y="1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5" name="Google Shape;905;p6"/>
              <p:cNvSpPr/>
              <p:nvPr/>
            </p:nvSpPr>
            <p:spPr>
              <a:xfrm>
                <a:off x="3788" y="2516"/>
                <a:ext cx="34" cy="55"/>
              </a:xfrm>
              <a:custGeom>
                <a:rect b="b" l="l" r="r" t="t"/>
                <a:pathLst>
                  <a:path extrusionOk="0" h="55" w="34">
                    <a:moveTo>
                      <a:pt x="33" y="0"/>
                    </a:moveTo>
                    <a:lnTo>
                      <a:pt x="28" y="11"/>
                    </a:lnTo>
                    <a:lnTo>
                      <a:pt x="22" y="24"/>
                    </a:lnTo>
                    <a:lnTo>
                      <a:pt x="14" y="35"/>
                    </a:lnTo>
                    <a:lnTo>
                      <a:pt x="4" y="49"/>
                    </a:lnTo>
                    <a:lnTo>
                      <a:pt x="0" y="54"/>
                    </a:lnTo>
                    <a:lnTo>
                      <a:pt x="10" y="48"/>
                    </a:lnTo>
                    <a:lnTo>
                      <a:pt x="19" y="35"/>
                    </a:lnTo>
                    <a:lnTo>
                      <a:pt x="27" y="20"/>
                    </a:lnTo>
                    <a:lnTo>
                      <a:pt x="33"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6" name="Google Shape;906;p6"/>
              <p:cNvSpPr/>
              <p:nvPr/>
            </p:nvSpPr>
            <p:spPr>
              <a:xfrm>
                <a:off x="3739" y="2327"/>
                <a:ext cx="202" cy="204"/>
              </a:xfrm>
              <a:custGeom>
                <a:rect b="b" l="l" r="r" t="t"/>
                <a:pathLst>
                  <a:path extrusionOk="0" h="204" w="202">
                    <a:moveTo>
                      <a:pt x="26" y="40"/>
                    </a:moveTo>
                    <a:lnTo>
                      <a:pt x="38" y="44"/>
                    </a:lnTo>
                    <a:lnTo>
                      <a:pt x="57" y="45"/>
                    </a:lnTo>
                    <a:lnTo>
                      <a:pt x="70" y="61"/>
                    </a:lnTo>
                    <a:lnTo>
                      <a:pt x="62" y="79"/>
                    </a:lnTo>
                    <a:lnTo>
                      <a:pt x="52" y="86"/>
                    </a:lnTo>
                    <a:lnTo>
                      <a:pt x="48" y="104"/>
                    </a:lnTo>
                    <a:lnTo>
                      <a:pt x="55" y="115"/>
                    </a:lnTo>
                    <a:lnTo>
                      <a:pt x="49" y="133"/>
                    </a:lnTo>
                    <a:lnTo>
                      <a:pt x="63" y="133"/>
                    </a:lnTo>
                    <a:lnTo>
                      <a:pt x="66" y="113"/>
                    </a:lnTo>
                    <a:lnTo>
                      <a:pt x="75" y="104"/>
                    </a:lnTo>
                    <a:lnTo>
                      <a:pt x="91" y="104"/>
                    </a:lnTo>
                    <a:lnTo>
                      <a:pt x="107" y="108"/>
                    </a:lnTo>
                    <a:lnTo>
                      <a:pt x="113" y="121"/>
                    </a:lnTo>
                    <a:lnTo>
                      <a:pt x="114" y="140"/>
                    </a:lnTo>
                    <a:lnTo>
                      <a:pt x="113" y="154"/>
                    </a:lnTo>
                    <a:lnTo>
                      <a:pt x="113" y="164"/>
                    </a:lnTo>
                    <a:lnTo>
                      <a:pt x="113" y="175"/>
                    </a:lnTo>
                    <a:lnTo>
                      <a:pt x="123" y="185"/>
                    </a:lnTo>
                    <a:lnTo>
                      <a:pt x="131" y="190"/>
                    </a:lnTo>
                    <a:lnTo>
                      <a:pt x="150" y="203"/>
                    </a:lnTo>
                    <a:lnTo>
                      <a:pt x="186" y="166"/>
                    </a:lnTo>
                    <a:lnTo>
                      <a:pt x="196" y="137"/>
                    </a:lnTo>
                    <a:lnTo>
                      <a:pt x="201" y="89"/>
                    </a:lnTo>
                    <a:lnTo>
                      <a:pt x="197" y="58"/>
                    </a:lnTo>
                    <a:lnTo>
                      <a:pt x="186" y="27"/>
                    </a:lnTo>
                    <a:lnTo>
                      <a:pt x="175" y="17"/>
                    </a:lnTo>
                    <a:lnTo>
                      <a:pt x="160" y="9"/>
                    </a:lnTo>
                    <a:lnTo>
                      <a:pt x="139" y="5"/>
                    </a:lnTo>
                    <a:lnTo>
                      <a:pt x="117" y="0"/>
                    </a:lnTo>
                    <a:lnTo>
                      <a:pt x="85" y="1"/>
                    </a:lnTo>
                    <a:lnTo>
                      <a:pt x="57" y="5"/>
                    </a:lnTo>
                    <a:lnTo>
                      <a:pt x="26" y="15"/>
                    </a:lnTo>
                    <a:lnTo>
                      <a:pt x="7" y="32"/>
                    </a:lnTo>
                    <a:lnTo>
                      <a:pt x="0" y="43"/>
                    </a:lnTo>
                    <a:lnTo>
                      <a:pt x="26" y="4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7" name="Google Shape;907;p6"/>
              <p:cNvSpPr/>
              <p:nvPr/>
            </p:nvSpPr>
            <p:spPr>
              <a:xfrm>
                <a:off x="3752" y="2333"/>
                <a:ext cx="182" cy="192"/>
              </a:xfrm>
              <a:custGeom>
                <a:rect b="b" l="l" r="r" t="t"/>
                <a:pathLst>
                  <a:path extrusionOk="0" h="192" w="182">
                    <a:moveTo>
                      <a:pt x="17" y="16"/>
                    </a:moveTo>
                    <a:lnTo>
                      <a:pt x="0" y="31"/>
                    </a:lnTo>
                    <a:lnTo>
                      <a:pt x="30" y="33"/>
                    </a:lnTo>
                    <a:lnTo>
                      <a:pt x="41" y="27"/>
                    </a:lnTo>
                    <a:lnTo>
                      <a:pt x="57" y="23"/>
                    </a:lnTo>
                    <a:lnTo>
                      <a:pt x="72" y="22"/>
                    </a:lnTo>
                    <a:lnTo>
                      <a:pt x="89" y="23"/>
                    </a:lnTo>
                    <a:lnTo>
                      <a:pt x="64" y="26"/>
                    </a:lnTo>
                    <a:lnTo>
                      <a:pt x="52" y="29"/>
                    </a:lnTo>
                    <a:lnTo>
                      <a:pt x="43" y="33"/>
                    </a:lnTo>
                    <a:lnTo>
                      <a:pt x="41" y="34"/>
                    </a:lnTo>
                    <a:lnTo>
                      <a:pt x="47" y="36"/>
                    </a:lnTo>
                    <a:lnTo>
                      <a:pt x="52" y="41"/>
                    </a:lnTo>
                    <a:lnTo>
                      <a:pt x="60" y="36"/>
                    </a:lnTo>
                    <a:lnTo>
                      <a:pt x="68" y="35"/>
                    </a:lnTo>
                    <a:lnTo>
                      <a:pt x="83" y="31"/>
                    </a:lnTo>
                    <a:lnTo>
                      <a:pt x="88" y="31"/>
                    </a:lnTo>
                    <a:lnTo>
                      <a:pt x="73" y="37"/>
                    </a:lnTo>
                    <a:lnTo>
                      <a:pt x="61" y="42"/>
                    </a:lnTo>
                    <a:lnTo>
                      <a:pt x="56" y="47"/>
                    </a:lnTo>
                    <a:lnTo>
                      <a:pt x="60" y="52"/>
                    </a:lnTo>
                    <a:lnTo>
                      <a:pt x="73" y="48"/>
                    </a:lnTo>
                    <a:lnTo>
                      <a:pt x="83" y="45"/>
                    </a:lnTo>
                    <a:lnTo>
                      <a:pt x="64" y="55"/>
                    </a:lnTo>
                    <a:lnTo>
                      <a:pt x="58" y="59"/>
                    </a:lnTo>
                    <a:lnTo>
                      <a:pt x="57" y="68"/>
                    </a:lnTo>
                    <a:lnTo>
                      <a:pt x="53" y="73"/>
                    </a:lnTo>
                    <a:lnTo>
                      <a:pt x="64" y="66"/>
                    </a:lnTo>
                    <a:lnTo>
                      <a:pt x="75" y="65"/>
                    </a:lnTo>
                    <a:lnTo>
                      <a:pt x="91" y="64"/>
                    </a:lnTo>
                    <a:lnTo>
                      <a:pt x="66" y="72"/>
                    </a:lnTo>
                    <a:lnTo>
                      <a:pt x="51" y="77"/>
                    </a:lnTo>
                    <a:lnTo>
                      <a:pt x="41" y="83"/>
                    </a:lnTo>
                    <a:lnTo>
                      <a:pt x="39" y="90"/>
                    </a:lnTo>
                    <a:lnTo>
                      <a:pt x="52" y="84"/>
                    </a:lnTo>
                    <a:lnTo>
                      <a:pt x="69" y="80"/>
                    </a:lnTo>
                    <a:lnTo>
                      <a:pt x="77" y="80"/>
                    </a:lnTo>
                    <a:lnTo>
                      <a:pt x="58" y="85"/>
                    </a:lnTo>
                    <a:lnTo>
                      <a:pt x="44" y="91"/>
                    </a:lnTo>
                    <a:lnTo>
                      <a:pt x="39" y="97"/>
                    </a:lnTo>
                    <a:lnTo>
                      <a:pt x="41" y="102"/>
                    </a:lnTo>
                    <a:lnTo>
                      <a:pt x="52" y="98"/>
                    </a:lnTo>
                    <a:lnTo>
                      <a:pt x="62" y="94"/>
                    </a:lnTo>
                    <a:lnTo>
                      <a:pt x="83" y="92"/>
                    </a:lnTo>
                    <a:lnTo>
                      <a:pt x="93" y="94"/>
                    </a:lnTo>
                    <a:lnTo>
                      <a:pt x="112" y="94"/>
                    </a:lnTo>
                    <a:lnTo>
                      <a:pt x="136" y="91"/>
                    </a:lnTo>
                    <a:lnTo>
                      <a:pt x="122" y="97"/>
                    </a:lnTo>
                    <a:lnTo>
                      <a:pt x="98" y="101"/>
                    </a:lnTo>
                    <a:lnTo>
                      <a:pt x="102" y="109"/>
                    </a:lnTo>
                    <a:lnTo>
                      <a:pt x="120" y="105"/>
                    </a:lnTo>
                    <a:lnTo>
                      <a:pt x="137" y="99"/>
                    </a:lnTo>
                    <a:lnTo>
                      <a:pt x="148" y="94"/>
                    </a:lnTo>
                    <a:lnTo>
                      <a:pt x="126" y="109"/>
                    </a:lnTo>
                    <a:lnTo>
                      <a:pt x="114" y="113"/>
                    </a:lnTo>
                    <a:lnTo>
                      <a:pt x="102" y="117"/>
                    </a:lnTo>
                    <a:lnTo>
                      <a:pt x="103" y="125"/>
                    </a:lnTo>
                    <a:lnTo>
                      <a:pt x="120" y="123"/>
                    </a:lnTo>
                    <a:lnTo>
                      <a:pt x="133" y="119"/>
                    </a:lnTo>
                    <a:lnTo>
                      <a:pt x="125" y="125"/>
                    </a:lnTo>
                    <a:lnTo>
                      <a:pt x="110" y="129"/>
                    </a:lnTo>
                    <a:lnTo>
                      <a:pt x="103" y="129"/>
                    </a:lnTo>
                    <a:lnTo>
                      <a:pt x="103" y="148"/>
                    </a:lnTo>
                    <a:lnTo>
                      <a:pt x="119" y="142"/>
                    </a:lnTo>
                    <a:lnTo>
                      <a:pt x="131" y="137"/>
                    </a:lnTo>
                    <a:lnTo>
                      <a:pt x="118" y="148"/>
                    </a:lnTo>
                    <a:lnTo>
                      <a:pt x="102" y="155"/>
                    </a:lnTo>
                    <a:lnTo>
                      <a:pt x="102" y="162"/>
                    </a:lnTo>
                    <a:lnTo>
                      <a:pt x="111" y="173"/>
                    </a:lnTo>
                    <a:lnTo>
                      <a:pt x="120" y="161"/>
                    </a:lnTo>
                    <a:lnTo>
                      <a:pt x="131" y="148"/>
                    </a:lnTo>
                    <a:lnTo>
                      <a:pt x="139" y="134"/>
                    </a:lnTo>
                    <a:lnTo>
                      <a:pt x="131" y="155"/>
                    </a:lnTo>
                    <a:lnTo>
                      <a:pt x="125" y="162"/>
                    </a:lnTo>
                    <a:lnTo>
                      <a:pt x="114" y="177"/>
                    </a:lnTo>
                    <a:lnTo>
                      <a:pt x="122" y="186"/>
                    </a:lnTo>
                    <a:lnTo>
                      <a:pt x="135" y="175"/>
                    </a:lnTo>
                    <a:lnTo>
                      <a:pt x="145" y="161"/>
                    </a:lnTo>
                    <a:lnTo>
                      <a:pt x="153" y="148"/>
                    </a:lnTo>
                    <a:lnTo>
                      <a:pt x="146" y="169"/>
                    </a:lnTo>
                    <a:lnTo>
                      <a:pt x="137" y="178"/>
                    </a:lnTo>
                    <a:lnTo>
                      <a:pt x="128" y="187"/>
                    </a:lnTo>
                    <a:lnTo>
                      <a:pt x="136" y="191"/>
                    </a:lnTo>
                    <a:lnTo>
                      <a:pt x="153" y="177"/>
                    </a:lnTo>
                    <a:lnTo>
                      <a:pt x="169" y="155"/>
                    </a:lnTo>
                    <a:lnTo>
                      <a:pt x="174" y="137"/>
                    </a:lnTo>
                    <a:lnTo>
                      <a:pt x="179" y="107"/>
                    </a:lnTo>
                    <a:lnTo>
                      <a:pt x="181" y="84"/>
                    </a:lnTo>
                    <a:lnTo>
                      <a:pt x="180" y="63"/>
                    </a:lnTo>
                    <a:lnTo>
                      <a:pt x="167" y="64"/>
                    </a:lnTo>
                    <a:lnTo>
                      <a:pt x="147" y="72"/>
                    </a:lnTo>
                    <a:lnTo>
                      <a:pt x="118" y="78"/>
                    </a:lnTo>
                    <a:lnTo>
                      <a:pt x="145" y="68"/>
                    </a:lnTo>
                    <a:lnTo>
                      <a:pt x="154" y="62"/>
                    </a:lnTo>
                    <a:lnTo>
                      <a:pt x="178" y="54"/>
                    </a:lnTo>
                    <a:lnTo>
                      <a:pt x="174" y="39"/>
                    </a:lnTo>
                    <a:lnTo>
                      <a:pt x="168" y="24"/>
                    </a:lnTo>
                    <a:lnTo>
                      <a:pt x="142" y="31"/>
                    </a:lnTo>
                    <a:lnTo>
                      <a:pt x="123" y="40"/>
                    </a:lnTo>
                    <a:lnTo>
                      <a:pt x="140" y="27"/>
                    </a:lnTo>
                    <a:lnTo>
                      <a:pt x="163" y="19"/>
                    </a:lnTo>
                    <a:lnTo>
                      <a:pt x="145" y="10"/>
                    </a:lnTo>
                    <a:lnTo>
                      <a:pt x="134" y="7"/>
                    </a:lnTo>
                    <a:lnTo>
                      <a:pt x="120" y="3"/>
                    </a:lnTo>
                    <a:lnTo>
                      <a:pt x="79" y="0"/>
                    </a:lnTo>
                    <a:lnTo>
                      <a:pt x="43" y="9"/>
                    </a:lnTo>
                    <a:lnTo>
                      <a:pt x="17" y="16"/>
                    </a:lnTo>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8" name="Google Shape;908;p6"/>
              <p:cNvSpPr/>
              <p:nvPr/>
            </p:nvSpPr>
            <p:spPr>
              <a:xfrm>
                <a:off x="3705" y="2547"/>
                <a:ext cx="12" cy="4"/>
              </a:xfrm>
              <a:custGeom>
                <a:rect b="b" l="l" r="r" t="t"/>
                <a:pathLst>
                  <a:path extrusionOk="0" h="4" w="12">
                    <a:moveTo>
                      <a:pt x="0" y="0"/>
                    </a:moveTo>
                    <a:lnTo>
                      <a:pt x="3" y="1"/>
                    </a:lnTo>
                    <a:lnTo>
                      <a:pt x="6" y="2"/>
                    </a:lnTo>
                    <a:lnTo>
                      <a:pt x="9" y="2"/>
                    </a:lnTo>
                    <a:lnTo>
                      <a:pt x="11" y="3"/>
                    </a:lnTo>
                    <a:lnTo>
                      <a:pt x="8" y="3"/>
                    </a:lnTo>
                    <a:lnTo>
                      <a:pt x="3" y="2"/>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9" name="Google Shape;909;p6"/>
              <p:cNvSpPr/>
              <p:nvPr/>
            </p:nvSpPr>
            <p:spPr>
              <a:xfrm>
                <a:off x="3707" y="2567"/>
                <a:ext cx="3" cy="1"/>
              </a:xfrm>
              <a:custGeom>
                <a:rect b="b" l="l" r="r" t="t"/>
                <a:pathLst>
                  <a:path extrusionOk="0" h="1" w="3">
                    <a:moveTo>
                      <a:pt x="2" y="0"/>
                    </a:moveTo>
                    <a:lnTo>
                      <a:pt x="0" y="0"/>
                    </a:lnTo>
                    <a:lnTo>
                      <a:pt x="0" y="0"/>
                    </a:lnTo>
                    <a:lnTo>
                      <a:pt x="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0" name="Google Shape;910;p6"/>
              <p:cNvSpPr/>
              <p:nvPr/>
            </p:nvSpPr>
            <p:spPr>
              <a:xfrm>
                <a:off x="3728" y="2466"/>
                <a:ext cx="12" cy="1"/>
              </a:xfrm>
              <a:custGeom>
                <a:rect b="b" l="l" r="r" t="t"/>
                <a:pathLst>
                  <a:path extrusionOk="0" h="1" w="12">
                    <a:moveTo>
                      <a:pt x="0" y="0"/>
                    </a:moveTo>
                    <a:lnTo>
                      <a:pt x="2" y="0"/>
                    </a:lnTo>
                    <a:lnTo>
                      <a:pt x="8" y="0"/>
                    </a:lnTo>
                    <a:lnTo>
                      <a:pt x="11" y="0"/>
                    </a:lnTo>
                    <a:lnTo>
                      <a:pt x="6" y="0"/>
                    </a:lnTo>
                    <a:lnTo>
                      <a:pt x="2"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1" name="Google Shape;911;p6"/>
              <p:cNvSpPr/>
              <p:nvPr/>
            </p:nvSpPr>
            <p:spPr>
              <a:xfrm>
                <a:off x="3722" y="2445"/>
                <a:ext cx="15" cy="3"/>
              </a:xfrm>
              <a:custGeom>
                <a:rect b="b" l="l" r="r" t="t"/>
                <a:pathLst>
                  <a:path extrusionOk="0" h="3" w="15">
                    <a:moveTo>
                      <a:pt x="0" y="2"/>
                    </a:moveTo>
                    <a:lnTo>
                      <a:pt x="7" y="2"/>
                    </a:lnTo>
                    <a:lnTo>
                      <a:pt x="14" y="0"/>
                    </a:lnTo>
                    <a:lnTo>
                      <a:pt x="6" y="1"/>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2" name="Google Shape;912;p6"/>
              <p:cNvSpPr/>
              <p:nvPr/>
            </p:nvSpPr>
            <p:spPr>
              <a:xfrm>
                <a:off x="3751" y="2458"/>
                <a:ext cx="8" cy="1"/>
              </a:xfrm>
              <a:custGeom>
                <a:rect b="b" l="l" r="r" t="t"/>
                <a:pathLst>
                  <a:path extrusionOk="0" h="1" w="8">
                    <a:moveTo>
                      <a:pt x="0" y="0"/>
                    </a:moveTo>
                    <a:lnTo>
                      <a:pt x="2" y="0"/>
                    </a:lnTo>
                    <a:lnTo>
                      <a:pt x="5" y="0"/>
                    </a:lnTo>
                    <a:lnTo>
                      <a:pt x="2" y="0"/>
                    </a:lnTo>
                    <a:lnTo>
                      <a:pt x="4" y="0"/>
                    </a:lnTo>
                    <a:lnTo>
                      <a:pt x="7" y="0"/>
                    </a:lnTo>
                    <a:lnTo>
                      <a:pt x="2" y="0"/>
                    </a:lnTo>
                    <a:lnTo>
                      <a:pt x="4" y="0"/>
                    </a:lnTo>
                    <a:lnTo>
                      <a:pt x="7"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3" name="Google Shape;913;p6"/>
              <p:cNvSpPr/>
              <p:nvPr/>
            </p:nvSpPr>
            <p:spPr>
              <a:xfrm>
                <a:off x="3719" y="2513"/>
                <a:ext cx="3" cy="20"/>
              </a:xfrm>
              <a:custGeom>
                <a:rect b="b" l="l" r="r" t="t"/>
                <a:pathLst>
                  <a:path extrusionOk="0" h="20" w="3">
                    <a:moveTo>
                      <a:pt x="0" y="0"/>
                    </a:moveTo>
                    <a:lnTo>
                      <a:pt x="1" y="8"/>
                    </a:lnTo>
                    <a:lnTo>
                      <a:pt x="2" y="19"/>
                    </a:lnTo>
                    <a:lnTo>
                      <a:pt x="2" y="12"/>
                    </a:lnTo>
                    <a:lnTo>
                      <a:pt x="2" y="6"/>
                    </a:lnTo>
                    <a:lnTo>
                      <a:pt x="1" y="4"/>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4" name="Google Shape;914;p6"/>
              <p:cNvSpPr/>
              <p:nvPr/>
            </p:nvSpPr>
            <p:spPr>
              <a:xfrm>
                <a:off x="3755" y="2492"/>
                <a:ext cx="28" cy="27"/>
              </a:xfrm>
              <a:custGeom>
                <a:rect b="b" l="l" r="r" t="t"/>
                <a:pathLst>
                  <a:path extrusionOk="0" h="27" w="28">
                    <a:moveTo>
                      <a:pt x="27" y="0"/>
                    </a:moveTo>
                    <a:lnTo>
                      <a:pt x="15" y="8"/>
                    </a:lnTo>
                    <a:lnTo>
                      <a:pt x="7" y="10"/>
                    </a:lnTo>
                    <a:lnTo>
                      <a:pt x="7" y="17"/>
                    </a:lnTo>
                    <a:lnTo>
                      <a:pt x="0" y="26"/>
                    </a:lnTo>
                    <a:lnTo>
                      <a:pt x="8" y="19"/>
                    </a:lnTo>
                    <a:lnTo>
                      <a:pt x="8" y="11"/>
                    </a:lnTo>
                    <a:lnTo>
                      <a:pt x="19" y="10"/>
                    </a:lnTo>
                    <a:lnTo>
                      <a:pt x="27"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5" name="Google Shape;915;p6"/>
              <p:cNvSpPr/>
              <p:nvPr/>
            </p:nvSpPr>
            <p:spPr>
              <a:xfrm>
                <a:off x="3750" y="2443"/>
                <a:ext cx="13" cy="3"/>
              </a:xfrm>
              <a:custGeom>
                <a:rect b="b" l="l" r="r" t="t"/>
                <a:pathLst>
                  <a:path extrusionOk="0" h="3" w="13">
                    <a:moveTo>
                      <a:pt x="0" y="0"/>
                    </a:moveTo>
                    <a:lnTo>
                      <a:pt x="5" y="1"/>
                    </a:lnTo>
                    <a:lnTo>
                      <a:pt x="12" y="2"/>
                    </a:lnTo>
                    <a:lnTo>
                      <a:pt x="7" y="0"/>
                    </a:lnTo>
                    <a:lnTo>
                      <a:pt x="4"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16" name="Google Shape;916;p6"/>
            <p:cNvSpPr/>
            <p:nvPr/>
          </p:nvSpPr>
          <p:spPr>
            <a:xfrm>
              <a:off x="3715" y="2629"/>
              <a:ext cx="62" cy="125"/>
            </a:xfrm>
            <a:custGeom>
              <a:rect b="b" l="l" r="r" t="t"/>
              <a:pathLst>
                <a:path extrusionOk="0" h="125" w="62">
                  <a:moveTo>
                    <a:pt x="47" y="0"/>
                  </a:moveTo>
                  <a:lnTo>
                    <a:pt x="33" y="15"/>
                  </a:lnTo>
                  <a:lnTo>
                    <a:pt x="29" y="36"/>
                  </a:lnTo>
                  <a:lnTo>
                    <a:pt x="10" y="59"/>
                  </a:lnTo>
                  <a:lnTo>
                    <a:pt x="2" y="82"/>
                  </a:lnTo>
                  <a:lnTo>
                    <a:pt x="0" y="106"/>
                  </a:lnTo>
                  <a:lnTo>
                    <a:pt x="3" y="124"/>
                  </a:lnTo>
                  <a:lnTo>
                    <a:pt x="61" y="50"/>
                  </a:lnTo>
                  <a:lnTo>
                    <a:pt x="47" y="0"/>
                  </a:lnTo>
                </a:path>
              </a:pathLst>
            </a:custGeom>
            <a:solidFill>
              <a:srgbClr val="40000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7" name="Google Shape;917;p6"/>
            <p:cNvSpPr/>
            <p:nvPr/>
          </p:nvSpPr>
          <p:spPr>
            <a:xfrm>
              <a:off x="3761" y="2560"/>
              <a:ext cx="145" cy="92"/>
            </a:xfrm>
            <a:custGeom>
              <a:rect b="b" l="l" r="r" t="t"/>
              <a:pathLst>
                <a:path extrusionOk="0" h="92" w="145">
                  <a:moveTo>
                    <a:pt x="136" y="0"/>
                  </a:moveTo>
                  <a:lnTo>
                    <a:pt x="115" y="3"/>
                  </a:lnTo>
                  <a:lnTo>
                    <a:pt x="85" y="15"/>
                  </a:lnTo>
                  <a:lnTo>
                    <a:pt x="50" y="30"/>
                  </a:lnTo>
                  <a:lnTo>
                    <a:pt x="24" y="46"/>
                  </a:lnTo>
                  <a:lnTo>
                    <a:pt x="5" y="58"/>
                  </a:lnTo>
                  <a:lnTo>
                    <a:pt x="0" y="69"/>
                  </a:lnTo>
                  <a:lnTo>
                    <a:pt x="0" y="91"/>
                  </a:lnTo>
                  <a:lnTo>
                    <a:pt x="144" y="21"/>
                  </a:lnTo>
                  <a:lnTo>
                    <a:pt x="136" y="0"/>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8" name="Google Shape;918;p6"/>
            <p:cNvSpPr/>
            <p:nvPr/>
          </p:nvSpPr>
          <p:spPr>
            <a:xfrm>
              <a:off x="3764" y="2564"/>
              <a:ext cx="135" cy="84"/>
            </a:xfrm>
            <a:custGeom>
              <a:rect b="b" l="l" r="r" t="t"/>
              <a:pathLst>
                <a:path extrusionOk="0" h="84" w="135">
                  <a:moveTo>
                    <a:pt x="0" y="83"/>
                  </a:moveTo>
                  <a:lnTo>
                    <a:pt x="0" y="61"/>
                  </a:lnTo>
                  <a:lnTo>
                    <a:pt x="5" y="52"/>
                  </a:lnTo>
                  <a:lnTo>
                    <a:pt x="33" y="36"/>
                  </a:lnTo>
                  <a:lnTo>
                    <a:pt x="65" y="19"/>
                  </a:lnTo>
                  <a:lnTo>
                    <a:pt x="100" y="5"/>
                  </a:lnTo>
                  <a:lnTo>
                    <a:pt x="125" y="0"/>
                  </a:lnTo>
                  <a:lnTo>
                    <a:pt x="134" y="26"/>
                  </a:lnTo>
                  <a:lnTo>
                    <a:pt x="32" y="69"/>
                  </a:lnTo>
                  <a:lnTo>
                    <a:pt x="0" y="83"/>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19" name="Google Shape;919;p6"/>
            <p:cNvGrpSpPr/>
            <p:nvPr/>
          </p:nvGrpSpPr>
          <p:grpSpPr>
            <a:xfrm>
              <a:off x="3615" y="2841"/>
              <a:ext cx="89" cy="119"/>
              <a:chOff x="3615" y="2841"/>
              <a:chExt cx="89" cy="119"/>
            </a:xfrm>
          </p:grpSpPr>
          <p:grpSp>
            <p:nvGrpSpPr>
              <p:cNvPr id="920" name="Google Shape;920;p6"/>
              <p:cNvGrpSpPr/>
              <p:nvPr/>
            </p:nvGrpSpPr>
            <p:grpSpPr>
              <a:xfrm>
                <a:off x="3615" y="2841"/>
                <a:ext cx="89" cy="119"/>
                <a:chOff x="3615" y="2841"/>
                <a:chExt cx="89" cy="119"/>
              </a:xfrm>
            </p:grpSpPr>
            <p:sp>
              <p:nvSpPr>
                <p:cNvPr id="921" name="Google Shape;921;p6"/>
                <p:cNvSpPr/>
                <p:nvPr/>
              </p:nvSpPr>
              <p:spPr>
                <a:xfrm>
                  <a:off x="3615" y="2844"/>
                  <a:ext cx="74" cy="91"/>
                </a:xfrm>
                <a:custGeom>
                  <a:rect b="b" l="l" r="r" t="t"/>
                  <a:pathLst>
                    <a:path extrusionOk="0" h="91" w="74">
                      <a:moveTo>
                        <a:pt x="25" y="6"/>
                      </a:moveTo>
                      <a:lnTo>
                        <a:pt x="13" y="19"/>
                      </a:lnTo>
                      <a:lnTo>
                        <a:pt x="8" y="30"/>
                      </a:lnTo>
                      <a:lnTo>
                        <a:pt x="3" y="47"/>
                      </a:lnTo>
                      <a:lnTo>
                        <a:pt x="3" y="57"/>
                      </a:lnTo>
                      <a:lnTo>
                        <a:pt x="0" y="71"/>
                      </a:lnTo>
                      <a:lnTo>
                        <a:pt x="59" y="90"/>
                      </a:lnTo>
                      <a:lnTo>
                        <a:pt x="73" y="0"/>
                      </a:lnTo>
                      <a:lnTo>
                        <a:pt x="49" y="6"/>
                      </a:lnTo>
                      <a:lnTo>
                        <a:pt x="25" y="6"/>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22" name="Google Shape;922;p6"/>
                <p:cNvSpPr/>
                <p:nvPr/>
              </p:nvSpPr>
              <p:spPr>
                <a:xfrm>
                  <a:off x="3622" y="2852"/>
                  <a:ext cx="53" cy="68"/>
                </a:xfrm>
                <a:custGeom>
                  <a:rect b="b" l="l" r="r" t="t"/>
                  <a:pathLst>
                    <a:path extrusionOk="0" h="68" w="53">
                      <a:moveTo>
                        <a:pt x="21" y="2"/>
                      </a:moveTo>
                      <a:lnTo>
                        <a:pt x="11" y="13"/>
                      </a:lnTo>
                      <a:lnTo>
                        <a:pt x="4" y="28"/>
                      </a:lnTo>
                      <a:lnTo>
                        <a:pt x="2" y="39"/>
                      </a:lnTo>
                      <a:lnTo>
                        <a:pt x="0" y="53"/>
                      </a:lnTo>
                      <a:lnTo>
                        <a:pt x="42" y="67"/>
                      </a:lnTo>
                      <a:lnTo>
                        <a:pt x="52" y="0"/>
                      </a:lnTo>
                      <a:lnTo>
                        <a:pt x="36" y="3"/>
                      </a:lnTo>
                      <a:lnTo>
                        <a:pt x="21" y="2"/>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23" name="Google Shape;923;p6"/>
                <p:cNvSpPr/>
                <p:nvPr/>
              </p:nvSpPr>
              <p:spPr>
                <a:xfrm>
                  <a:off x="3635" y="2841"/>
                  <a:ext cx="69" cy="119"/>
                </a:xfrm>
                <a:custGeom>
                  <a:rect b="b" l="l" r="r" t="t"/>
                  <a:pathLst>
                    <a:path extrusionOk="0" h="119" w="69">
                      <a:moveTo>
                        <a:pt x="46" y="0"/>
                      </a:moveTo>
                      <a:lnTo>
                        <a:pt x="18" y="6"/>
                      </a:lnTo>
                      <a:lnTo>
                        <a:pt x="7" y="34"/>
                      </a:lnTo>
                      <a:lnTo>
                        <a:pt x="1" y="69"/>
                      </a:lnTo>
                      <a:lnTo>
                        <a:pt x="0" y="100"/>
                      </a:lnTo>
                      <a:lnTo>
                        <a:pt x="65" y="118"/>
                      </a:lnTo>
                      <a:lnTo>
                        <a:pt x="68" y="2"/>
                      </a:lnTo>
                      <a:lnTo>
                        <a:pt x="46" y="0"/>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24" name="Google Shape;924;p6"/>
              <p:cNvSpPr/>
              <p:nvPr/>
            </p:nvSpPr>
            <p:spPr>
              <a:xfrm>
                <a:off x="3641" y="2846"/>
                <a:ext cx="51" cy="100"/>
              </a:xfrm>
              <a:custGeom>
                <a:rect b="b" l="l" r="r" t="t"/>
                <a:pathLst>
                  <a:path extrusionOk="0" h="100" w="51">
                    <a:moveTo>
                      <a:pt x="47" y="0"/>
                    </a:moveTo>
                    <a:lnTo>
                      <a:pt x="15" y="4"/>
                    </a:lnTo>
                    <a:lnTo>
                      <a:pt x="7" y="33"/>
                    </a:lnTo>
                    <a:lnTo>
                      <a:pt x="0" y="82"/>
                    </a:lnTo>
                    <a:lnTo>
                      <a:pt x="50" y="99"/>
                    </a:lnTo>
                    <a:lnTo>
                      <a:pt x="47"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25" name="Google Shape;925;p6"/>
            <p:cNvGrpSpPr/>
            <p:nvPr/>
          </p:nvGrpSpPr>
          <p:grpSpPr>
            <a:xfrm>
              <a:off x="3469" y="2939"/>
              <a:ext cx="76" cy="95"/>
              <a:chOff x="3469" y="2939"/>
              <a:chExt cx="76" cy="95"/>
            </a:xfrm>
          </p:grpSpPr>
          <p:sp>
            <p:nvSpPr>
              <p:cNvPr id="926" name="Google Shape;926;p6"/>
              <p:cNvSpPr/>
              <p:nvPr/>
            </p:nvSpPr>
            <p:spPr>
              <a:xfrm>
                <a:off x="3469" y="2939"/>
                <a:ext cx="76" cy="95"/>
              </a:xfrm>
              <a:custGeom>
                <a:rect b="b" l="l" r="r" t="t"/>
                <a:pathLst>
                  <a:path extrusionOk="0" h="95" w="76">
                    <a:moveTo>
                      <a:pt x="71" y="5"/>
                    </a:moveTo>
                    <a:lnTo>
                      <a:pt x="40" y="4"/>
                    </a:lnTo>
                    <a:lnTo>
                      <a:pt x="15" y="0"/>
                    </a:lnTo>
                    <a:lnTo>
                      <a:pt x="3" y="17"/>
                    </a:lnTo>
                    <a:lnTo>
                      <a:pt x="0" y="40"/>
                    </a:lnTo>
                    <a:lnTo>
                      <a:pt x="0" y="59"/>
                    </a:lnTo>
                    <a:lnTo>
                      <a:pt x="6" y="78"/>
                    </a:lnTo>
                    <a:lnTo>
                      <a:pt x="75" y="94"/>
                    </a:lnTo>
                    <a:lnTo>
                      <a:pt x="71" y="5"/>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27" name="Google Shape;927;p6"/>
              <p:cNvSpPr/>
              <p:nvPr/>
            </p:nvSpPr>
            <p:spPr>
              <a:xfrm>
                <a:off x="3475" y="2944"/>
                <a:ext cx="60" cy="77"/>
              </a:xfrm>
              <a:custGeom>
                <a:rect b="b" l="l" r="r" t="t"/>
                <a:pathLst>
                  <a:path extrusionOk="0" h="77" w="60">
                    <a:moveTo>
                      <a:pt x="56" y="2"/>
                    </a:moveTo>
                    <a:lnTo>
                      <a:pt x="33" y="5"/>
                    </a:lnTo>
                    <a:lnTo>
                      <a:pt x="10" y="0"/>
                    </a:lnTo>
                    <a:lnTo>
                      <a:pt x="4" y="12"/>
                    </a:lnTo>
                    <a:lnTo>
                      <a:pt x="0" y="33"/>
                    </a:lnTo>
                    <a:lnTo>
                      <a:pt x="3" y="57"/>
                    </a:lnTo>
                    <a:lnTo>
                      <a:pt x="3" y="62"/>
                    </a:lnTo>
                    <a:lnTo>
                      <a:pt x="59" y="76"/>
                    </a:lnTo>
                    <a:lnTo>
                      <a:pt x="56" y="2"/>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28" name="Google Shape;928;p6"/>
            <p:cNvSpPr/>
            <p:nvPr/>
          </p:nvSpPr>
          <p:spPr>
            <a:xfrm>
              <a:off x="3766" y="2597"/>
              <a:ext cx="133" cy="59"/>
            </a:xfrm>
            <a:custGeom>
              <a:rect b="b" l="l" r="r" t="t"/>
              <a:pathLst>
                <a:path extrusionOk="0" h="59" w="133">
                  <a:moveTo>
                    <a:pt x="132" y="0"/>
                  </a:moveTo>
                  <a:lnTo>
                    <a:pt x="89" y="18"/>
                  </a:lnTo>
                  <a:lnTo>
                    <a:pt x="46" y="40"/>
                  </a:lnTo>
                  <a:lnTo>
                    <a:pt x="17" y="53"/>
                  </a:lnTo>
                  <a:lnTo>
                    <a:pt x="0" y="58"/>
                  </a:lnTo>
                  <a:lnTo>
                    <a:pt x="32" y="50"/>
                  </a:lnTo>
                  <a:lnTo>
                    <a:pt x="66" y="34"/>
                  </a:lnTo>
                  <a:lnTo>
                    <a:pt x="99" y="18"/>
                  </a:lnTo>
                  <a:lnTo>
                    <a:pt x="132"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29" name="Google Shape;929;p6"/>
            <p:cNvGrpSpPr/>
            <p:nvPr/>
          </p:nvGrpSpPr>
          <p:grpSpPr>
            <a:xfrm>
              <a:off x="3522" y="2568"/>
              <a:ext cx="495" cy="820"/>
              <a:chOff x="3522" y="2568"/>
              <a:chExt cx="495" cy="820"/>
            </a:xfrm>
          </p:grpSpPr>
          <p:sp>
            <p:nvSpPr>
              <p:cNvPr id="930" name="Google Shape;930;p6"/>
              <p:cNvSpPr/>
              <p:nvPr/>
            </p:nvSpPr>
            <p:spPr>
              <a:xfrm>
                <a:off x="3522" y="2568"/>
                <a:ext cx="495" cy="820"/>
              </a:xfrm>
              <a:custGeom>
                <a:rect b="b" l="l" r="r" t="t"/>
                <a:pathLst>
                  <a:path extrusionOk="0" h="820" w="495">
                    <a:moveTo>
                      <a:pt x="393" y="22"/>
                    </a:moveTo>
                    <a:lnTo>
                      <a:pt x="378" y="0"/>
                    </a:lnTo>
                    <a:lnTo>
                      <a:pt x="351" y="14"/>
                    </a:lnTo>
                    <a:lnTo>
                      <a:pt x="323" y="26"/>
                    </a:lnTo>
                    <a:lnTo>
                      <a:pt x="296" y="41"/>
                    </a:lnTo>
                    <a:lnTo>
                      <a:pt x="266" y="57"/>
                    </a:lnTo>
                    <a:lnTo>
                      <a:pt x="243" y="71"/>
                    </a:lnTo>
                    <a:lnTo>
                      <a:pt x="233" y="88"/>
                    </a:lnTo>
                    <a:lnTo>
                      <a:pt x="227" y="104"/>
                    </a:lnTo>
                    <a:lnTo>
                      <a:pt x="212" y="120"/>
                    </a:lnTo>
                    <a:lnTo>
                      <a:pt x="203" y="151"/>
                    </a:lnTo>
                    <a:lnTo>
                      <a:pt x="174" y="221"/>
                    </a:lnTo>
                    <a:lnTo>
                      <a:pt x="150" y="305"/>
                    </a:lnTo>
                    <a:lnTo>
                      <a:pt x="139" y="360"/>
                    </a:lnTo>
                    <a:lnTo>
                      <a:pt x="33" y="362"/>
                    </a:lnTo>
                    <a:lnTo>
                      <a:pt x="15" y="373"/>
                    </a:lnTo>
                    <a:lnTo>
                      <a:pt x="4" y="408"/>
                    </a:lnTo>
                    <a:lnTo>
                      <a:pt x="0" y="452"/>
                    </a:lnTo>
                    <a:lnTo>
                      <a:pt x="22" y="483"/>
                    </a:lnTo>
                    <a:lnTo>
                      <a:pt x="64" y="494"/>
                    </a:lnTo>
                    <a:lnTo>
                      <a:pt x="96" y="494"/>
                    </a:lnTo>
                    <a:lnTo>
                      <a:pt x="132" y="501"/>
                    </a:lnTo>
                    <a:lnTo>
                      <a:pt x="134" y="516"/>
                    </a:lnTo>
                    <a:lnTo>
                      <a:pt x="132" y="562"/>
                    </a:lnTo>
                    <a:lnTo>
                      <a:pt x="128" y="602"/>
                    </a:lnTo>
                    <a:lnTo>
                      <a:pt x="117" y="648"/>
                    </a:lnTo>
                    <a:lnTo>
                      <a:pt x="84" y="719"/>
                    </a:lnTo>
                    <a:lnTo>
                      <a:pt x="112" y="754"/>
                    </a:lnTo>
                    <a:lnTo>
                      <a:pt x="176" y="794"/>
                    </a:lnTo>
                    <a:lnTo>
                      <a:pt x="281" y="819"/>
                    </a:lnTo>
                    <a:lnTo>
                      <a:pt x="350" y="811"/>
                    </a:lnTo>
                    <a:lnTo>
                      <a:pt x="402" y="786"/>
                    </a:lnTo>
                    <a:lnTo>
                      <a:pt x="410" y="664"/>
                    </a:lnTo>
                    <a:lnTo>
                      <a:pt x="423" y="769"/>
                    </a:lnTo>
                    <a:lnTo>
                      <a:pt x="471" y="738"/>
                    </a:lnTo>
                    <a:lnTo>
                      <a:pt x="479" y="679"/>
                    </a:lnTo>
                    <a:lnTo>
                      <a:pt x="449" y="558"/>
                    </a:lnTo>
                    <a:lnTo>
                      <a:pt x="446" y="524"/>
                    </a:lnTo>
                    <a:lnTo>
                      <a:pt x="457" y="481"/>
                    </a:lnTo>
                    <a:lnTo>
                      <a:pt x="463" y="426"/>
                    </a:lnTo>
                    <a:lnTo>
                      <a:pt x="476" y="375"/>
                    </a:lnTo>
                    <a:lnTo>
                      <a:pt x="494" y="298"/>
                    </a:lnTo>
                    <a:lnTo>
                      <a:pt x="491" y="221"/>
                    </a:lnTo>
                    <a:lnTo>
                      <a:pt x="491" y="153"/>
                    </a:lnTo>
                    <a:lnTo>
                      <a:pt x="487" y="105"/>
                    </a:lnTo>
                    <a:lnTo>
                      <a:pt x="476" y="85"/>
                    </a:lnTo>
                    <a:lnTo>
                      <a:pt x="453" y="68"/>
                    </a:lnTo>
                    <a:lnTo>
                      <a:pt x="424" y="39"/>
                    </a:lnTo>
                    <a:lnTo>
                      <a:pt x="393" y="22"/>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1" name="Google Shape;931;p6"/>
              <p:cNvSpPr/>
              <p:nvPr/>
            </p:nvSpPr>
            <p:spPr>
              <a:xfrm>
                <a:off x="3612" y="2575"/>
                <a:ext cx="388" cy="791"/>
              </a:xfrm>
              <a:custGeom>
                <a:rect b="b" l="l" r="r" t="t"/>
                <a:pathLst>
                  <a:path extrusionOk="0" h="791" w="388">
                    <a:moveTo>
                      <a:pt x="50" y="491"/>
                    </a:moveTo>
                    <a:lnTo>
                      <a:pt x="94" y="484"/>
                    </a:lnTo>
                    <a:lnTo>
                      <a:pt x="131" y="482"/>
                    </a:lnTo>
                    <a:lnTo>
                      <a:pt x="173" y="478"/>
                    </a:lnTo>
                    <a:lnTo>
                      <a:pt x="219" y="471"/>
                    </a:lnTo>
                    <a:lnTo>
                      <a:pt x="241" y="457"/>
                    </a:lnTo>
                    <a:lnTo>
                      <a:pt x="249" y="423"/>
                    </a:lnTo>
                    <a:lnTo>
                      <a:pt x="260" y="372"/>
                    </a:lnTo>
                    <a:lnTo>
                      <a:pt x="280" y="353"/>
                    </a:lnTo>
                    <a:lnTo>
                      <a:pt x="312" y="301"/>
                    </a:lnTo>
                    <a:lnTo>
                      <a:pt x="280" y="344"/>
                    </a:lnTo>
                    <a:lnTo>
                      <a:pt x="262" y="355"/>
                    </a:lnTo>
                    <a:lnTo>
                      <a:pt x="267" y="297"/>
                    </a:lnTo>
                    <a:lnTo>
                      <a:pt x="267" y="256"/>
                    </a:lnTo>
                    <a:lnTo>
                      <a:pt x="266" y="178"/>
                    </a:lnTo>
                    <a:lnTo>
                      <a:pt x="260" y="147"/>
                    </a:lnTo>
                    <a:lnTo>
                      <a:pt x="247" y="132"/>
                    </a:lnTo>
                    <a:lnTo>
                      <a:pt x="228" y="108"/>
                    </a:lnTo>
                    <a:lnTo>
                      <a:pt x="199" y="97"/>
                    </a:lnTo>
                    <a:lnTo>
                      <a:pt x="184" y="92"/>
                    </a:lnTo>
                    <a:lnTo>
                      <a:pt x="156" y="95"/>
                    </a:lnTo>
                    <a:lnTo>
                      <a:pt x="130" y="109"/>
                    </a:lnTo>
                    <a:lnTo>
                      <a:pt x="145" y="86"/>
                    </a:lnTo>
                    <a:lnTo>
                      <a:pt x="156" y="64"/>
                    </a:lnTo>
                    <a:lnTo>
                      <a:pt x="180" y="49"/>
                    </a:lnTo>
                    <a:lnTo>
                      <a:pt x="209" y="34"/>
                    </a:lnTo>
                    <a:lnTo>
                      <a:pt x="243" y="17"/>
                    </a:lnTo>
                    <a:lnTo>
                      <a:pt x="267" y="5"/>
                    </a:lnTo>
                    <a:lnTo>
                      <a:pt x="284" y="0"/>
                    </a:lnTo>
                    <a:lnTo>
                      <a:pt x="292" y="17"/>
                    </a:lnTo>
                    <a:lnTo>
                      <a:pt x="324" y="37"/>
                    </a:lnTo>
                    <a:lnTo>
                      <a:pt x="338" y="51"/>
                    </a:lnTo>
                    <a:lnTo>
                      <a:pt x="354" y="70"/>
                    </a:lnTo>
                    <a:lnTo>
                      <a:pt x="374" y="81"/>
                    </a:lnTo>
                    <a:lnTo>
                      <a:pt x="378" y="100"/>
                    </a:lnTo>
                    <a:lnTo>
                      <a:pt x="387" y="132"/>
                    </a:lnTo>
                    <a:lnTo>
                      <a:pt x="387" y="180"/>
                    </a:lnTo>
                    <a:lnTo>
                      <a:pt x="385" y="231"/>
                    </a:lnTo>
                    <a:lnTo>
                      <a:pt x="383" y="288"/>
                    </a:lnTo>
                    <a:lnTo>
                      <a:pt x="372" y="347"/>
                    </a:lnTo>
                    <a:lnTo>
                      <a:pt x="360" y="409"/>
                    </a:lnTo>
                    <a:lnTo>
                      <a:pt x="354" y="462"/>
                    </a:lnTo>
                    <a:lnTo>
                      <a:pt x="343" y="499"/>
                    </a:lnTo>
                    <a:lnTo>
                      <a:pt x="345" y="534"/>
                    </a:lnTo>
                    <a:lnTo>
                      <a:pt x="345" y="570"/>
                    </a:lnTo>
                    <a:lnTo>
                      <a:pt x="371" y="657"/>
                    </a:lnTo>
                    <a:lnTo>
                      <a:pt x="366" y="711"/>
                    </a:lnTo>
                    <a:lnTo>
                      <a:pt x="338" y="730"/>
                    </a:lnTo>
                    <a:lnTo>
                      <a:pt x="315" y="631"/>
                    </a:lnTo>
                    <a:lnTo>
                      <a:pt x="293" y="762"/>
                    </a:lnTo>
                    <a:lnTo>
                      <a:pt x="250" y="781"/>
                    </a:lnTo>
                    <a:lnTo>
                      <a:pt x="184" y="790"/>
                    </a:lnTo>
                    <a:lnTo>
                      <a:pt x="86" y="769"/>
                    </a:lnTo>
                    <a:lnTo>
                      <a:pt x="26" y="734"/>
                    </a:lnTo>
                    <a:lnTo>
                      <a:pt x="0" y="703"/>
                    </a:lnTo>
                    <a:lnTo>
                      <a:pt x="22" y="670"/>
                    </a:lnTo>
                    <a:lnTo>
                      <a:pt x="43" y="610"/>
                    </a:lnTo>
                    <a:lnTo>
                      <a:pt x="50" y="534"/>
                    </a:lnTo>
                    <a:lnTo>
                      <a:pt x="50" y="491"/>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2" name="Google Shape;932;p6"/>
              <p:cNvSpPr/>
              <p:nvPr/>
            </p:nvSpPr>
            <p:spPr>
              <a:xfrm>
                <a:off x="3881" y="2876"/>
                <a:ext cx="93" cy="256"/>
              </a:xfrm>
              <a:custGeom>
                <a:rect b="b" l="l" r="r" t="t"/>
                <a:pathLst>
                  <a:path extrusionOk="0" h="256" w="93">
                    <a:moveTo>
                      <a:pt x="0" y="255"/>
                    </a:moveTo>
                    <a:lnTo>
                      <a:pt x="16" y="246"/>
                    </a:lnTo>
                    <a:lnTo>
                      <a:pt x="33" y="227"/>
                    </a:lnTo>
                    <a:lnTo>
                      <a:pt x="49" y="189"/>
                    </a:lnTo>
                    <a:lnTo>
                      <a:pt x="57" y="158"/>
                    </a:lnTo>
                    <a:lnTo>
                      <a:pt x="69" y="122"/>
                    </a:lnTo>
                    <a:lnTo>
                      <a:pt x="75" y="89"/>
                    </a:lnTo>
                    <a:lnTo>
                      <a:pt x="85" y="38"/>
                    </a:lnTo>
                    <a:lnTo>
                      <a:pt x="92" y="0"/>
                    </a:lnTo>
                    <a:lnTo>
                      <a:pt x="73" y="76"/>
                    </a:lnTo>
                    <a:lnTo>
                      <a:pt x="57" y="133"/>
                    </a:lnTo>
                    <a:lnTo>
                      <a:pt x="40" y="173"/>
                    </a:lnTo>
                    <a:lnTo>
                      <a:pt x="12" y="214"/>
                    </a:lnTo>
                    <a:lnTo>
                      <a:pt x="0" y="255"/>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3" name="Google Shape;933;p6"/>
              <p:cNvSpPr/>
              <p:nvPr/>
            </p:nvSpPr>
            <p:spPr>
              <a:xfrm>
                <a:off x="3529" y="2665"/>
                <a:ext cx="342" cy="388"/>
              </a:xfrm>
              <a:custGeom>
                <a:rect b="b" l="l" r="r" t="t"/>
                <a:pathLst>
                  <a:path extrusionOk="0" h="388" w="342">
                    <a:moveTo>
                      <a:pt x="271" y="0"/>
                    </a:moveTo>
                    <a:lnTo>
                      <a:pt x="225" y="15"/>
                    </a:lnTo>
                    <a:lnTo>
                      <a:pt x="203" y="33"/>
                    </a:lnTo>
                    <a:lnTo>
                      <a:pt x="192" y="72"/>
                    </a:lnTo>
                    <a:lnTo>
                      <a:pt x="192" y="107"/>
                    </a:lnTo>
                    <a:lnTo>
                      <a:pt x="198" y="127"/>
                    </a:lnTo>
                    <a:lnTo>
                      <a:pt x="193" y="163"/>
                    </a:lnTo>
                    <a:lnTo>
                      <a:pt x="193" y="191"/>
                    </a:lnTo>
                    <a:lnTo>
                      <a:pt x="200" y="197"/>
                    </a:lnTo>
                    <a:lnTo>
                      <a:pt x="193" y="207"/>
                    </a:lnTo>
                    <a:lnTo>
                      <a:pt x="190" y="218"/>
                    </a:lnTo>
                    <a:lnTo>
                      <a:pt x="198" y="228"/>
                    </a:lnTo>
                    <a:lnTo>
                      <a:pt x="198" y="239"/>
                    </a:lnTo>
                    <a:lnTo>
                      <a:pt x="182" y="243"/>
                    </a:lnTo>
                    <a:lnTo>
                      <a:pt x="184" y="254"/>
                    </a:lnTo>
                    <a:lnTo>
                      <a:pt x="167" y="260"/>
                    </a:lnTo>
                    <a:lnTo>
                      <a:pt x="151" y="256"/>
                    </a:lnTo>
                    <a:lnTo>
                      <a:pt x="142" y="260"/>
                    </a:lnTo>
                    <a:lnTo>
                      <a:pt x="96" y="266"/>
                    </a:lnTo>
                    <a:lnTo>
                      <a:pt x="54" y="264"/>
                    </a:lnTo>
                    <a:lnTo>
                      <a:pt x="26" y="266"/>
                    </a:lnTo>
                    <a:lnTo>
                      <a:pt x="10" y="276"/>
                    </a:lnTo>
                    <a:lnTo>
                      <a:pt x="3" y="294"/>
                    </a:lnTo>
                    <a:lnTo>
                      <a:pt x="0" y="322"/>
                    </a:lnTo>
                    <a:lnTo>
                      <a:pt x="2" y="344"/>
                    </a:lnTo>
                    <a:lnTo>
                      <a:pt x="10" y="356"/>
                    </a:lnTo>
                    <a:lnTo>
                      <a:pt x="24" y="373"/>
                    </a:lnTo>
                    <a:lnTo>
                      <a:pt x="60" y="381"/>
                    </a:lnTo>
                    <a:lnTo>
                      <a:pt x="87" y="385"/>
                    </a:lnTo>
                    <a:lnTo>
                      <a:pt x="118" y="387"/>
                    </a:lnTo>
                    <a:lnTo>
                      <a:pt x="79" y="364"/>
                    </a:lnTo>
                    <a:lnTo>
                      <a:pt x="64" y="348"/>
                    </a:lnTo>
                    <a:lnTo>
                      <a:pt x="52" y="330"/>
                    </a:lnTo>
                    <a:lnTo>
                      <a:pt x="50" y="312"/>
                    </a:lnTo>
                    <a:lnTo>
                      <a:pt x="64" y="336"/>
                    </a:lnTo>
                    <a:lnTo>
                      <a:pt x="78" y="348"/>
                    </a:lnTo>
                    <a:lnTo>
                      <a:pt x="97" y="362"/>
                    </a:lnTo>
                    <a:lnTo>
                      <a:pt x="111" y="373"/>
                    </a:lnTo>
                    <a:lnTo>
                      <a:pt x="131" y="383"/>
                    </a:lnTo>
                    <a:lnTo>
                      <a:pt x="154" y="385"/>
                    </a:lnTo>
                    <a:lnTo>
                      <a:pt x="190" y="383"/>
                    </a:lnTo>
                    <a:lnTo>
                      <a:pt x="212" y="381"/>
                    </a:lnTo>
                    <a:lnTo>
                      <a:pt x="234" y="378"/>
                    </a:lnTo>
                    <a:lnTo>
                      <a:pt x="258" y="378"/>
                    </a:lnTo>
                    <a:lnTo>
                      <a:pt x="282" y="374"/>
                    </a:lnTo>
                    <a:lnTo>
                      <a:pt x="230" y="356"/>
                    </a:lnTo>
                    <a:lnTo>
                      <a:pt x="208" y="345"/>
                    </a:lnTo>
                    <a:lnTo>
                      <a:pt x="193" y="326"/>
                    </a:lnTo>
                    <a:lnTo>
                      <a:pt x="192" y="310"/>
                    </a:lnTo>
                    <a:lnTo>
                      <a:pt x="201" y="318"/>
                    </a:lnTo>
                    <a:lnTo>
                      <a:pt x="210" y="331"/>
                    </a:lnTo>
                    <a:lnTo>
                      <a:pt x="220" y="340"/>
                    </a:lnTo>
                    <a:lnTo>
                      <a:pt x="237" y="350"/>
                    </a:lnTo>
                    <a:lnTo>
                      <a:pt x="256" y="363"/>
                    </a:lnTo>
                    <a:lnTo>
                      <a:pt x="280" y="373"/>
                    </a:lnTo>
                    <a:lnTo>
                      <a:pt x="300" y="366"/>
                    </a:lnTo>
                    <a:lnTo>
                      <a:pt x="309" y="356"/>
                    </a:lnTo>
                    <a:lnTo>
                      <a:pt x="323" y="330"/>
                    </a:lnTo>
                    <a:lnTo>
                      <a:pt x="296" y="324"/>
                    </a:lnTo>
                    <a:lnTo>
                      <a:pt x="243" y="318"/>
                    </a:lnTo>
                    <a:lnTo>
                      <a:pt x="212" y="304"/>
                    </a:lnTo>
                    <a:lnTo>
                      <a:pt x="195" y="289"/>
                    </a:lnTo>
                    <a:lnTo>
                      <a:pt x="190" y="272"/>
                    </a:lnTo>
                    <a:lnTo>
                      <a:pt x="188" y="264"/>
                    </a:lnTo>
                    <a:lnTo>
                      <a:pt x="195" y="264"/>
                    </a:lnTo>
                    <a:lnTo>
                      <a:pt x="206" y="276"/>
                    </a:lnTo>
                    <a:lnTo>
                      <a:pt x="223" y="300"/>
                    </a:lnTo>
                    <a:lnTo>
                      <a:pt x="261" y="312"/>
                    </a:lnTo>
                    <a:lnTo>
                      <a:pt x="296" y="323"/>
                    </a:lnTo>
                    <a:lnTo>
                      <a:pt x="323" y="330"/>
                    </a:lnTo>
                    <a:lnTo>
                      <a:pt x="334" y="287"/>
                    </a:lnTo>
                    <a:lnTo>
                      <a:pt x="336" y="256"/>
                    </a:lnTo>
                    <a:lnTo>
                      <a:pt x="336" y="227"/>
                    </a:lnTo>
                    <a:lnTo>
                      <a:pt x="300" y="247"/>
                    </a:lnTo>
                    <a:lnTo>
                      <a:pt x="258" y="256"/>
                    </a:lnTo>
                    <a:lnTo>
                      <a:pt x="225" y="254"/>
                    </a:lnTo>
                    <a:lnTo>
                      <a:pt x="216" y="249"/>
                    </a:lnTo>
                    <a:lnTo>
                      <a:pt x="212" y="239"/>
                    </a:lnTo>
                    <a:lnTo>
                      <a:pt x="232" y="239"/>
                    </a:lnTo>
                    <a:lnTo>
                      <a:pt x="252" y="245"/>
                    </a:lnTo>
                    <a:lnTo>
                      <a:pt x="301" y="247"/>
                    </a:lnTo>
                    <a:lnTo>
                      <a:pt x="336" y="228"/>
                    </a:lnTo>
                    <a:lnTo>
                      <a:pt x="338" y="189"/>
                    </a:lnTo>
                    <a:lnTo>
                      <a:pt x="340" y="162"/>
                    </a:lnTo>
                    <a:lnTo>
                      <a:pt x="341" y="134"/>
                    </a:lnTo>
                    <a:lnTo>
                      <a:pt x="338" y="88"/>
                    </a:lnTo>
                    <a:lnTo>
                      <a:pt x="327" y="72"/>
                    </a:lnTo>
                    <a:lnTo>
                      <a:pt x="296" y="51"/>
                    </a:lnTo>
                    <a:lnTo>
                      <a:pt x="306" y="53"/>
                    </a:lnTo>
                    <a:lnTo>
                      <a:pt x="338" y="68"/>
                    </a:lnTo>
                    <a:lnTo>
                      <a:pt x="325" y="38"/>
                    </a:lnTo>
                    <a:lnTo>
                      <a:pt x="315" y="23"/>
                    </a:lnTo>
                    <a:lnTo>
                      <a:pt x="306" y="14"/>
                    </a:lnTo>
                    <a:lnTo>
                      <a:pt x="271"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4" name="Google Shape;934;p6"/>
              <p:cNvSpPr/>
              <p:nvPr/>
            </p:nvSpPr>
            <p:spPr>
              <a:xfrm>
                <a:off x="3751" y="2812"/>
                <a:ext cx="94" cy="83"/>
              </a:xfrm>
              <a:custGeom>
                <a:rect b="b" l="l" r="r" t="t"/>
                <a:pathLst>
                  <a:path extrusionOk="0" h="83" w="94">
                    <a:moveTo>
                      <a:pt x="0" y="0"/>
                    </a:moveTo>
                    <a:lnTo>
                      <a:pt x="0" y="6"/>
                    </a:lnTo>
                    <a:lnTo>
                      <a:pt x="12" y="23"/>
                    </a:lnTo>
                    <a:lnTo>
                      <a:pt x="24" y="31"/>
                    </a:lnTo>
                    <a:lnTo>
                      <a:pt x="49" y="49"/>
                    </a:lnTo>
                    <a:lnTo>
                      <a:pt x="59" y="57"/>
                    </a:lnTo>
                    <a:lnTo>
                      <a:pt x="82" y="75"/>
                    </a:lnTo>
                    <a:lnTo>
                      <a:pt x="56" y="67"/>
                    </a:lnTo>
                    <a:lnTo>
                      <a:pt x="31" y="58"/>
                    </a:lnTo>
                    <a:lnTo>
                      <a:pt x="6" y="57"/>
                    </a:lnTo>
                    <a:lnTo>
                      <a:pt x="7" y="65"/>
                    </a:lnTo>
                    <a:lnTo>
                      <a:pt x="49" y="72"/>
                    </a:lnTo>
                    <a:lnTo>
                      <a:pt x="70" y="80"/>
                    </a:lnTo>
                    <a:lnTo>
                      <a:pt x="82" y="82"/>
                    </a:lnTo>
                    <a:lnTo>
                      <a:pt x="92" y="78"/>
                    </a:lnTo>
                    <a:lnTo>
                      <a:pt x="93" y="69"/>
                    </a:lnTo>
                    <a:lnTo>
                      <a:pt x="86" y="62"/>
                    </a:lnTo>
                    <a:lnTo>
                      <a:pt x="74" y="51"/>
                    </a:lnTo>
                    <a:lnTo>
                      <a:pt x="59" y="36"/>
                    </a:lnTo>
                    <a:lnTo>
                      <a:pt x="46" y="17"/>
                    </a:lnTo>
                    <a:lnTo>
                      <a:pt x="29" y="5"/>
                    </a:lnTo>
                    <a:lnTo>
                      <a:pt x="12" y="2"/>
                    </a:lnTo>
                    <a:lnTo>
                      <a:pt x="0"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5" name="Google Shape;935;p6"/>
              <p:cNvSpPr/>
              <p:nvPr/>
            </p:nvSpPr>
            <p:spPr>
              <a:xfrm>
                <a:off x="3667" y="2746"/>
                <a:ext cx="49" cy="169"/>
              </a:xfrm>
              <a:custGeom>
                <a:rect b="b" l="l" r="r" t="t"/>
                <a:pathLst>
                  <a:path extrusionOk="0" h="169" w="49">
                    <a:moveTo>
                      <a:pt x="0" y="168"/>
                    </a:moveTo>
                    <a:lnTo>
                      <a:pt x="24" y="168"/>
                    </a:lnTo>
                    <a:lnTo>
                      <a:pt x="32" y="165"/>
                    </a:lnTo>
                    <a:lnTo>
                      <a:pt x="32" y="159"/>
                    </a:lnTo>
                    <a:lnTo>
                      <a:pt x="37" y="154"/>
                    </a:lnTo>
                    <a:lnTo>
                      <a:pt x="45" y="147"/>
                    </a:lnTo>
                    <a:lnTo>
                      <a:pt x="41" y="141"/>
                    </a:lnTo>
                    <a:lnTo>
                      <a:pt x="41" y="133"/>
                    </a:lnTo>
                    <a:lnTo>
                      <a:pt x="46" y="123"/>
                    </a:lnTo>
                    <a:lnTo>
                      <a:pt x="46" y="113"/>
                    </a:lnTo>
                    <a:lnTo>
                      <a:pt x="43" y="100"/>
                    </a:lnTo>
                    <a:lnTo>
                      <a:pt x="43" y="74"/>
                    </a:lnTo>
                    <a:lnTo>
                      <a:pt x="48" y="50"/>
                    </a:lnTo>
                    <a:lnTo>
                      <a:pt x="46" y="31"/>
                    </a:lnTo>
                    <a:lnTo>
                      <a:pt x="46" y="0"/>
                    </a:lnTo>
                    <a:lnTo>
                      <a:pt x="32" y="47"/>
                    </a:lnTo>
                    <a:lnTo>
                      <a:pt x="19" y="90"/>
                    </a:lnTo>
                    <a:lnTo>
                      <a:pt x="9" y="137"/>
                    </a:lnTo>
                    <a:lnTo>
                      <a:pt x="0" y="168"/>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6" name="Google Shape;936;p6"/>
              <p:cNvSpPr/>
              <p:nvPr/>
            </p:nvSpPr>
            <p:spPr>
              <a:xfrm>
                <a:off x="3748" y="2934"/>
                <a:ext cx="92" cy="27"/>
              </a:xfrm>
              <a:custGeom>
                <a:rect b="b" l="l" r="r" t="t"/>
                <a:pathLst>
                  <a:path extrusionOk="0" h="27" w="92">
                    <a:moveTo>
                      <a:pt x="73" y="13"/>
                    </a:moveTo>
                    <a:lnTo>
                      <a:pt x="52" y="5"/>
                    </a:lnTo>
                    <a:lnTo>
                      <a:pt x="35" y="2"/>
                    </a:lnTo>
                    <a:lnTo>
                      <a:pt x="10" y="0"/>
                    </a:lnTo>
                    <a:lnTo>
                      <a:pt x="0" y="2"/>
                    </a:lnTo>
                    <a:lnTo>
                      <a:pt x="5" y="10"/>
                    </a:lnTo>
                    <a:lnTo>
                      <a:pt x="15" y="17"/>
                    </a:lnTo>
                    <a:lnTo>
                      <a:pt x="36" y="21"/>
                    </a:lnTo>
                    <a:lnTo>
                      <a:pt x="69" y="26"/>
                    </a:lnTo>
                    <a:lnTo>
                      <a:pt x="91" y="24"/>
                    </a:lnTo>
                    <a:lnTo>
                      <a:pt x="73" y="13"/>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7" name="Google Shape;937;p6"/>
              <p:cNvSpPr/>
              <p:nvPr/>
            </p:nvSpPr>
            <p:spPr>
              <a:xfrm>
                <a:off x="3681" y="3153"/>
                <a:ext cx="142" cy="53"/>
              </a:xfrm>
              <a:custGeom>
                <a:rect b="b" l="l" r="r" t="t"/>
                <a:pathLst>
                  <a:path extrusionOk="0" h="53" w="142">
                    <a:moveTo>
                      <a:pt x="25" y="0"/>
                    </a:moveTo>
                    <a:lnTo>
                      <a:pt x="12" y="29"/>
                    </a:lnTo>
                    <a:lnTo>
                      <a:pt x="68" y="42"/>
                    </a:lnTo>
                    <a:lnTo>
                      <a:pt x="127" y="48"/>
                    </a:lnTo>
                    <a:lnTo>
                      <a:pt x="141" y="20"/>
                    </a:lnTo>
                    <a:lnTo>
                      <a:pt x="133" y="51"/>
                    </a:lnTo>
                    <a:lnTo>
                      <a:pt x="76" y="52"/>
                    </a:lnTo>
                    <a:lnTo>
                      <a:pt x="0" y="35"/>
                    </a:lnTo>
                    <a:lnTo>
                      <a:pt x="25" y="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38" name="Google Shape;938;p6"/>
            <p:cNvGrpSpPr/>
            <p:nvPr/>
          </p:nvGrpSpPr>
          <p:grpSpPr>
            <a:xfrm>
              <a:off x="3688" y="2932"/>
              <a:ext cx="434" cy="500"/>
              <a:chOff x="3688" y="2932"/>
              <a:chExt cx="434" cy="500"/>
            </a:xfrm>
          </p:grpSpPr>
          <p:sp>
            <p:nvSpPr>
              <p:cNvPr id="939" name="Google Shape;939;p6"/>
              <p:cNvSpPr/>
              <p:nvPr/>
            </p:nvSpPr>
            <p:spPr>
              <a:xfrm>
                <a:off x="3688" y="2932"/>
                <a:ext cx="434" cy="500"/>
              </a:xfrm>
              <a:custGeom>
                <a:rect b="b" l="l" r="r" t="t"/>
                <a:pathLst>
                  <a:path extrusionOk="0" h="500" w="434">
                    <a:moveTo>
                      <a:pt x="193" y="73"/>
                    </a:moveTo>
                    <a:lnTo>
                      <a:pt x="272" y="67"/>
                    </a:lnTo>
                    <a:lnTo>
                      <a:pt x="319" y="57"/>
                    </a:lnTo>
                    <a:lnTo>
                      <a:pt x="334" y="38"/>
                    </a:lnTo>
                    <a:lnTo>
                      <a:pt x="334" y="22"/>
                    </a:lnTo>
                    <a:lnTo>
                      <a:pt x="348" y="8"/>
                    </a:lnTo>
                    <a:lnTo>
                      <a:pt x="392" y="0"/>
                    </a:lnTo>
                    <a:lnTo>
                      <a:pt x="433" y="2"/>
                    </a:lnTo>
                    <a:lnTo>
                      <a:pt x="383" y="389"/>
                    </a:lnTo>
                    <a:lnTo>
                      <a:pt x="348" y="425"/>
                    </a:lnTo>
                    <a:lnTo>
                      <a:pt x="304" y="459"/>
                    </a:lnTo>
                    <a:lnTo>
                      <a:pt x="241" y="486"/>
                    </a:lnTo>
                    <a:lnTo>
                      <a:pt x="168" y="494"/>
                    </a:lnTo>
                    <a:lnTo>
                      <a:pt x="70" y="499"/>
                    </a:lnTo>
                    <a:lnTo>
                      <a:pt x="13" y="492"/>
                    </a:lnTo>
                    <a:lnTo>
                      <a:pt x="0" y="464"/>
                    </a:lnTo>
                    <a:lnTo>
                      <a:pt x="7" y="429"/>
                    </a:lnTo>
                    <a:lnTo>
                      <a:pt x="48" y="321"/>
                    </a:lnTo>
                    <a:lnTo>
                      <a:pt x="82" y="213"/>
                    </a:lnTo>
                    <a:lnTo>
                      <a:pt x="98" y="132"/>
                    </a:lnTo>
                    <a:lnTo>
                      <a:pt x="98" y="111"/>
                    </a:lnTo>
                    <a:lnTo>
                      <a:pt x="120" y="81"/>
                    </a:lnTo>
                    <a:lnTo>
                      <a:pt x="146" y="73"/>
                    </a:lnTo>
                    <a:lnTo>
                      <a:pt x="193" y="73"/>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0" name="Google Shape;940;p6"/>
              <p:cNvSpPr/>
              <p:nvPr/>
            </p:nvSpPr>
            <p:spPr>
              <a:xfrm>
                <a:off x="3739" y="2956"/>
                <a:ext cx="366" cy="453"/>
              </a:xfrm>
              <a:custGeom>
                <a:rect b="b" l="l" r="r" t="t"/>
                <a:pathLst>
                  <a:path extrusionOk="0" h="453" w="366">
                    <a:moveTo>
                      <a:pt x="126" y="90"/>
                    </a:moveTo>
                    <a:lnTo>
                      <a:pt x="195" y="87"/>
                    </a:lnTo>
                    <a:lnTo>
                      <a:pt x="266" y="77"/>
                    </a:lnTo>
                    <a:lnTo>
                      <a:pt x="309" y="59"/>
                    </a:lnTo>
                    <a:lnTo>
                      <a:pt x="334" y="42"/>
                    </a:lnTo>
                    <a:lnTo>
                      <a:pt x="365" y="0"/>
                    </a:lnTo>
                    <a:lnTo>
                      <a:pt x="318" y="348"/>
                    </a:lnTo>
                    <a:lnTo>
                      <a:pt x="288" y="380"/>
                    </a:lnTo>
                    <a:lnTo>
                      <a:pt x="253" y="409"/>
                    </a:lnTo>
                    <a:lnTo>
                      <a:pt x="210" y="430"/>
                    </a:lnTo>
                    <a:lnTo>
                      <a:pt x="173" y="441"/>
                    </a:lnTo>
                    <a:lnTo>
                      <a:pt x="126" y="446"/>
                    </a:lnTo>
                    <a:lnTo>
                      <a:pt x="83" y="452"/>
                    </a:lnTo>
                    <a:lnTo>
                      <a:pt x="33" y="452"/>
                    </a:lnTo>
                    <a:lnTo>
                      <a:pt x="12" y="446"/>
                    </a:lnTo>
                    <a:lnTo>
                      <a:pt x="0" y="430"/>
                    </a:lnTo>
                    <a:lnTo>
                      <a:pt x="5" y="404"/>
                    </a:lnTo>
                    <a:lnTo>
                      <a:pt x="37" y="343"/>
                    </a:lnTo>
                    <a:lnTo>
                      <a:pt x="90" y="136"/>
                    </a:lnTo>
                    <a:lnTo>
                      <a:pt x="99" y="106"/>
                    </a:lnTo>
                    <a:lnTo>
                      <a:pt x="126" y="9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941" name="Google Shape;941;p6"/>
          <p:cNvGrpSpPr/>
          <p:nvPr/>
        </p:nvGrpSpPr>
        <p:grpSpPr>
          <a:xfrm>
            <a:off x="4983162" y="3627437"/>
            <a:ext cx="1408112" cy="2516187"/>
            <a:chOff x="3004" y="2609"/>
            <a:chExt cx="887" cy="1585"/>
          </a:xfrm>
        </p:grpSpPr>
        <p:grpSp>
          <p:nvGrpSpPr>
            <p:cNvPr id="942" name="Google Shape;942;p6"/>
            <p:cNvGrpSpPr/>
            <p:nvPr/>
          </p:nvGrpSpPr>
          <p:grpSpPr>
            <a:xfrm>
              <a:off x="3004" y="3814"/>
              <a:ext cx="238" cy="380"/>
              <a:chOff x="3004" y="3814"/>
              <a:chExt cx="238" cy="380"/>
            </a:xfrm>
          </p:grpSpPr>
          <p:grpSp>
            <p:nvGrpSpPr>
              <p:cNvPr id="943" name="Google Shape;943;p6"/>
              <p:cNvGrpSpPr/>
              <p:nvPr/>
            </p:nvGrpSpPr>
            <p:grpSpPr>
              <a:xfrm>
                <a:off x="3017" y="3814"/>
                <a:ext cx="225" cy="353"/>
                <a:chOff x="3017" y="3814"/>
                <a:chExt cx="225" cy="353"/>
              </a:xfrm>
            </p:grpSpPr>
            <p:sp>
              <p:nvSpPr>
                <p:cNvPr id="944" name="Google Shape;944;p6"/>
                <p:cNvSpPr/>
                <p:nvPr/>
              </p:nvSpPr>
              <p:spPr>
                <a:xfrm>
                  <a:off x="3081" y="3814"/>
                  <a:ext cx="147" cy="332"/>
                </a:xfrm>
                <a:custGeom>
                  <a:rect b="b" l="l" r="r" t="t"/>
                  <a:pathLst>
                    <a:path extrusionOk="0" h="332" w="147">
                      <a:moveTo>
                        <a:pt x="8" y="0"/>
                      </a:moveTo>
                      <a:lnTo>
                        <a:pt x="19" y="64"/>
                      </a:lnTo>
                      <a:lnTo>
                        <a:pt x="36" y="116"/>
                      </a:lnTo>
                      <a:lnTo>
                        <a:pt x="55" y="167"/>
                      </a:lnTo>
                      <a:lnTo>
                        <a:pt x="66" y="198"/>
                      </a:lnTo>
                      <a:lnTo>
                        <a:pt x="68" y="221"/>
                      </a:lnTo>
                      <a:lnTo>
                        <a:pt x="69" y="242"/>
                      </a:lnTo>
                      <a:lnTo>
                        <a:pt x="39" y="269"/>
                      </a:lnTo>
                      <a:lnTo>
                        <a:pt x="0" y="303"/>
                      </a:lnTo>
                      <a:lnTo>
                        <a:pt x="38" y="331"/>
                      </a:lnTo>
                      <a:lnTo>
                        <a:pt x="84" y="308"/>
                      </a:lnTo>
                      <a:lnTo>
                        <a:pt x="125" y="286"/>
                      </a:lnTo>
                      <a:lnTo>
                        <a:pt x="146" y="272"/>
                      </a:lnTo>
                      <a:lnTo>
                        <a:pt x="146" y="243"/>
                      </a:lnTo>
                      <a:lnTo>
                        <a:pt x="132" y="224"/>
                      </a:lnTo>
                      <a:lnTo>
                        <a:pt x="122" y="198"/>
                      </a:lnTo>
                      <a:lnTo>
                        <a:pt x="119" y="160"/>
                      </a:lnTo>
                      <a:lnTo>
                        <a:pt x="117" y="123"/>
                      </a:lnTo>
                      <a:lnTo>
                        <a:pt x="123" y="83"/>
                      </a:lnTo>
                      <a:lnTo>
                        <a:pt x="127" y="58"/>
                      </a:lnTo>
                      <a:lnTo>
                        <a:pt x="127" y="7"/>
                      </a:lnTo>
                      <a:lnTo>
                        <a:pt x="8" y="0"/>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5" name="Google Shape;945;p6"/>
                <p:cNvSpPr/>
                <p:nvPr/>
              </p:nvSpPr>
              <p:spPr>
                <a:xfrm>
                  <a:off x="3017" y="4049"/>
                  <a:ext cx="225" cy="118"/>
                </a:xfrm>
                <a:custGeom>
                  <a:rect b="b" l="l" r="r" t="t"/>
                  <a:pathLst>
                    <a:path extrusionOk="0" h="118" w="225">
                      <a:moveTo>
                        <a:pt x="64" y="68"/>
                      </a:moveTo>
                      <a:lnTo>
                        <a:pt x="87" y="80"/>
                      </a:lnTo>
                      <a:lnTo>
                        <a:pt x="122" y="75"/>
                      </a:lnTo>
                      <a:lnTo>
                        <a:pt x="161" y="54"/>
                      </a:lnTo>
                      <a:lnTo>
                        <a:pt x="187" y="33"/>
                      </a:lnTo>
                      <a:lnTo>
                        <a:pt x="205" y="0"/>
                      </a:lnTo>
                      <a:lnTo>
                        <a:pt x="212" y="9"/>
                      </a:lnTo>
                      <a:lnTo>
                        <a:pt x="224" y="36"/>
                      </a:lnTo>
                      <a:lnTo>
                        <a:pt x="219" y="49"/>
                      </a:lnTo>
                      <a:lnTo>
                        <a:pt x="186" y="65"/>
                      </a:lnTo>
                      <a:lnTo>
                        <a:pt x="149" y="79"/>
                      </a:lnTo>
                      <a:lnTo>
                        <a:pt x="107" y="109"/>
                      </a:lnTo>
                      <a:lnTo>
                        <a:pt x="64" y="117"/>
                      </a:lnTo>
                      <a:lnTo>
                        <a:pt x="34" y="116"/>
                      </a:lnTo>
                      <a:lnTo>
                        <a:pt x="16" y="113"/>
                      </a:lnTo>
                      <a:lnTo>
                        <a:pt x="0" y="104"/>
                      </a:lnTo>
                      <a:lnTo>
                        <a:pt x="6" y="92"/>
                      </a:lnTo>
                      <a:lnTo>
                        <a:pt x="14" y="86"/>
                      </a:lnTo>
                      <a:lnTo>
                        <a:pt x="64" y="68"/>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6" name="Google Shape;946;p6"/>
                <p:cNvSpPr/>
                <p:nvPr/>
              </p:nvSpPr>
              <p:spPr>
                <a:xfrm>
                  <a:off x="3204" y="4099"/>
                  <a:ext cx="32" cy="46"/>
                </a:xfrm>
                <a:custGeom>
                  <a:rect b="b" l="l" r="r" t="t"/>
                  <a:pathLst>
                    <a:path extrusionOk="0" h="46" w="32">
                      <a:moveTo>
                        <a:pt x="0" y="15"/>
                      </a:moveTo>
                      <a:lnTo>
                        <a:pt x="4" y="44"/>
                      </a:lnTo>
                      <a:lnTo>
                        <a:pt x="20" y="45"/>
                      </a:lnTo>
                      <a:lnTo>
                        <a:pt x="31" y="0"/>
                      </a:lnTo>
                      <a:lnTo>
                        <a:pt x="0" y="1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47" name="Google Shape;947;p6"/>
              <p:cNvGrpSpPr/>
              <p:nvPr/>
            </p:nvGrpSpPr>
            <p:grpSpPr>
              <a:xfrm>
                <a:off x="3004" y="3840"/>
                <a:ext cx="224" cy="354"/>
                <a:chOff x="3004" y="3840"/>
                <a:chExt cx="224" cy="354"/>
              </a:xfrm>
            </p:grpSpPr>
            <p:sp>
              <p:nvSpPr>
                <p:cNvPr id="948" name="Google Shape;948;p6"/>
                <p:cNvSpPr/>
                <p:nvPr/>
              </p:nvSpPr>
              <p:spPr>
                <a:xfrm>
                  <a:off x="3068" y="3840"/>
                  <a:ext cx="147" cy="333"/>
                </a:xfrm>
                <a:custGeom>
                  <a:rect b="b" l="l" r="r" t="t"/>
                  <a:pathLst>
                    <a:path extrusionOk="0" h="333" w="147">
                      <a:moveTo>
                        <a:pt x="7" y="0"/>
                      </a:moveTo>
                      <a:lnTo>
                        <a:pt x="18" y="65"/>
                      </a:lnTo>
                      <a:lnTo>
                        <a:pt x="35" y="116"/>
                      </a:lnTo>
                      <a:lnTo>
                        <a:pt x="54" y="168"/>
                      </a:lnTo>
                      <a:lnTo>
                        <a:pt x="66" y="199"/>
                      </a:lnTo>
                      <a:lnTo>
                        <a:pt x="68" y="221"/>
                      </a:lnTo>
                      <a:lnTo>
                        <a:pt x="68" y="242"/>
                      </a:lnTo>
                      <a:lnTo>
                        <a:pt x="39" y="269"/>
                      </a:lnTo>
                      <a:lnTo>
                        <a:pt x="0" y="304"/>
                      </a:lnTo>
                      <a:lnTo>
                        <a:pt x="37" y="332"/>
                      </a:lnTo>
                      <a:lnTo>
                        <a:pt x="84" y="309"/>
                      </a:lnTo>
                      <a:lnTo>
                        <a:pt x="125" y="287"/>
                      </a:lnTo>
                      <a:lnTo>
                        <a:pt x="146" y="273"/>
                      </a:lnTo>
                      <a:lnTo>
                        <a:pt x="146" y="244"/>
                      </a:lnTo>
                      <a:lnTo>
                        <a:pt x="132" y="224"/>
                      </a:lnTo>
                      <a:lnTo>
                        <a:pt x="121" y="199"/>
                      </a:lnTo>
                      <a:lnTo>
                        <a:pt x="119" y="161"/>
                      </a:lnTo>
                      <a:lnTo>
                        <a:pt x="117" y="124"/>
                      </a:lnTo>
                      <a:lnTo>
                        <a:pt x="123" y="84"/>
                      </a:lnTo>
                      <a:lnTo>
                        <a:pt x="127" y="59"/>
                      </a:lnTo>
                      <a:lnTo>
                        <a:pt x="127" y="8"/>
                      </a:lnTo>
                      <a:lnTo>
                        <a:pt x="7" y="0"/>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9" name="Google Shape;949;p6"/>
                <p:cNvSpPr/>
                <p:nvPr/>
              </p:nvSpPr>
              <p:spPr>
                <a:xfrm>
                  <a:off x="3004" y="4075"/>
                  <a:ext cx="224" cy="119"/>
                </a:xfrm>
                <a:custGeom>
                  <a:rect b="b" l="l" r="r" t="t"/>
                  <a:pathLst>
                    <a:path extrusionOk="0" h="119" w="224">
                      <a:moveTo>
                        <a:pt x="63" y="68"/>
                      </a:moveTo>
                      <a:lnTo>
                        <a:pt x="87" y="81"/>
                      </a:lnTo>
                      <a:lnTo>
                        <a:pt x="121" y="76"/>
                      </a:lnTo>
                      <a:lnTo>
                        <a:pt x="161" y="55"/>
                      </a:lnTo>
                      <a:lnTo>
                        <a:pt x="187" y="34"/>
                      </a:lnTo>
                      <a:lnTo>
                        <a:pt x="205" y="0"/>
                      </a:lnTo>
                      <a:lnTo>
                        <a:pt x="212" y="10"/>
                      </a:lnTo>
                      <a:lnTo>
                        <a:pt x="223" y="37"/>
                      </a:lnTo>
                      <a:lnTo>
                        <a:pt x="218" y="50"/>
                      </a:lnTo>
                      <a:lnTo>
                        <a:pt x="186" y="65"/>
                      </a:lnTo>
                      <a:lnTo>
                        <a:pt x="149" y="80"/>
                      </a:lnTo>
                      <a:lnTo>
                        <a:pt x="107" y="110"/>
                      </a:lnTo>
                      <a:lnTo>
                        <a:pt x="63" y="118"/>
                      </a:lnTo>
                      <a:lnTo>
                        <a:pt x="33" y="117"/>
                      </a:lnTo>
                      <a:lnTo>
                        <a:pt x="16" y="114"/>
                      </a:lnTo>
                      <a:lnTo>
                        <a:pt x="0" y="105"/>
                      </a:lnTo>
                      <a:lnTo>
                        <a:pt x="6" y="93"/>
                      </a:lnTo>
                      <a:lnTo>
                        <a:pt x="13" y="86"/>
                      </a:lnTo>
                      <a:lnTo>
                        <a:pt x="63" y="68"/>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0" name="Google Shape;950;p6"/>
                <p:cNvSpPr/>
                <p:nvPr/>
              </p:nvSpPr>
              <p:spPr>
                <a:xfrm>
                  <a:off x="3191" y="4126"/>
                  <a:ext cx="32" cy="46"/>
                </a:xfrm>
                <a:custGeom>
                  <a:rect b="b" l="l" r="r" t="t"/>
                  <a:pathLst>
                    <a:path extrusionOk="0" h="46" w="32">
                      <a:moveTo>
                        <a:pt x="0" y="14"/>
                      </a:moveTo>
                      <a:lnTo>
                        <a:pt x="4" y="44"/>
                      </a:lnTo>
                      <a:lnTo>
                        <a:pt x="20" y="45"/>
                      </a:lnTo>
                      <a:lnTo>
                        <a:pt x="31" y="0"/>
                      </a:lnTo>
                      <a:lnTo>
                        <a:pt x="0" y="14"/>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951" name="Google Shape;951;p6"/>
            <p:cNvGrpSpPr/>
            <p:nvPr/>
          </p:nvGrpSpPr>
          <p:grpSpPr>
            <a:xfrm>
              <a:off x="3336" y="3789"/>
              <a:ext cx="360" cy="391"/>
              <a:chOff x="3336" y="3789"/>
              <a:chExt cx="360" cy="391"/>
            </a:xfrm>
          </p:grpSpPr>
          <p:sp>
            <p:nvSpPr>
              <p:cNvPr id="952" name="Google Shape;952;p6"/>
              <p:cNvSpPr/>
              <p:nvPr/>
            </p:nvSpPr>
            <p:spPr>
              <a:xfrm>
                <a:off x="3336" y="4011"/>
                <a:ext cx="360" cy="169"/>
              </a:xfrm>
              <a:prstGeom prst="ellipse">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3" name="Google Shape;953;p6"/>
              <p:cNvSpPr/>
              <p:nvPr/>
            </p:nvSpPr>
            <p:spPr>
              <a:xfrm>
                <a:off x="3481" y="3789"/>
                <a:ext cx="78" cy="246"/>
              </a:xfrm>
              <a:prstGeom prst="rect">
                <a:avLst/>
              </a:prstGeom>
              <a:solidFill>
                <a:srgbClr val="60606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54" name="Google Shape;954;p6"/>
            <p:cNvGrpSpPr/>
            <p:nvPr/>
          </p:nvGrpSpPr>
          <p:grpSpPr>
            <a:xfrm>
              <a:off x="3218" y="3606"/>
              <a:ext cx="583" cy="204"/>
              <a:chOff x="3218" y="3606"/>
              <a:chExt cx="583" cy="204"/>
            </a:xfrm>
          </p:grpSpPr>
          <p:sp>
            <p:nvSpPr>
              <p:cNvPr id="955" name="Google Shape;955;p6"/>
              <p:cNvSpPr/>
              <p:nvPr/>
            </p:nvSpPr>
            <p:spPr>
              <a:xfrm>
                <a:off x="3218" y="3606"/>
                <a:ext cx="583" cy="204"/>
              </a:xfrm>
              <a:custGeom>
                <a:rect b="b" l="l" r="r" t="t"/>
                <a:pathLst>
                  <a:path extrusionOk="0" h="204" w="583">
                    <a:moveTo>
                      <a:pt x="0" y="105"/>
                    </a:moveTo>
                    <a:lnTo>
                      <a:pt x="4" y="169"/>
                    </a:lnTo>
                    <a:lnTo>
                      <a:pt x="195" y="203"/>
                    </a:lnTo>
                    <a:lnTo>
                      <a:pt x="406" y="203"/>
                    </a:lnTo>
                    <a:lnTo>
                      <a:pt x="572" y="151"/>
                    </a:lnTo>
                    <a:lnTo>
                      <a:pt x="582" y="5"/>
                    </a:lnTo>
                    <a:lnTo>
                      <a:pt x="254" y="0"/>
                    </a:lnTo>
                    <a:lnTo>
                      <a:pt x="0" y="105"/>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6" name="Google Shape;956;p6"/>
              <p:cNvSpPr/>
              <p:nvPr/>
            </p:nvSpPr>
            <p:spPr>
              <a:xfrm>
                <a:off x="3232" y="3683"/>
                <a:ext cx="548" cy="110"/>
              </a:xfrm>
              <a:custGeom>
                <a:rect b="b" l="l" r="r" t="t"/>
                <a:pathLst>
                  <a:path extrusionOk="0" h="110" w="548">
                    <a:moveTo>
                      <a:pt x="0" y="37"/>
                    </a:moveTo>
                    <a:lnTo>
                      <a:pt x="2" y="79"/>
                    </a:lnTo>
                    <a:lnTo>
                      <a:pt x="172" y="109"/>
                    </a:lnTo>
                    <a:lnTo>
                      <a:pt x="393" y="109"/>
                    </a:lnTo>
                    <a:lnTo>
                      <a:pt x="547" y="59"/>
                    </a:lnTo>
                    <a:lnTo>
                      <a:pt x="547" y="0"/>
                    </a:lnTo>
                    <a:lnTo>
                      <a:pt x="399" y="59"/>
                    </a:lnTo>
                    <a:lnTo>
                      <a:pt x="175" y="61"/>
                    </a:lnTo>
                    <a:lnTo>
                      <a:pt x="0" y="37"/>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57" name="Google Shape;957;p6"/>
            <p:cNvGrpSpPr/>
            <p:nvPr/>
          </p:nvGrpSpPr>
          <p:grpSpPr>
            <a:xfrm>
              <a:off x="3408" y="2609"/>
              <a:ext cx="277" cy="328"/>
              <a:chOff x="3408" y="2609"/>
              <a:chExt cx="277" cy="328"/>
            </a:xfrm>
          </p:grpSpPr>
          <p:grpSp>
            <p:nvGrpSpPr>
              <p:cNvPr id="958" name="Google Shape;958;p6"/>
              <p:cNvGrpSpPr/>
              <p:nvPr/>
            </p:nvGrpSpPr>
            <p:grpSpPr>
              <a:xfrm>
                <a:off x="3408" y="2630"/>
                <a:ext cx="255" cy="307"/>
                <a:chOff x="3408" y="2630"/>
                <a:chExt cx="255" cy="307"/>
              </a:xfrm>
            </p:grpSpPr>
            <p:sp>
              <p:nvSpPr>
                <p:cNvPr id="959" name="Google Shape;959;p6"/>
                <p:cNvSpPr/>
                <p:nvPr/>
              </p:nvSpPr>
              <p:spPr>
                <a:xfrm>
                  <a:off x="3408" y="2630"/>
                  <a:ext cx="255" cy="307"/>
                </a:xfrm>
                <a:custGeom>
                  <a:rect b="b" l="l" r="r" t="t"/>
                  <a:pathLst>
                    <a:path extrusionOk="0" h="307" w="255">
                      <a:moveTo>
                        <a:pt x="78" y="9"/>
                      </a:moveTo>
                      <a:lnTo>
                        <a:pt x="45" y="22"/>
                      </a:lnTo>
                      <a:lnTo>
                        <a:pt x="33" y="46"/>
                      </a:lnTo>
                      <a:lnTo>
                        <a:pt x="22" y="81"/>
                      </a:lnTo>
                      <a:lnTo>
                        <a:pt x="21" y="96"/>
                      </a:lnTo>
                      <a:lnTo>
                        <a:pt x="22" y="109"/>
                      </a:lnTo>
                      <a:lnTo>
                        <a:pt x="27" y="118"/>
                      </a:lnTo>
                      <a:lnTo>
                        <a:pt x="20" y="138"/>
                      </a:lnTo>
                      <a:lnTo>
                        <a:pt x="12" y="155"/>
                      </a:lnTo>
                      <a:lnTo>
                        <a:pt x="8" y="161"/>
                      </a:lnTo>
                      <a:lnTo>
                        <a:pt x="4" y="165"/>
                      </a:lnTo>
                      <a:lnTo>
                        <a:pt x="2" y="170"/>
                      </a:lnTo>
                      <a:lnTo>
                        <a:pt x="0" y="175"/>
                      </a:lnTo>
                      <a:lnTo>
                        <a:pt x="2" y="180"/>
                      </a:lnTo>
                      <a:lnTo>
                        <a:pt x="5" y="182"/>
                      </a:lnTo>
                      <a:lnTo>
                        <a:pt x="16" y="185"/>
                      </a:lnTo>
                      <a:lnTo>
                        <a:pt x="20" y="187"/>
                      </a:lnTo>
                      <a:lnTo>
                        <a:pt x="22" y="194"/>
                      </a:lnTo>
                      <a:lnTo>
                        <a:pt x="20" y="201"/>
                      </a:lnTo>
                      <a:lnTo>
                        <a:pt x="16" y="213"/>
                      </a:lnTo>
                      <a:lnTo>
                        <a:pt x="18" y="218"/>
                      </a:lnTo>
                      <a:lnTo>
                        <a:pt x="22" y="223"/>
                      </a:lnTo>
                      <a:lnTo>
                        <a:pt x="21" y="228"/>
                      </a:lnTo>
                      <a:lnTo>
                        <a:pt x="20" y="231"/>
                      </a:lnTo>
                      <a:lnTo>
                        <a:pt x="22" y="236"/>
                      </a:lnTo>
                      <a:lnTo>
                        <a:pt x="27" y="238"/>
                      </a:lnTo>
                      <a:lnTo>
                        <a:pt x="30" y="243"/>
                      </a:lnTo>
                      <a:lnTo>
                        <a:pt x="30" y="253"/>
                      </a:lnTo>
                      <a:lnTo>
                        <a:pt x="33" y="258"/>
                      </a:lnTo>
                      <a:lnTo>
                        <a:pt x="36" y="264"/>
                      </a:lnTo>
                      <a:lnTo>
                        <a:pt x="41" y="267"/>
                      </a:lnTo>
                      <a:lnTo>
                        <a:pt x="48" y="269"/>
                      </a:lnTo>
                      <a:lnTo>
                        <a:pt x="56" y="270"/>
                      </a:lnTo>
                      <a:lnTo>
                        <a:pt x="74" y="269"/>
                      </a:lnTo>
                      <a:lnTo>
                        <a:pt x="91" y="267"/>
                      </a:lnTo>
                      <a:lnTo>
                        <a:pt x="117" y="306"/>
                      </a:lnTo>
                      <a:lnTo>
                        <a:pt x="221" y="258"/>
                      </a:lnTo>
                      <a:lnTo>
                        <a:pt x="211" y="242"/>
                      </a:lnTo>
                      <a:lnTo>
                        <a:pt x="205" y="227"/>
                      </a:lnTo>
                      <a:lnTo>
                        <a:pt x="205" y="206"/>
                      </a:lnTo>
                      <a:lnTo>
                        <a:pt x="254" y="162"/>
                      </a:lnTo>
                      <a:lnTo>
                        <a:pt x="254" y="57"/>
                      </a:lnTo>
                      <a:lnTo>
                        <a:pt x="229" y="28"/>
                      </a:lnTo>
                      <a:lnTo>
                        <a:pt x="196" y="13"/>
                      </a:lnTo>
                      <a:lnTo>
                        <a:pt x="163" y="0"/>
                      </a:lnTo>
                      <a:lnTo>
                        <a:pt x="118" y="6"/>
                      </a:lnTo>
                      <a:lnTo>
                        <a:pt x="78" y="9"/>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0" name="Google Shape;960;p6"/>
                <p:cNvSpPr/>
                <p:nvPr/>
              </p:nvSpPr>
              <p:spPr>
                <a:xfrm>
                  <a:off x="3525" y="2822"/>
                  <a:ext cx="23" cy="42"/>
                </a:xfrm>
                <a:custGeom>
                  <a:rect b="b" l="l" r="r" t="t"/>
                  <a:pathLst>
                    <a:path extrusionOk="0" h="42" w="23">
                      <a:moveTo>
                        <a:pt x="22" y="0"/>
                      </a:moveTo>
                      <a:lnTo>
                        <a:pt x="15" y="19"/>
                      </a:lnTo>
                      <a:lnTo>
                        <a:pt x="10" y="29"/>
                      </a:lnTo>
                      <a:lnTo>
                        <a:pt x="0" y="41"/>
                      </a:lnTo>
                      <a:lnTo>
                        <a:pt x="13" y="31"/>
                      </a:lnTo>
                      <a:lnTo>
                        <a:pt x="19" y="19"/>
                      </a:lnTo>
                      <a:lnTo>
                        <a:pt x="2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61" name="Google Shape;961;p6"/>
              <p:cNvSpPr/>
              <p:nvPr/>
            </p:nvSpPr>
            <p:spPr>
              <a:xfrm>
                <a:off x="3448" y="2751"/>
                <a:ext cx="25" cy="13"/>
              </a:xfrm>
              <a:custGeom>
                <a:rect b="b" l="l" r="r" t="t"/>
                <a:pathLst>
                  <a:path extrusionOk="0" h="13" w="25">
                    <a:moveTo>
                      <a:pt x="2" y="0"/>
                    </a:moveTo>
                    <a:lnTo>
                      <a:pt x="4" y="2"/>
                    </a:lnTo>
                    <a:lnTo>
                      <a:pt x="0" y="3"/>
                    </a:lnTo>
                    <a:lnTo>
                      <a:pt x="5" y="2"/>
                    </a:lnTo>
                    <a:lnTo>
                      <a:pt x="7" y="7"/>
                    </a:lnTo>
                    <a:lnTo>
                      <a:pt x="5" y="8"/>
                    </a:lnTo>
                    <a:lnTo>
                      <a:pt x="6" y="8"/>
                    </a:lnTo>
                    <a:lnTo>
                      <a:pt x="5" y="12"/>
                    </a:lnTo>
                    <a:lnTo>
                      <a:pt x="8" y="8"/>
                    </a:lnTo>
                    <a:lnTo>
                      <a:pt x="12" y="8"/>
                    </a:lnTo>
                    <a:lnTo>
                      <a:pt x="17" y="7"/>
                    </a:lnTo>
                    <a:lnTo>
                      <a:pt x="24" y="6"/>
                    </a:lnTo>
                    <a:lnTo>
                      <a:pt x="17" y="2"/>
                    </a:lnTo>
                    <a:lnTo>
                      <a:pt x="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2" name="Google Shape;962;p6"/>
              <p:cNvSpPr/>
              <p:nvPr/>
            </p:nvSpPr>
            <p:spPr>
              <a:xfrm>
                <a:off x="3442" y="2729"/>
                <a:ext cx="48" cy="7"/>
              </a:xfrm>
              <a:custGeom>
                <a:rect b="b" l="l" r="r" t="t"/>
                <a:pathLst>
                  <a:path extrusionOk="0" h="7" w="48">
                    <a:moveTo>
                      <a:pt x="0" y="3"/>
                    </a:moveTo>
                    <a:lnTo>
                      <a:pt x="2" y="6"/>
                    </a:lnTo>
                    <a:lnTo>
                      <a:pt x="7" y="6"/>
                    </a:lnTo>
                    <a:lnTo>
                      <a:pt x="15" y="4"/>
                    </a:lnTo>
                    <a:lnTo>
                      <a:pt x="24" y="3"/>
                    </a:lnTo>
                    <a:lnTo>
                      <a:pt x="39" y="3"/>
                    </a:lnTo>
                    <a:lnTo>
                      <a:pt x="47" y="3"/>
                    </a:lnTo>
                    <a:lnTo>
                      <a:pt x="35" y="2"/>
                    </a:lnTo>
                    <a:lnTo>
                      <a:pt x="26" y="1"/>
                    </a:lnTo>
                    <a:lnTo>
                      <a:pt x="27" y="0"/>
                    </a:lnTo>
                    <a:lnTo>
                      <a:pt x="20" y="1"/>
                    </a:lnTo>
                    <a:lnTo>
                      <a:pt x="21" y="1"/>
                    </a:lnTo>
                    <a:lnTo>
                      <a:pt x="15" y="2"/>
                    </a:lnTo>
                    <a:lnTo>
                      <a:pt x="8" y="2"/>
                    </a:lnTo>
                    <a:lnTo>
                      <a:pt x="0" y="3"/>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3" name="Google Shape;963;p6"/>
              <p:cNvSpPr/>
              <p:nvPr/>
            </p:nvSpPr>
            <p:spPr>
              <a:xfrm>
                <a:off x="3425" y="2841"/>
                <a:ext cx="19" cy="14"/>
              </a:xfrm>
              <a:custGeom>
                <a:rect b="b" l="l" r="r" t="t"/>
                <a:pathLst>
                  <a:path extrusionOk="0" h="14" w="19">
                    <a:moveTo>
                      <a:pt x="0" y="2"/>
                    </a:moveTo>
                    <a:lnTo>
                      <a:pt x="3" y="1"/>
                    </a:lnTo>
                    <a:lnTo>
                      <a:pt x="6" y="0"/>
                    </a:lnTo>
                    <a:lnTo>
                      <a:pt x="8" y="2"/>
                    </a:lnTo>
                    <a:lnTo>
                      <a:pt x="10" y="4"/>
                    </a:lnTo>
                    <a:lnTo>
                      <a:pt x="13" y="5"/>
                    </a:lnTo>
                    <a:lnTo>
                      <a:pt x="16" y="6"/>
                    </a:lnTo>
                    <a:lnTo>
                      <a:pt x="16" y="4"/>
                    </a:lnTo>
                    <a:lnTo>
                      <a:pt x="17" y="7"/>
                    </a:lnTo>
                    <a:lnTo>
                      <a:pt x="18" y="10"/>
                    </a:lnTo>
                    <a:lnTo>
                      <a:pt x="18" y="12"/>
                    </a:lnTo>
                    <a:lnTo>
                      <a:pt x="17" y="13"/>
                    </a:lnTo>
                    <a:lnTo>
                      <a:pt x="17" y="11"/>
                    </a:lnTo>
                    <a:lnTo>
                      <a:pt x="15" y="7"/>
                    </a:lnTo>
                    <a:lnTo>
                      <a:pt x="10" y="6"/>
                    </a:lnTo>
                    <a:lnTo>
                      <a:pt x="7" y="7"/>
                    </a:lnTo>
                    <a:lnTo>
                      <a:pt x="4" y="7"/>
                    </a:lnTo>
                    <a:lnTo>
                      <a:pt x="1" y="4"/>
                    </a:lnTo>
                    <a:lnTo>
                      <a:pt x="0"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4" name="Google Shape;964;p6"/>
              <p:cNvSpPr/>
              <p:nvPr/>
            </p:nvSpPr>
            <p:spPr>
              <a:xfrm>
                <a:off x="3430" y="2859"/>
                <a:ext cx="4" cy="5"/>
              </a:xfrm>
              <a:custGeom>
                <a:rect b="b" l="l" r="r" t="t"/>
                <a:pathLst>
                  <a:path extrusionOk="0" h="5" w="4">
                    <a:moveTo>
                      <a:pt x="0" y="3"/>
                    </a:moveTo>
                    <a:lnTo>
                      <a:pt x="2" y="4"/>
                    </a:lnTo>
                    <a:lnTo>
                      <a:pt x="3" y="3"/>
                    </a:lnTo>
                    <a:lnTo>
                      <a:pt x="1" y="0"/>
                    </a:lnTo>
                    <a:lnTo>
                      <a:pt x="0"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5" name="Google Shape;965;p6"/>
              <p:cNvSpPr/>
              <p:nvPr/>
            </p:nvSpPr>
            <p:spPr>
              <a:xfrm>
                <a:off x="3421" y="2805"/>
                <a:ext cx="4" cy="4"/>
              </a:xfrm>
              <a:custGeom>
                <a:rect b="b" l="l" r="r" t="t"/>
                <a:pathLst>
                  <a:path extrusionOk="0" h="4" w="4">
                    <a:moveTo>
                      <a:pt x="0" y="3"/>
                    </a:moveTo>
                    <a:lnTo>
                      <a:pt x="2" y="3"/>
                    </a:lnTo>
                    <a:lnTo>
                      <a:pt x="3" y="2"/>
                    </a:lnTo>
                    <a:lnTo>
                      <a:pt x="3" y="1"/>
                    </a:lnTo>
                    <a:lnTo>
                      <a:pt x="2" y="0"/>
                    </a:lnTo>
                    <a:lnTo>
                      <a:pt x="1" y="1"/>
                    </a:lnTo>
                    <a:lnTo>
                      <a:pt x="0" y="3"/>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6" name="Google Shape;966;p6"/>
              <p:cNvSpPr/>
              <p:nvPr/>
            </p:nvSpPr>
            <p:spPr>
              <a:xfrm>
                <a:off x="3434" y="2804"/>
                <a:ext cx="3" cy="4"/>
              </a:xfrm>
              <a:custGeom>
                <a:rect b="b" l="l" r="r" t="t"/>
                <a:pathLst>
                  <a:path extrusionOk="0" h="4" w="3">
                    <a:moveTo>
                      <a:pt x="1" y="0"/>
                    </a:moveTo>
                    <a:lnTo>
                      <a:pt x="0" y="1"/>
                    </a:lnTo>
                    <a:lnTo>
                      <a:pt x="1" y="2"/>
                    </a:lnTo>
                    <a:lnTo>
                      <a:pt x="2" y="3"/>
                    </a:lnTo>
                    <a:lnTo>
                      <a:pt x="1" y="2"/>
                    </a:lnTo>
                    <a:lnTo>
                      <a:pt x="0" y="2"/>
                    </a:lnTo>
                    <a:lnTo>
                      <a:pt x="0" y="1"/>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7" name="Google Shape;967;p6"/>
              <p:cNvSpPr/>
              <p:nvPr/>
            </p:nvSpPr>
            <p:spPr>
              <a:xfrm>
                <a:off x="3463" y="2753"/>
                <a:ext cx="2" cy="5"/>
              </a:xfrm>
              <a:custGeom>
                <a:rect b="b" l="l" r="r" t="t"/>
                <a:pathLst>
                  <a:path extrusionOk="0" h="5" w="2">
                    <a:moveTo>
                      <a:pt x="1" y="4"/>
                    </a:moveTo>
                    <a:lnTo>
                      <a:pt x="1" y="0"/>
                    </a:lnTo>
                    <a:lnTo>
                      <a:pt x="1" y="1"/>
                    </a:lnTo>
                    <a:lnTo>
                      <a:pt x="0" y="1"/>
                    </a:lnTo>
                    <a:lnTo>
                      <a:pt x="0" y="1"/>
                    </a:lnTo>
                    <a:lnTo>
                      <a:pt x="0" y="3"/>
                    </a:lnTo>
                    <a:lnTo>
                      <a:pt x="1" y="4"/>
                    </a:lnTo>
                  </a:path>
                </a:pathLst>
              </a:custGeom>
              <a:solidFill>
                <a:srgbClr val="FFC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68" name="Google Shape;968;p6"/>
              <p:cNvGrpSpPr/>
              <p:nvPr/>
            </p:nvGrpSpPr>
            <p:grpSpPr>
              <a:xfrm>
                <a:off x="3545" y="2740"/>
                <a:ext cx="30" cy="59"/>
                <a:chOff x="3545" y="2740"/>
                <a:chExt cx="30" cy="59"/>
              </a:xfrm>
            </p:grpSpPr>
            <p:sp>
              <p:nvSpPr>
                <p:cNvPr id="969" name="Google Shape;969;p6"/>
                <p:cNvSpPr/>
                <p:nvPr/>
              </p:nvSpPr>
              <p:spPr>
                <a:xfrm>
                  <a:off x="3551" y="2747"/>
                  <a:ext cx="16" cy="42"/>
                </a:xfrm>
                <a:custGeom>
                  <a:rect b="b" l="l" r="r" t="t"/>
                  <a:pathLst>
                    <a:path extrusionOk="0" h="42" w="16">
                      <a:moveTo>
                        <a:pt x="0" y="8"/>
                      </a:moveTo>
                      <a:lnTo>
                        <a:pt x="5" y="3"/>
                      </a:lnTo>
                      <a:lnTo>
                        <a:pt x="10" y="5"/>
                      </a:lnTo>
                      <a:lnTo>
                        <a:pt x="13" y="11"/>
                      </a:lnTo>
                      <a:lnTo>
                        <a:pt x="14" y="20"/>
                      </a:lnTo>
                      <a:lnTo>
                        <a:pt x="13" y="28"/>
                      </a:lnTo>
                      <a:lnTo>
                        <a:pt x="12" y="33"/>
                      </a:lnTo>
                      <a:lnTo>
                        <a:pt x="8" y="24"/>
                      </a:lnTo>
                      <a:lnTo>
                        <a:pt x="7" y="19"/>
                      </a:lnTo>
                      <a:lnTo>
                        <a:pt x="1" y="16"/>
                      </a:lnTo>
                      <a:lnTo>
                        <a:pt x="5" y="23"/>
                      </a:lnTo>
                      <a:lnTo>
                        <a:pt x="9" y="28"/>
                      </a:lnTo>
                      <a:lnTo>
                        <a:pt x="10" y="35"/>
                      </a:lnTo>
                      <a:lnTo>
                        <a:pt x="8" y="40"/>
                      </a:lnTo>
                      <a:lnTo>
                        <a:pt x="5" y="41"/>
                      </a:lnTo>
                      <a:lnTo>
                        <a:pt x="12" y="39"/>
                      </a:lnTo>
                      <a:lnTo>
                        <a:pt x="15" y="30"/>
                      </a:lnTo>
                      <a:lnTo>
                        <a:pt x="15" y="19"/>
                      </a:lnTo>
                      <a:lnTo>
                        <a:pt x="15" y="9"/>
                      </a:lnTo>
                      <a:lnTo>
                        <a:pt x="12" y="3"/>
                      </a:lnTo>
                      <a:lnTo>
                        <a:pt x="7" y="0"/>
                      </a:lnTo>
                      <a:lnTo>
                        <a:pt x="2" y="1"/>
                      </a:lnTo>
                      <a:lnTo>
                        <a:pt x="0" y="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0" name="Google Shape;970;p6"/>
                <p:cNvSpPr/>
                <p:nvPr/>
              </p:nvSpPr>
              <p:spPr>
                <a:xfrm>
                  <a:off x="3545" y="2740"/>
                  <a:ext cx="30" cy="59"/>
                </a:xfrm>
                <a:custGeom>
                  <a:rect b="b" l="l" r="r" t="t"/>
                  <a:pathLst>
                    <a:path extrusionOk="0" h="59" w="30">
                      <a:moveTo>
                        <a:pt x="0" y="14"/>
                      </a:moveTo>
                      <a:lnTo>
                        <a:pt x="5" y="5"/>
                      </a:lnTo>
                      <a:lnTo>
                        <a:pt x="12" y="3"/>
                      </a:lnTo>
                      <a:lnTo>
                        <a:pt x="21" y="4"/>
                      </a:lnTo>
                      <a:lnTo>
                        <a:pt x="24" y="10"/>
                      </a:lnTo>
                      <a:lnTo>
                        <a:pt x="27" y="18"/>
                      </a:lnTo>
                      <a:lnTo>
                        <a:pt x="27" y="25"/>
                      </a:lnTo>
                      <a:lnTo>
                        <a:pt x="26" y="30"/>
                      </a:lnTo>
                      <a:lnTo>
                        <a:pt x="26" y="37"/>
                      </a:lnTo>
                      <a:lnTo>
                        <a:pt x="24" y="45"/>
                      </a:lnTo>
                      <a:lnTo>
                        <a:pt x="18" y="53"/>
                      </a:lnTo>
                      <a:lnTo>
                        <a:pt x="14" y="53"/>
                      </a:lnTo>
                      <a:lnTo>
                        <a:pt x="9" y="53"/>
                      </a:lnTo>
                      <a:lnTo>
                        <a:pt x="9" y="54"/>
                      </a:lnTo>
                      <a:lnTo>
                        <a:pt x="13" y="58"/>
                      </a:lnTo>
                      <a:lnTo>
                        <a:pt x="17" y="56"/>
                      </a:lnTo>
                      <a:lnTo>
                        <a:pt x="23" y="54"/>
                      </a:lnTo>
                      <a:lnTo>
                        <a:pt x="27" y="46"/>
                      </a:lnTo>
                      <a:lnTo>
                        <a:pt x="27" y="33"/>
                      </a:lnTo>
                      <a:lnTo>
                        <a:pt x="29" y="23"/>
                      </a:lnTo>
                      <a:lnTo>
                        <a:pt x="29" y="16"/>
                      </a:lnTo>
                      <a:lnTo>
                        <a:pt x="26" y="8"/>
                      </a:lnTo>
                      <a:lnTo>
                        <a:pt x="24" y="3"/>
                      </a:lnTo>
                      <a:lnTo>
                        <a:pt x="16" y="0"/>
                      </a:lnTo>
                      <a:lnTo>
                        <a:pt x="5" y="1"/>
                      </a:lnTo>
                      <a:lnTo>
                        <a:pt x="2" y="5"/>
                      </a:lnTo>
                      <a:lnTo>
                        <a:pt x="0" y="1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71" name="Google Shape;971;p6"/>
              <p:cNvSpPr/>
              <p:nvPr/>
            </p:nvSpPr>
            <p:spPr>
              <a:xfrm>
                <a:off x="3415" y="2609"/>
                <a:ext cx="270" cy="269"/>
              </a:xfrm>
              <a:custGeom>
                <a:rect b="b" l="l" r="r" t="t"/>
                <a:pathLst>
                  <a:path extrusionOk="0" h="269" w="270">
                    <a:moveTo>
                      <a:pt x="0" y="76"/>
                    </a:moveTo>
                    <a:lnTo>
                      <a:pt x="16" y="106"/>
                    </a:lnTo>
                    <a:lnTo>
                      <a:pt x="43" y="112"/>
                    </a:lnTo>
                    <a:lnTo>
                      <a:pt x="27" y="99"/>
                    </a:lnTo>
                    <a:lnTo>
                      <a:pt x="53" y="108"/>
                    </a:lnTo>
                    <a:lnTo>
                      <a:pt x="78" y="110"/>
                    </a:lnTo>
                    <a:lnTo>
                      <a:pt x="52" y="99"/>
                    </a:lnTo>
                    <a:lnTo>
                      <a:pt x="44" y="86"/>
                    </a:lnTo>
                    <a:lnTo>
                      <a:pt x="73" y="105"/>
                    </a:lnTo>
                    <a:lnTo>
                      <a:pt x="88" y="110"/>
                    </a:lnTo>
                    <a:lnTo>
                      <a:pt x="111" y="114"/>
                    </a:lnTo>
                    <a:lnTo>
                      <a:pt x="105" y="125"/>
                    </a:lnTo>
                    <a:lnTo>
                      <a:pt x="90" y="130"/>
                    </a:lnTo>
                    <a:lnTo>
                      <a:pt x="108" y="130"/>
                    </a:lnTo>
                    <a:lnTo>
                      <a:pt x="121" y="126"/>
                    </a:lnTo>
                    <a:lnTo>
                      <a:pt x="109" y="134"/>
                    </a:lnTo>
                    <a:lnTo>
                      <a:pt x="90" y="142"/>
                    </a:lnTo>
                    <a:lnTo>
                      <a:pt x="119" y="137"/>
                    </a:lnTo>
                    <a:lnTo>
                      <a:pt x="104" y="146"/>
                    </a:lnTo>
                    <a:lnTo>
                      <a:pt x="90" y="150"/>
                    </a:lnTo>
                    <a:lnTo>
                      <a:pt x="109" y="150"/>
                    </a:lnTo>
                    <a:lnTo>
                      <a:pt x="125" y="147"/>
                    </a:lnTo>
                    <a:lnTo>
                      <a:pt x="100" y="161"/>
                    </a:lnTo>
                    <a:lnTo>
                      <a:pt x="125" y="158"/>
                    </a:lnTo>
                    <a:lnTo>
                      <a:pt x="131" y="155"/>
                    </a:lnTo>
                    <a:lnTo>
                      <a:pt x="120" y="164"/>
                    </a:lnTo>
                    <a:lnTo>
                      <a:pt x="112" y="166"/>
                    </a:lnTo>
                    <a:lnTo>
                      <a:pt x="106" y="169"/>
                    </a:lnTo>
                    <a:lnTo>
                      <a:pt x="130" y="172"/>
                    </a:lnTo>
                    <a:lnTo>
                      <a:pt x="151" y="168"/>
                    </a:lnTo>
                    <a:lnTo>
                      <a:pt x="163" y="166"/>
                    </a:lnTo>
                    <a:lnTo>
                      <a:pt x="155" y="177"/>
                    </a:lnTo>
                    <a:lnTo>
                      <a:pt x="165" y="181"/>
                    </a:lnTo>
                    <a:lnTo>
                      <a:pt x="156" y="192"/>
                    </a:lnTo>
                    <a:lnTo>
                      <a:pt x="148" y="197"/>
                    </a:lnTo>
                    <a:lnTo>
                      <a:pt x="128" y="203"/>
                    </a:lnTo>
                    <a:lnTo>
                      <a:pt x="145" y="204"/>
                    </a:lnTo>
                    <a:lnTo>
                      <a:pt x="161" y="201"/>
                    </a:lnTo>
                    <a:lnTo>
                      <a:pt x="150" y="210"/>
                    </a:lnTo>
                    <a:lnTo>
                      <a:pt x="136" y="217"/>
                    </a:lnTo>
                    <a:lnTo>
                      <a:pt x="118" y="218"/>
                    </a:lnTo>
                    <a:lnTo>
                      <a:pt x="143" y="222"/>
                    </a:lnTo>
                    <a:lnTo>
                      <a:pt x="161" y="219"/>
                    </a:lnTo>
                    <a:lnTo>
                      <a:pt x="154" y="234"/>
                    </a:lnTo>
                    <a:lnTo>
                      <a:pt x="146" y="242"/>
                    </a:lnTo>
                    <a:lnTo>
                      <a:pt x="131" y="245"/>
                    </a:lnTo>
                    <a:lnTo>
                      <a:pt x="149" y="245"/>
                    </a:lnTo>
                    <a:lnTo>
                      <a:pt x="168" y="241"/>
                    </a:lnTo>
                    <a:lnTo>
                      <a:pt x="178" y="237"/>
                    </a:lnTo>
                    <a:lnTo>
                      <a:pt x="161" y="249"/>
                    </a:lnTo>
                    <a:lnTo>
                      <a:pt x="147" y="251"/>
                    </a:lnTo>
                    <a:lnTo>
                      <a:pt x="165" y="251"/>
                    </a:lnTo>
                    <a:lnTo>
                      <a:pt x="181" y="249"/>
                    </a:lnTo>
                    <a:lnTo>
                      <a:pt x="176" y="261"/>
                    </a:lnTo>
                    <a:lnTo>
                      <a:pt x="165" y="268"/>
                    </a:lnTo>
                    <a:lnTo>
                      <a:pt x="182" y="262"/>
                    </a:lnTo>
                    <a:lnTo>
                      <a:pt x="197" y="249"/>
                    </a:lnTo>
                    <a:lnTo>
                      <a:pt x="201" y="249"/>
                    </a:lnTo>
                    <a:lnTo>
                      <a:pt x="216" y="251"/>
                    </a:lnTo>
                    <a:lnTo>
                      <a:pt x="231" y="247"/>
                    </a:lnTo>
                    <a:lnTo>
                      <a:pt x="218" y="244"/>
                    </a:lnTo>
                    <a:lnTo>
                      <a:pt x="217" y="237"/>
                    </a:lnTo>
                    <a:lnTo>
                      <a:pt x="219" y="220"/>
                    </a:lnTo>
                    <a:lnTo>
                      <a:pt x="234" y="207"/>
                    </a:lnTo>
                    <a:lnTo>
                      <a:pt x="252" y="183"/>
                    </a:lnTo>
                    <a:lnTo>
                      <a:pt x="269" y="138"/>
                    </a:lnTo>
                    <a:lnTo>
                      <a:pt x="265" y="100"/>
                    </a:lnTo>
                    <a:lnTo>
                      <a:pt x="258" y="71"/>
                    </a:lnTo>
                    <a:lnTo>
                      <a:pt x="242" y="53"/>
                    </a:lnTo>
                    <a:lnTo>
                      <a:pt x="242" y="43"/>
                    </a:lnTo>
                    <a:lnTo>
                      <a:pt x="228" y="23"/>
                    </a:lnTo>
                    <a:lnTo>
                      <a:pt x="203" y="9"/>
                    </a:lnTo>
                    <a:lnTo>
                      <a:pt x="173" y="3"/>
                    </a:lnTo>
                    <a:lnTo>
                      <a:pt x="136" y="0"/>
                    </a:lnTo>
                    <a:lnTo>
                      <a:pt x="102" y="3"/>
                    </a:lnTo>
                    <a:lnTo>
                      <a:pt x="70" y="11"/>
                    </a:lnTo>
                    <a:lnTo>
                      <a:pt x="40" y="23"/>
                    </a:lnTo>
                    <a:lnTo>
                      <a:pt x="19" y="32"/>
                    </a:lnTo>
                    <a:lnTo>
                      <a:pt x="3" y="46"/>
                    </a:lnTo>
                    <a:lnTo>
                      <a:pt x="0" y="76"/>
                    </a:lnTo>
                  </a:path>
                </a:pathLst>
              </a:custGeom>
              <a:solidFill>
                <a:srgbClr val="201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2" name="Google Shape;972;p6"/>
              <p:cNvSpPr/>
              <p:nvPr/>
            </p:nvSpPr>
            <p:spPr>
              <a:xfrm>
                <a:off x="3420" y="2616"/>
                <a:ext cx="258" cy="250"/>
              </a:xfrm>
              <a:custGeom>
                <a:rect b="b" l="l" r="r" t="t"/>
                <a:pathLst>
                  <a:path extrusionOk="0" h="250" w="258">
                    <a:moveTo>
                      <a:pt x="107" y="115"/>
                    </a:moveTo>
                    <a:lnTo>
                      <a:pt x="125" y="112"/>
                    </a:lnTo>
                    <a:lnTo>
                      <a:pt x="112" y="126"/>
                    </a:lnTo>
                    <a:lnTo>
                      <a:pt x="131" y="122"/>
                    </a:lnTo>
                    <a:lnTo>
                      <a:pt x="112" y="137"/>
                    </a:lnTo>
                    <a:lnTo>
                      <a:pt x="136" y="131"/>
                    </a:lnTo>
                    <a:lnTo>
                      <a:pt x="117" y="147"/>
                    </a:lnTo>
                    <a:lnTo>
                      <a:pt x="143" y="140"/>
                    </a:lnTo>
                    <a:lnTo>
                      <a:pt x="126" y="156"/>
                    </a:lnTo>
                    <a:lnTo>
                      <a:pt x="163" y="152"/>
                    </a:lnTo>
                    <a:lnTo>
                      <a:pt x="177" y="148"/>
                    </a:lnTo>
                    <a:lnTo>
                      <a:pt x="166" y="165"/>
                    </a:lnTo>
                    <a:lnTo>
                      <a:pt x="176" y="166"/>
                    </a:lnTo>
                    <a:lnTo>
                      <a:pt x="173" y="175"/>
                    </a:lnTo>
                    <a:lnTo>
                      <a:pt x="150" y="189"/>
                    </a:lnTo>
                    <a:lnTo>
                      <a:pt x="164" y="190"/>
                    </a:lnTo>
                    <a:lnTo>
                      <a:pt x="153" y="201"/>
                    </a:lnTo>
                    <a:lnTo>
                      <a:pt x="138" y="210"/>
                    </a:lnTo>
                    <a:lnTo>
                      <a:pt x="156" y="208"/>
                    </a:lnTo>
                    <a:lnTo>
                      <a:pt x="163" y="206"/>
                    </a:lnTo>
                    <a:lnTo>
                      <a:pt x="158" y="220"/>
                    </a:lnTo>
                    <a:lnTo>
                      <a:pt x="150" y="232"/>
                    </a:lnTo>
                    <a:lnTo>
                      <a:pt x="166" y="227"/>
                    </a:lnTo>
                    <a:lnTo>
                      <a:pt x="178" y="221"/>
                    </a:lnTo>
                    <a:lnTo>
                      <a:pt x="175" y="233"/>
                    </a:lnTo>
                    <a:lnTo>
                      <a:pt x="168" y="237"/>
                    </a:lnTo>
                    <a:lnTo>
                      <a:pt x="182" y="233"/>
                    </a:lnTo>
                    <a:lnTo>
                      <a:pt x="177" y="249"/>
                    </a:lnTo>
                    <a:lnTo>
                      <a:pt x="191" y="234"/>
                    </a:lnTo>
                    <a:lnTo>
                      <a:pt x="210" y="239"/>
                    </a:lnTo>
                    <a:lnTo>
                      <a:pt x="207" y="228"/>
                    </a:lnTo>
                    <a:lnTo>
                      <a:pt x="209" y="212"/>
                    </a:lnTo>
                    <a:lnTo>
                      <a:pt x="224" y="196"/>
                    </a:lnTo>
                    <a:lnTo>
                      <a:pt x="245" y="162"/>
                    </a:lnTo>
                    <a:lnTo>
                      <a:pt x="257" y="127"/>
                    </a:lnTo>
                    <a:lnTo>
                      <a:pt x="253" y="97"/>
                    </a:lnTo>
                    <a:lnTo>
                      <a:pt x="248" y="70"/>
                    </a:lnTo>
                    <a:lnTo>
                      <a:pt x="232" y="55"/>
                    </a:lnTo>
                    <a:lnTo>
                      <a:pt x="238" y="70"/>
                    </a:lnTo>
                    <a:lnTo>
                      <a:pt x="229" y="92"/>
                    </a:lnTo>
                    <a:lnTo>
                      <a:pt x="232" y="73"/>
                    </a:lnTo>
                    <a:lnTo>
                      <a:pt x="229" y="55"/>
                    </a:lnTo>
                    <a:lnTo>
                      <a:pt x="217" y="62"/>
                    </a:lnTo>
                    <a:lnTo>
                      <a:pt x="202" y="78"/>
                    </a:lnTo>
                    <a:lnTo>
                      <a:pt x="215" y="57"/>
                    </a:lnTo>
                    <a:lnTo>
                      <a:pt x="228" y="52"/>
                    </a:lnTo>
                    <a:lnTo>
                      <a:pt x="219" y="45"/>
                    </a:lnTo>
                    <a:lnTo>
                      <a:pt x="199" y="39"/>
                    </a:lnTo>
                    <a:lnTo>
                      <a:pt x="217" y="39"/>
                    </a:lnTo>
                    <a:lnTo>
                      <a:pt x="227" y="45"/>
                    </a:lnTo>
                    <a:lnTo>
                      <a:pt x="227" y="31"/>
                    </a:lnTo>
                    <a:lnTo>
                      <a:pt x="206" y="15"/>
                    </a:lnTo>
                    <a:lnTo>
                      <a:pt x="189" y="5"/>
                    </a:lnTo>
                    <a:lnTo>
                      <a:pt x="156" y="0"/>
                    </a:lnTo>
                    <a:lnTo>
                      <a:pt x="120" y="0"/>
                    </a:lnTo>
                    <a:lnTo>
                      <a:pt x="93" y="2"/>
                    </a:lnTo>
                    <a:lnTo>
                      <a:pt x="60" y="11"/>
                    </a:lnTo>
                    <a:lnTo>
                      <a:pt x="34" y="21"/>
                    </a:lnTo>
                    <a:lnTo>
                      <a:pt x="11" y="32"/>
                    </a:lnTo>
                    <a:lnTo>
                      <a:pt x="5" y="42"/>
                    </a:lnTo>
                    <a:lnTo>
                      <a:pt x="0" y="58"/>
                    </a:lnTo>
                    <a:lnTo>
                      <a:pt x="2" y="73"/>
                    </a:lnTo>
                    <a:lnTo>
                      <a:pt x="7" y="85"/>
                    </a:lnTo>
                    <a:lnTo>
                      <a:pt x="14" y="94"/>
                    </a:lnTo>
                    <a:lnTo>
                      <a:pt x="20" y="99"/>
                    </a:lnTo>
                    <a:lnTo>
                      <a:pt x="16" y="88"/>
                    </a:lnTo>
                    <a:lnTo>
                      <a:pt x="15" y="78"/>
                    </a:lnTo>
                    <a:lnTo>
                      <a:pt x="25" y="87"/>
                    </a:lnTo>
                    <a:lnTo>
                      <a:pt x="46" y="96"/>
                    </a:lnTo>
                    <a:lnTo>
                      <a:pt x="33" y="85"/>
                    </a:lnTo>
                    <a:lnTo>
                      <a:pt x="31" y="76"/>
                    </a:lnTo>
                    <a:lnTo>
                      <a:pt x="31" y="70"/>
                    </a:lnTo>
                    <a:lnTo>
                      <a:pt x="49" y="79"/>
                    </a:lnTo>
                    <a:lnTo>
                      <a:pt x="72" y="92"/>
                    </a:lnTo>
                    <a:lnTo>
                      <a:pt x="89" y="99"/>
                    </a:lnTo>
                    <a:lnTo>
                      <a:pt x="112" y="98"/>
                    </a:lnTo>
                    <a:lnTo>
                      <a:pt x="120" y="96"/>
                    </a:lnTo>
                    <a:lnTo>
                      <a:pt x="107" y="115"/>
                    </a:lnTo>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3" name="Google Shape;973;p6"/>
              <p:cNvSpPr/>
              <p:nvPr/>
            </p:nvSpPr>
            <p:spPr>
              <a:xfrm>
                <a:off x="3555" y="2799"/>
                <a:ext cx="5" cy="3"/>
              </a:xfrm>
              <a:prstGeom prst="ellipse">
                <a:avLst/>
              </a:prstGeom>
              <a:solidFill>
                <a:srgbClr val="008080"/>
              </a:solidFill>
              <a:ln cap="flat" cmpd="sng" w="12700">
                <a:solidFill>
                  <a:srgbClr val="0040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74" name="Google Shape;974;p6"/>
            <p:cNvGrpSpPr/>
            <p:nvPr/>
          </p:nvGrpSpPr>
          <p:grpSpPr>
            <a:xfrm>
              <a:off x="3044" y="3234"/>
              <a:ext cx="199" cy="108"/>
              <a:chOff x="3044" y="3234"/>
              <a:chExt cx="199" cy="108"/>
            </a:xfrm>
          </p:grpSpPr>
          <p:sp>
            <p:nvSpPr>
              <p:cNvPr id="975" name="Google Shape;975;p6"/>
              <p:cNvSpPr/>
              <p:nvPr/>
            </p:nvSpPr>
            <p:spPr>
              <a:xfrm>
                <a:off x="3044" y="3234"/>
                <a:ext cx="199" cy="108"/>
              </a:xfrm>
              <a:custGeom>
                <a:rect b="b" l="l" r="r" t="t"/>
                <a:pathLst>
                  <a:path extrusionOk="0" h="108" w="199">
                    <a:moveTo>
                      <a:pt x="198" y="64"/>
                    </a:moveTo>
                    <a:lnTo>
                      <a:pt x="173" y="59"/>
                    </a:lnTo>
                    <a:lnTo>
                      <a:pt x="164" y="57"/>
                    </a:lnTo>
                    <a:lnTo>
                      <a:pt x="159" y="53"/>
                    </a:lnTo>
                    <a:lnTo>
                      <a:pt x="153" y="46"/>
                    </a:lnTo>
                    <a:lnTo>
                      <a:pt x="141" y="36"/>
                    </a:lnTo>
                    <a:lnTo>
                      <a:pt x="120" y="20"/>
                    </a:lnTo>
                    <a:lnTo>
                      <a:pt x="116" y="15"/>
                    </a:lnTo>
                    <a:lnTo>
                      <a:pt x="110" y="10"/>
                    </a:lnTo>
                    <a:lnTo>
                      <a:pt x="98" y="8"/>
                    </a:lnTo>
                    <a:lnTo>
                      <a:pt x="64" y="3"/>
                    </a:lnTo>
                    <a:lnTo>
                      <a:pt x="54" y="0"/>
                    </a:lnTo>
                    <a:lnTo>
                      <a:pt x="46" y="4"/>
                    </a:lnTo>
                    <a:lnTo>
                      <a:pt x="41" y="6"/>
                    </a:lnTo>
                    <a:lnTo>
                      <a:pt x="30" y="12"/>
                    </a:lnTo>
                    <a:lnTo>
                      <a:pt x="23" y="14"/>
                    </a:lnTo>
                    <a:lnTo>
                      <a:pt x="16" y="16"/>
                    </a:lnTo>
                    <a:lnTo>
                      <a:pt x="13" y="19"/>
                    </a:lnTo>
                    <a:lnTo>
                      <a:pt x="9" y="25"/>
                    </a:lnTo>
                    <a:lnTo>
                      <a:pt x="5" y="30"/>
                    </a:lnTo>
                    <a:lnTo>
                      <a:pt x="4" y="34"/>
                    </a:lnTo>
                    <a:lnTo>
                      <a:pt x="3" y="37"/>
                    </a:lnTo>
                    <a:lnTo>
                      <a:pt x="0" y="42"/>
                    </a:lnTo>
                    <a:lnTo>
                      <a:pt x="3" y="45"/>
                    </a:lnTo>
                    <a:lnTo>
                      <a:pt x="6" y="47"/>
                    </a:lnTo>
                    <a:lnTo>
                      <a:pt x="12" y="46"/>
                    </a:lnTo>
                    <a:lnTo>
                      <a:pt x="18" y="44"/>
                    </a:lnTo>
                    <a:lnTo>
                      <a:pt x="23" y="41"/>
                    </a:lnTo>
                    <a:lnTo>
                      <a:pt x="29" y="41"/>
                    </a:lnTo>
                    <a:lnTo>
                      <a:pt x="34" y="40"/>
                    </a:lnTo>
                    <a:lnTo>
                      <a:pt x="41" y="38"/>
                    </a:lnTo>
                    <a:lnTo>
                      <a:pt x="49" y="39"/>
                    </a:lnTo>
                    <a:lnTo>
                      <a:pt x="56" y="42"/>
                    </a:lnTo>
                    <a:lnTo>
                      <a:pt x="41" y="45"/>
                    </a:lnTo>
                    <a:lnTo>
                      <a:pt x="30" y="48"/>
                    </a:lnTo>
                    <a:lnTo>
                      <a:pt x="17" y="53"/>
                    </a:lnTo>
                    <a:lnTo>
                      <a:pt x="13" y="56"/>
                    </a:lnTo>
                    <a:lnTo>
                      <a:pt x="12" y="59"/>
                    </a:lnTo>
                    <a:lnTo>
                      <a:pt x="15" y="61"/>
                    </a:lnTo>
                    <a:lnTo>
                      <a:pt x="20" y="64"/>
                    </a:lnTo>
                    <a:lnTo>
                      <a:pt x="25" y="63"/>
                    </a:lnTo>
                    <a:lnTo>
                      <a:pt x="42" y="59"/>
                    </a:lnTo>
                    <a:lnTo>
                      <a:pt x="59" y="58"/>
                    </a:lnTo>
                    <a:lnTo>
                      <a:pt x="71" y="59"/>
                    </a:lnTo>
                    <a:lnTo>
                      <a:pt x="77" y="63"/>
                    </a:lnTo>
                    <a:lnTo>
                      <a:pt x="85" y="69"/>
                    </a:lnTo>
                    <a:lnTo>
                      <a:pt x="92" y="75"/>
                    </a:lnTo>
                    <a:lnTo>
                      <a:pt x="98" y="84"/>
                    </a:lnTo>
                    <a:lnTo>
                      <a:pt x="105" y="91"/>
                    </a:lnTo>
                    <a:lnTo>
                      <a:pt x="113" y="94"/>
                    </a:lnTo>
                    <a:lnTo>
                      <a:pt x="122" y="95"/>
                    </a:lnTo>
                    <a:lnTo>
                      <a:pt x="131" y="96"/>
                    </a:lnTo>
                    <a:lnTo>
                      <a:pt x="143" y="96"/>
                    </a:lnTo>
                    <a:lnTo>
                      <a:pt x="156" y="97"/>
                    </a:lnTo>
                    <a:lnTo>
                      <a:pt x="166" y="102"/>
                    </a:lnTo>
                    <a:lnTo>
                      <a:pt x="198" y="107"/>
                    </a:lnTo>
                    <a:lnTo>
                      <a:pt x="198" y="64"/>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6" name="Google Shape;976;p6"/>
              <p:cNvSpPr/>
              <p:nvPr/>
            </p:nvSpPr>
            <p:spPr>
              <a:xfrm>
                <a:off x="3053" y="3253"/>
                <a:ext cx="57" cy="6"/>
              </a:xfrm>
              <a:custGeom>
                <a:rect b="b" l="l" r="r" t="t"/>
                <a:pathLst>
                  <a:path extrusionOk="0" h="6" w="57">
                    <a:moveTo>
                      <a:pt x="0" y="5"/>
                    </a:moveTo>
                    <a:lnTo>
                      <a:pt x="10" y="3"/>
                    </a:lnTo>
                    <a:lnTo>
                      <a:pt x="18" y="3"/>
                    </a:lnTo>
                    <a:lnTo>
                      <a:pt x="27" y="2"/>
                    </a:lnTo>
                    <a:lnTo>
                      <a:pt x="35" y="1"/>
                    </a:lnTo>
                    <a:lnTo>
                      <a:pt x="47" y="2"/>
                    </a:lnTo>
                    <a:lnTo>
                      <a:pt x="56" y="2"/>
                    </a:lnTo>
                    <a:lnTo>
                      <a:pt x="44" y="1"/>
                    </a:lnTo>
                    <a:lnTo>
                      <a:pt x="32" y="0"/>
                    </a:lnTo>
                    <a:lnTo>
                      <a:pt x="18" y="2"/>
                    </a:lnTo>
                    <a:lnTo>
                      <a:pt x="10" y="3"/>
                    </a:lnTo>
                    <a:lnTo>
                      <a:pt x="1" y="5"/>
                    </a:lnTo>
                    <a:lnTo>
                      <a:pt x="0" y="5"/>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7" name="Google Shape;977;p6"/>
              <p:cNvSpPr/>
              <p:nvPr/>
            </p:nvSpPr>
            <p:spPr>
              <a:xfrm>
                <a:off x="3087" y="3239"/>
                <a:ext cx="48" cy="3"/>
              </a:xfrm>
              <a:custGeom>
                <a:rect b="b" l="l" r="r" t="t"/>
                <a:pathLst>
                  <a:path extrusionOk="0" h="3" w="48">
                    <a:moveTo>
                      <a:pt x="14" y="0"/>
                    </a:moveTo>
                    <a:lnTo>
                      <a:pt x="7" y="0"/>
                    </a:lnTo>
                    <a:lnTo>
                      <a:pt x="0" y="1"/>
                    </a:lnTo>
                    <a:lnTo>
                      <a:pt x="5" y="1"/>
                    </a:lnTo>
                    <a:lnTo>
                      <a:pt x="12" y="0"/>
                    </a:lnTo>
                    <a:lnTo>
                      <a:pt x="27" y="1"/>
                    </a:lnTo>
                    <a:lnTo>
                      <a:pt x="36" y="2"/>
                    </a:lnTo>
                    <a:lnTo>
                      <a:pt x="44" y="2"/>
                    </a:lnTo>
                    <a:lnTo>
                      <a:pt x="47" y="2"/>
                    </a:lnTo>
                    <a:lnTo>
                      <a:pt x="37" y="1"/>
                    </a:lnTo>
                    <a:lnTo>
                      <a:pt x="24" y="1"/>
                    </a:lnTo>
                    <a:lnTo>
                      <a:pt x="14"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8" name="Google Shape;978;p6"/>
              <p:cNvSpPr/>
              <p:nvPr/>
            </p:nvSpPr>
            <p:spPr>
              <a:xfrm>
                <a:off x="3097" y="3269"/>
                <a:ext cx="16" cy="4"/>
              </a:xfrm>
              <a:custGeom>
                <a:rect b="b" l="l" r="r" t="t"/>
                <a:pathLst>
                  <a:path extrusionOk="0" h="4" w="16">
                    <a:moveTo>
                      <a:pt x="0" y="1"/>
                    </a:moveTo>
                    <a:lnTo>
                      <a:pt x="2" y="0"/>
                    </a:lnTo>
                    <a:lnTo>
                      <a:pt x="7" y="1"/>
                    </a:lnTo>
                    <a:lnTo>
                      <a:pt x="13" y="1"/>
                    </a:lnTo>
                    <a:lnTo>
                      <a:pt x="15" y="3"/>
                    </a:lnTo>
                    <a:lnTo>
                      <a:pt x="10" y="2"/>
                    </a:lnTo>
                    <a:lnTo>
                      <a:pt x="0" y="1"/>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79" name="Google Shape;979;p6"/>
              <p:cNvSpPr/>
              <p:nvPr/>
            </p:nvSpPr>
            <p:spPr>
              <a:xfrm>
                <a:off x="3064" y="3285"/>
                <a:ext cx="4" cy="5"/>
              </a:xfrm>
              <a:custGeom>
                <a:rect b="b" l="l" r="r" t="t"/>
                <a:pathLst>
                  <a:path extrusionOk="0" h="5" w="4">
                    <a:moveTo>
                      <a:pt x="0" y="4"/>
                    </a:moveTo>
                    <a:lnTo>
                      <a:pt x="1" y="2"/>
                    </a:lnTo>
                    <a:lnTo>
                      <a:pt x="3" y="0"/>
                    </a:lnTo>
                    <a:lnTo>
                      <a:pt x="0" y="4"/>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0" name="Google Shape;980;p6"/>
              <p:cNvSpPr/>
              <p:nvPr/>
            </p:nvSpPr>
            <p:spPr>
              <a:xfrm>
                <a:off x="3139" y="3261"/>
                <a:ext cx="3" cy="4"/>
              </a:xfrm>
              <a:custGeom>
                <a:rect b="b" l="l" r="r" t="t"/>
                <a:pathLst>
                  <a:path extrusionOk="0" h="4" w="3">
                    <a:moveTo>
                      <a:pt x="0" y="0"/>
                    </a:moveTo>
                    <a:lnTo>
                      <a:pt x="0" y="1"/>
                    </a:lnTo>
                    <a:lnTo>
                      <a:pt x="0" y="2"/>
                    </a:lnTo>
                    <a:lnTo>
                      <a:pt x="2" y="3"/>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1" name="Google Shape;981;p6"/>
              <p:cNvSpPr/>
              <p:nvPr/>
            </p:nvSpPr>
            <p:spPr>
              <a:xfrm>
                <a:off x="3123" y="3279"/>
                <a:ext cx="5" cy="2"/>
              </a:xfrm>
              <a:custGeom>
                <a:rect b="b" l="l" r="r" t="t"/>
                <a:pathLst>
                  <a:path extrusionOk="0" h="2" w="5">
                    <a:moveTo>
                      <a:pt x="0" y="0"/>
                    </a:moveTo>
                    <a:lnTo>
                      <a:pt x="0" y="0"/>
                    </a:lnTo>
                    <a:lnTo>
                      <a:pt x="4" y="1"/>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2" name="Google Shape;982;p6"/>
              <p:cNvSpPr/>
              <p:nvPr/>
            </p:nvSpPr>
            <p:spPr>
              <a:xfrm>
                <a:off x="3049" y="3269"/>
                <a:ext cx="3" cy="2"/>
              </a:xfrm>
              <a:custGeom>
                <a:rect b="b" l="l" r="r" t="t"/>
                <a:pathLst>
                  <a:path extrusionOk="0" h="2" w="3">
                    <a:moveTo>
                      <a:pt x="2" y="0"/>
                    </a:moveTo>
                    <a:lnTo>
                      <a:pt x="1" y="0"/>
                    </a:lnTo>
                    <a:lnTo>
                      <a:pt x="0" y="1"/>
                    </a:lnTo>
                    <a:lnTo>
                      <a:pt x="0" y="1"/>
                    </a:lnTo>
                    <a:lnTo>
                      <a:pt x="0" y="1"/>
                    </a:lnTo>
                    <a:lnTo>
                      <a:pt x="0" y="0"/>
                    </a:lnTo>
                    <a:lnTo>
                      <a:pt x="2"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83" name="Google Shape;983;p6"/>
            <p:cNvSpPr/>
            <p:nvPr/>
          </p:nvSpPr>
          <p:spPr>
            <a:xfrm>
              <a:off x="3047" y="2873"/>
              <a:ext cx="681" cy="1014"/>
            </a:xfrm>
            <a:custGeom>
              <a:rect b="b" l="l" r="r" t="t"/>
              <a:pathLst>
                <a:path extrusionOk="0" h="1014" w="681">
                  <a:moveTo>
                    <a:pt x="596" y="46"/>
                  </a:moveTo>
                  <a:lnTo>
                    <a:pt x="582" y="0"/>
                  </a:lnTo>
                  <a:lnTo>
                    <a:pt x="469" y="57"/>
                  </a:lnTo>
                  <a:lnTo>
                    <a:pt x="481" y="92"/>
                  </a:lnTo>
                  <a:lnTo>
                    <a:pt x="465" y="127"/>
                  </a:lnTo>
                  <a:lnTo>
                    <a:pt x="447" y="159"/>
                  </a:lnTo>
                  <a:lnTo>
                    <a:pt x="422" y="215"/>
                  </a:lnTo>
                  <a:lnTo>
                    <a:pt x="390" y="263"/>
                  </a:lnTo>
                  <a:lnTo>
                    <a:pt x="380" y="290"/>
                  </a:lnTo>
                  <a:lnTo>
                    <a:pt x="378" y="309"/>
                  </a:lnTo>
                  <a:lnTo>
                    <a:pt x="378" y="330"/>
                  </a:lnTo>
                  <a:lnTo>
                    <a:pt x="383" y="350"/>
                  </a:lnTo>
                  <a:lnTo>
                    <a:pt x="387" y="367"/>
                  </a:lnTo>
                  <a:lnTo>
                    <a:pt x="387" y="388"/>
                  </a:lnTo>
                  <a:lnTo>
                    <a:pt x="280" y="415"/>
                  </a:lnTo>
                  <a:lnTo>
                    <a:pt x="219" y="422"/>
                  </a:lnTo>
                  <a:lnTo>
                    <a:pt x="176" y="419"/>
                  </a:lnTo>
                  <a:lnTo>
                    <a:pt x="170" y="435"/>
                  </a:lnTo>
                  <a:lnTo>
                    <a:pt x="166" y="453"/>
                  </a:lnTo>
                  <a:lnTo>
                    <a:pt x="163" y="472"/>
                  </a:lnTo>
                  <a:lnTo>
                    <a:pt x="207" y="488"/>
                  </a:lnTo>
                  <a:lnTo>
                    <a:pt x="258" y="494"/>
                  </a:lnTo>
                  <a:lnTo>
                    <a:pt x="300" y="494"/>
                  </a:lnTo>
                  <a:lnTo>
                    <a:pt x="351" y="500"/>
                  </a:lnTo>
                  <a:lnTo>
                    <a:pt x="383" y="494"/>
                  </a:lnTo>
                  <a:lnTo>
                    <a:pt x="383" y="538"/>
                  </a:lnTo>
                  <a:lnTo>
                    <a:pt x="393" y="562"/>
                  </a:lnTo>
                  <a:lnTo>
                    <a:pt x="389" y="586"/>
                  </a:lnTo>
                  <a:lnTo>
                    <a:pt x="392" y="604"/>
                  </a:lnTo>
                  <a:lnTo>
                    <a:pt x="374" y="605"/>
                  </a:lnTo>
                  <a:lnTo>
                    <a:pt x="363" y="613"/>
                  </a:lnTo>
                  <a:lnTo>
                    <a:pt x="334" y="618"/>
                  </a:lnTo>
                  <a:lnTo>
                    <a:pt x="312" y="633"/>
                  </a:lnTo>
                  <a:lnTo>
                    <a:pt x="291" y="639"/>
                  </a:lnTo>
                  <a:lnTo>
                    <a:pt x="155" y="688"/>
                  </a:lnTo>
                  <a:lnTo>
                    <a:pt x="109" y="706"/>
                  </a:lnTo>
                  <a:lnTo>
                    <a:pt x="80" y="718"/>
                  </a:lnTo>
                  <a:lnTo>
                    <a:pt x="61" y="748"/>
                  </a:lnTo>
                  <a:lnTo>
                    <a:pt x="39" y="794"/>
                  </a:lnTo>
                  <a:lnTo>
                    <a:pt x="15" y="870"/>
                  </a:lnTo>
                  <a:lnTo>
                    <a:pt x="0" y="993"/>
                  </a:lnTo>
                  <a:lnTo>
                    <a:pt x="66" y="1013"/>
                  </a:lnTo>
                  <a:lnTo>
                    <a:pt x="120" y="1011"/>
                  </a:lnTo>
                  <a:lnTo>
                    <a:pt x="161" y="1000"/>
                  </a:lnTo>
                  <a:lnTo>
                    <a:pt x="194" y="988"/>
                  </a:lnTo>
                  <a:lnTo>
                    <a:pt x="188" y="937"/>
                  </a:lnTo>
                  <a:lnTo>
                    <a:pt x="173" y="894"/>
                  </a:lnTo>
                  <a:lnTo>
                    <a:pt x="170" y="876"/>
                  </a:lnTo>
                  <a:lnTo>
                    <a:pt x="265" y="870"/>
                  </a:lnTo>
                  <a:lnTo>
                    <a:pt x="347" y="847"/>
                  </a:lnTo>
                  <a:lnTo>
                    <a:pt x="463" y="845"/>
                  </a:lnTo>
                  <a:lnTo>
                    <a:pt x="536" y="845"/>
                  </a:lnTo>
                  <a:lnTo>
                    <a:pt x="577" y="847"/>
                  </a:lnTo>
                  <a:lnTo>
                    <a:pt x="623" y="835"/>
                  </a:lnTo>
                  <a:lnTo>
                    <a:pt x="639" y="826"/>
                  </a:lnTo>
                  <a:lnTo>
                    <a:pt x="663" y="802"/>
                  </a:lnTo>
                  <a:lnTo>
                    <a:pt x="668" y="784"/>
                  </a:lnTo>
                  <a:lnTo>
                    <a:pt x="675" y="749"/>
                  </a:lnTo>
                  <a:lnTo>
                    <a:pt x="670" y="718"/>
                  </a:lnTo>
                  <a:lnTo>
                    <a:pt x="655" y="662"/>
                  </a:lnTo>
                  <a:lnTo>
                    <a:pt x="634" y="607"/>
                  </a:lnTo>
                  <a:lnTo>
                    <a:pt x="631" y="586"/>
                  </a:lnTo>
                  <a:lnTo>
                    <a:pt x="637" y="571"/>
                  </a:lnTo>
                  <a:lnTo>
                    <a:pt x="635" y="526"/>
                  </a:lnTo>
                  <a:lnTo>
                    <a:pt x="629" y="508"/>
                  </a:lnTo>
                  <a:lnTo>
                    <a:pt x="633" y="468"/>
                  </a:lnTo>
                  <a:lnTo>
                    <a:pt x="648" y="413"/>
                  </a:lnTo>
                  <a:lnTo>
                    <a:pt x="671" y="337"/>
                  </a:lnTo>
                  <a:lnTo>
                    <a:pt x="680" y="268"/>
                  </a:lnTo>
                  <a:lnTo>
                    <a:pt x="680" y="211"/>
                  </a:lnTo>
                  <a:lnTo>
                    <a:pt x="674" y="168"/>
                  </a:lnTo>
                  <a:lnTo>
                    <a:pt x="665" y="144"/>
                  </a:lnTo>
                  <a:lnTo>
                    <a:pt x="653" y="114"/>
                  </a:lnTo>
                  <a:lnTo>
                    <a:pt x="639" y="83"/>
                  </a:lnTo>
                  <a:lnTo>
                    <a:pt x="596" y="46"/>
                  </a:lnTo>
                </a:path>
              </a:pathLst>
            </a:custGeom>
            <a:solidFill>
              <a:srgbClr val="00202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4" name="Google Shape;984;p6"/>
            <p:cNvSpPr/>
            <p:nvPr/>
          </p:nvSpPr>
          <p:spPr>
            <a:xfrm>
              <a:off x="3217" y="2953"/>
              <a:ext cx="429" cy="407"/>
            </a:xfrm>
            <a:custGeom>
              <a:rect b="b" l="l" r="r" t="t"/>
              <a:pathLst>
                <a:path extrusionOk="0" h="407" w="429">
                  <a:moveTo>
                    <a:pt x="388" y="0"/>
                  </a:moveTo>
                  <a:lnTo>
                    <a:pt x="362" y="4"/>
                  </a:lnTo>
                  <a:lnTo>
                    <a:pt x="339" y="19"/>
                  </a:lnTo>
                  <a:lnTo>
                    <a:pt x="328" y="41"/>
                  </a:lnTo>
                  <a:lnTo>
                    <a:pt x="325" y="72"/>
                  </a:lnTo>
                  <a:lnTo>
                    <a:pt x="316" y="115"/>
                  </a:lnTo>
                  <a:lnTo>
                    <a:pt x="303" y="153"/>
                  </a:lnTo>
                  <a:lnTo>
                    <a:pt x="286" y="198"/>
                  </a:lnTo>
                  <a:lnTo>
                    <a:pt x="276" y="233"/>
                  </a:lnTo>
                  <a:lnTo>
                    <a:pt x="263" y="270"/>
                  </a:lnTo>
                  <a:lnTo>
                    <a:pt x="301" y="284"/>
                  </a:lnTo>
                  <a:lnTo>
                    <a:pt x="258" y="278"/>
                  </a:lnTo>
                  <a:lnTo>
                    <a:pt x="248" y="292"/>
                  </a:lnTo>
                  <a:lnTo>
                    <a:pt x="267" y="309"/>
                  </a:lnTo>
                  <a:lnTo>
                    <a:pt x="241" y="299"/>
                  </a:lnTo>
                  <a:lnTo>
                    <a:pt x="210" y="310"/>
                  </a:lnTo>
                  <a:lnTo>
                    <a:pt x="170" y="320"/>
                  </a:lnTo>
                  <a:lnTo>
                    <a:pt x="120" y="333"/>
                  </a:lnTo>
                  <a:lnTo>
                    <a:pt x="83" y="337"/>
                  </a:lnTo>
                  <a:lnTo>
                    <a:pt x="39" y="342"/>
                  </a:lnTo>
                  <a:lnTo>
                    <a:pt x="11" y="340"/>
                  </a:lnTo>
                  <a:lnTo>
                    <a:pt x="6" y="349"/>
                  </a:lnTo>
                  <a:lnTo>
                    <a:pt x="0" y="369"/>
                  </a:lnTo>
                  <a:lnTo>
                    <a:pt x="0" y="382"/>
                  </a:lnTo>
                  <a:lnTo>
                    <a:pt x="30" y="395"/>
                  </a:lnTo>
                  <a:lnTo>
                    <a:pt x="36" y="384"/>
                  </a:lnTo>
                  <a:lnTo>
                    <a:pt x="43" y="395"/>
                  </a:lnTo>
                  <a:lnTo>
                    <a:pt x="87" y="399"/>
                  </a:lnTo>
                  <a:lnTo>
                    <a:pt x="171" y="406"/>
                  </a:lnTo>
                  <a:lnTo>
                    <a:pt x="278" y="386"/>
                  </a:lnTo>
                  <a:lnTo>
                    <a:pt x="302" y="381"/>
                  </a:lnTo>
                  <a:lnTo>
                    <a:pt x="335" y="326"/>
                  </a:lnTo>
                  <a:lnTo>
                    <a:pt x="381" y="230"/>
                  </a:lnTo>
                  <a:lnTo>
                    <a:pt x="413" y="127"/>
                  </a:lnTo>
                  <a:lnTo>
                    <a:pt x="428" y="85"/>
                  </a:lnTo>
                  <a:lnTo>
                    <a:pt x="423" y="43"/>
                  </a:lnTo>
                  <a:lnTo>
                    <a:pt x="407" y="12"/>
                  </a:lnTo>
                  <a:lnTo>
                    <a:pt x="388" y="0"/>
                  </a:lnTo>
                </a:path>
              </a:pathLst>
            </a:custGeom>
            <a:solidFill>
              <a:srgbClr val="0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5" name="Google Shape;985;p6"/>
            <p:cNvSpPr/>
            <p:nvPr/>
          </p:nvSpPr>
          <p:spPr>
            <a:xfrm>
              <a:off x="3431" y="2939"/>
              <a:ext cx="159" cy="315"/>
            </a:xfrm>
            <a:custGeom>
              <a:rect b="b" l="l" r="r" t="t"/>
              <a:pathLst>
                <a:path extrusionOk="0" h="315" w="159">
                  <a:moveTo>
                    <a:pt x="137" y="0"/>
                  </a:moveTo>
                  <a:lnTo>
                    <a:pt x="158" y="17"/>
                  </a:lnTo>
                  <a:lnTo>
                    <a:pt x="148" y="23"/>
                  </a:lnTo>
                  <a:lnTo>
                    <a:pt x="133" y="44"/>
                  </a:lnTo>
                  <a:lnTo>
                    <a:pt x="111" y="60"/>
                  </a:lnTo>
                  <a:lnTo>
                    <a:pt x="98" y="115"/>
                  </a:lnTo>
                  <a:lnTo>
                    <a:pt x="85" y="147"/>
                  </a:lnTo>
                  <a:lnTo>
                    <a:pt x="69" y="174"/>
                  </a:lnTo>
                  <a:lnTo>
                    <a:pt x="53" y="195"/>
                  </a:lnTo>
                  <a:lnTo>
                    <a:pt x="74" y="178"/>
                  </a:lnTo>
                  <a:lnTo>
                    <a:pt x="89" y="150"/>
                  </a:lnTo>
                  <a:lnTo>
                    <a:pt x="74" y="193"/>
                  </a:lnTo>
                  <a:lnTo>
                    <a:pt x="62" y="229"/>
                  </a:lnTo>
                  <a:lnTo>
                    <a:pt x="49" y="267"/>
                  </a:lnTo>
                  <a:lnTo>
                    <a:pt x="43" y="286"/>
                  </a:lnTo>
                  <a:lnTo>
                    <a:pt x="34" y="297"/>
                  </a:lnTo>
                  <a:lnTo>
                    <a:pt x="24" y="307"/>
                  </a:lnTo>
                  <a:lnTo>
                    <a:pt x="8" y="314"/>
                  </a:lnTo>
                  <a:lnTo>
                    <a:pt x="7" y="294"/>
                  </a:lnTo>
                  <a:lnTo>
                    <a:pt x="6" y="272"/>
                  </a:lnTo>
                  <a:lnTo>
                    <a:pt x="0" y="250"/>
                  </a:lnTo>
                  <a:lnTo>
                    <a:pt x="0" y="227"/>
                  </a:lnTo>
                  <a:lnTo>
                    <a:pt x="8" y="200"/>
                  </a:lnTo>
                  <a:lnTo>
                    <a:pt x="18" y="180"/>
                  </a:lnTo>
                  <a:lnTo>
                    <a:pt x="31" y="167"/>
                  </a:lnTo>
                  <a:lnTo>
                    <a:pt x="48" y="150"/>
                  </a:lnTo>
                  <a:lnTo>
                    <a:pt x="69" y="124"/>
                  </a:lnTo>
                  <a:lnTo>
                    <a:pt x="87" y="93"/>
                  </a:lnTo>
                  <a:lnTo>
                    <a:pt x="70" y="109"/>
                  </a:lnTo>
                  <a:lnTo>
                    <a:pt x="55" y="133"/>
                  </a:lnTo>
                  <a:lnTo>
                    <a:pt x="36" y="156"/>
                  </a:lnTo>
                  <a:lnTo>
                    <a:pt x="54" y="123"/>
                  </a:lnTo>
                  <a:lnTo>
                    <a:pt x="73" y="80"/>
                  </a:lnTo>
                  <a:lnTo>
                    <a:pt x="96" y="32"/>
                  </a:lnTo>
                  <a:lnTo>
                    <a:pt x="108" y="18"/>
                  </a:lnTo>
                  <a:lnTo>
                    <a:pt x="137" y="0"/>
                  </a:lnTo>
                </a:path>
              </a:pathLst>
            </a:custGeom>
            <a:solidFill>
              <a:srgbClr val="0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6" name="Google Shape;986;p6"/>
            <p:cNvSpPr/>
            <p:nvPr/>
          </p:nvSpPr>
          <p:spPr>
            <a:xfrm>
              <a:off x="3055" y="2919"/>
              <a:ext cx="660" cy="950"/>
            </a:xfrm>
            <a:custGeom>
              <a:rect b="b" l="l" r="r" t="t"/>
              <a:pathLst>
                <a:path extrusionOk="0" h="950" w="660">
                  <a:moveTo>
                    <a:pt x="522" y="17"/>
                  </a:moveTo>
                  <a:lnTo>
                    <a:pt x="540" y="36"/>
                  </a:lnTo>
                  <a:lnTo>
                    <a:pt x="560" y="44"/>
                  </a:lnTo>
                  <a:lnTo>
                    <a:pt x="582" y="72"/>
                  </a:lnTo>
                  <a:lnTo>
                    <a:pt x="586" y="90"/>
                  </a:lnTo>
                  <a:lnTo>
                    <a:pt x="587" y="116"/>
                  </a:lnTo>
                  <a:lnTo>
                    <a:pt x="588" y="139"/>
                  </a:lnTo>
                  <a:lnTo>
                    <a:pt x="593" y="176"/>
                  </a:lnTo>
                  <a:lnTo>
                    <a:pt x="600" y="214"/>
                  </a:lnTo>
                  <a:lnTo>
                    <a:pt x="604" y="255"/>
                  </a:lnTo>
                  <a:lnTo>
                    <a:pt x="593" y="212"/>
                  </a:lnTo>
                  <a:lnTo>
                    <a:pt x="589" y="181"/>
                  </a:lnTo>
                  <a:lnTo>
                    <a:pt x="585" y="161"/>
                  </a:lnTo>
                  <a:lnTo>
                    <a:pt x="575" y="196"/>
                  </a:lnTo>
                  <a:lnTo>
                    <a:pt x="563" y="233"/>
                  </a:lnTo>
                  <a:lnTo>
                    <a:pt x="558" y="257"/>
                  </a:lnTo>
                  <a:lnTo>
                    <a:pt x="560" y="295"/>
                  </a:lnTo>
                  <a:lnTo>
                    <a:pt x="561" y="337"/>
                  </a:lnTo>
                  <a:lnTo>
                    <a:pt x="559" y="380"/>
                  </a:lnTo>
                  <a:lnTo>
                    <a:pt x="557" y="333"/>
                  </a:lnTo>
                  <a:lnTo>
                    <a:pt x="554" y="301"/>
                  </a:lnTo>
                  <a:lnTo>
                    <a:pt x="549" y="274"/>
                  </a:lnTo>
                  <a:lnTo>
                    <a:pt x="523" y="340"/>
                  </a:lnTo>
                  <a:lnTo>
                    <a:pt x="501" y="380"/>
                  </a:lnTo>
                  <a:lnTo>
                    <a:pt x="490" y="396"/>
                  </a:lnTo>
                  <a:lnTo>
                    <a:pt x="473" y="422"/>
                  </a:lnTo>
                  <a:lnTo>
                    <a:pt x="420" y="437"/>
                  </a:lnTo>
                  <a:lnTo>
                    <a:pt x="394" y="441"/>
                  </a:lnTo>
                  <a:lnTo>
                    <a:pt x="402" y="455"/>
                  </a:lnTo>
                  <a:lnTo>
                    <a:pt x="419" y="468"/>
                  </a:lnTo>
                  <a:lnTo>
                    <a:pt x="473" y="501"/>
                  </a:lnTo>
                  <a:lnTo>
                    <a:pt x="428" y="483"/>
                  </a:lnTo>
                  <a:lnTo>
                    <a:pt x="400" y="463"/>
                  </a:lnTo>
                  <a:lnTo>
                    <a:pt x="374" y="444"/>
                  </a:lnTo>
                  <a:lnTo>
                    <a:pt x="377" y="486"/>
                  </a:lnTo>
                  <a:lnTo>
                    <a:pt x="387" y="508"/>
                  </a:lnTo>
                  <a:lnTo>
                    <a:pt x="416" y="523"/>
                  </a:lnTo>
                  <a:lnTo>
                    <a:pt x="384" y="522"/>
                  </a:lnTo>
                  <a:lnTo>
                    <a:pt x="384" y="535"/>
                  </a:lnTo>
                  <a:lnTo>
                    <a:pt x="387" y="550"/>
                  </a:lnTo>
                  <a:lnTo>
                    <a:pt x="400" y="561"/>
                  </a:lnTo>
                  <a:lnTo>
                    <a:pt x="446" y="585"/>
                  </a:lnTo>
                  <a:lnTo>
                    <a:pt x="384" y="563"/>
                  </a:lnTo>
                  <a:lnTo>
                    <a:pt x="371" y="560"/>
                  </a:lnTo>
                  <a:lnTo>
                    <a:pt x="359" y="563"/>
                  </a:lnTo>
                  <a:lnTo>
                    <a:pt x="360" y="575"/>
                  </a:lnTo>
                  <a:lnTo>
                    <a:pt x="373" y="587"/>
                  </a:lnTo>
                  <a:lnTo>
                    <a:pt x="410" y="607"/>
                  </a:lnTo>
                  <a:lnTo>
                    <a:pt x="359" y="587"/>
                  </a:lnTo>
                  <a:lnTo>
                    <a:pt x="344" y="570"/>
                  </a:lnTo>
                  <a:lnTo>
                    <a:pt x="330" y="574"/>
                  </a:lnTo>
                  <a:lnTo>
                    <a:pt x="317" y="579"/>
                  </a:lnTo>
                  <a:lnTo>
                    <a:pt x="322" y="592"/>
                  </a:lnTo>
                  <a:lnTo>
                    <a:pt x="333" y="602"/>
                  </a:lnTo>
                  <a:lnTo>
                    <a:pt x="360" y="620"/>
                  </a:lnTo>
                  <a:lnTo>
                    <a:pt x="322" y="606"/>
                  </a:lnTo>
                  <a:lnTo>
                    <a:pt x="302" y="589"/>
                  </a:lnTo>
                  <a:lnTo>
                    <a:pt x="277" y="597"/>
                  </a:lnTo>
                  <a:lnTo>
                    <a:pt x="197" y="626"/>
                  </a:lnTo>
                  <a:lnTo>
                    <a:pt x="126" y="652"/>
                  </a:lnTo>
                  <a:lnTo>
                    <a:pt x="76" y="673"/>
                  </a:lnTo>
                  <a:lnTo>
                    <a:pt x="58" y="702"/>
                  </a:lnTo>
                  <a:lnTo>
                    <a:pt x="38" y="742"/>
                  </a:lnTo>
                  <a:lnTo>
                    <a:pt x="13" y="814"/>
                  </a:lnTo>
                  <a:lnTo>
                    <a:pt x="0" y="934"/>
                  </a:lnTo>
                  <a:lnTo>
                    <a:pt x="63" y="949"/>
                  </a:lnTo>
                  <a:lnTo>
                    <a:pt x="116" y="944"/>
                  </a:lnTo>
                  <a:lnTo>
                    <a:pt x="176" y="928"/>
                  </a:lnTo>
                  <a:lnTo>
                    <a:pt x="171" y="886"/>
                  </a:lnTo>
                  <a:lnTo>
                    <a:pt x="148" y="820"/>
                  </a:lnTo>
                  <a:lnTo>
                    <a:pt x="249" y="814"/>
                  </a:lnTo>
                  <a:lnTo>
                    <a:pt x="267" y="810"/>
                  </a:lnTo>
                  <a:lnTo>
                    <a:pt x="207" y="797"/>
                  </a:lnTo>
                  <a:lnTo>
                    <a:pt x="113" y="760"/>
                  </a:lnTo>
                  <a:lnTo>
                    <a:pt x="223" y="795"/>
                  </a:lnTo>
                  <a:lnTo>
                    <a:pt x="275" y="805"/>
                  </a:lnTo>
                  <a:lnTo>
                    <a:pt x="310" y="797"/>
                  </a:lnTo>
                  <a:lnTo>
                    <a:pt x="254" y="786"/>
                  </a:lnTo>
                  <a:lnTo>
                    <a:pt x="138" y="748"/>
                  </a:lnTo>
                  <a:lnTo>
                    <a:pt x="265" y="783"/>
                  </a:lnTo>
                  <a:lnTo>
                    <a:pt x="319" y="795"/>
                  </a:lnTo>
                  <a:lnTo>
                    <a:pt x="328" y="790"/>
                  </a:lnTo>
                  <a:lnTo>
                    <a:pt x="278" y="771"/>
                  </a:lnTo>
                  <a:lnTo>
                    <a:pt x="192" y="731"/>
                  </a:lnTo>
                  <a:lnTo>
                    <a:pt x="291" y="773"/>
                  </a:lnTo>
                  <a:lnTo>
                    <a:pt x="344" y="788"/>
                  </a:lnTo>
                  <a:lnTo>
                    <a:pt x="567" y="785"/>
                  </a:lnTo>
                  <a:lnTo>
                    <a:pt x="594" y="778"/>
                  </a:lnTo>
                  <a:lnTo>
                    <a:pt x="619" y="770"/>
                  </a:lnTo>
                  <a:lnTo>
                    <a:pt x="645" y="745"/>
                  </a:lnTo>
                  <a:lnTo>
                    <a:pt x="650" y="717"/>
                  </a:lnTo>
                  <a:lnTo>
                    <a:pt x="653" y="693"/>
                  </a:lnTo>
                  <a:lnTo>
                    <a:pt x="647" y="656"/>
                  </a:lnTo>
                  <a:lnTo>
                    <a:pt x="630" y="610"/>
                  </a:lnTo>
                  <a:lnTo>
                    <a:pt x="618" y="572"/>
                  </a:lnTo>
                  <a:lnTo>
                    <a:pt x="612" y="539"/>
                  </a:lnTo>
                  <a:lnTo>
                    <a:pt x="593" y="535"/>
                  </a:lnTo>
                  <a:lnTo>
                    <a:pt x="577" y="559"/>
                  </a:lnTo>
                  <a:lnTo>
                    <a:pt x="528" y="596"/>
                  </a:lnTo>
                  <a:lnTo>
                    <a:pt x="571" y="555"/>
                  </a:lnTo>
                  <a:lnTo>
                    <a:pt x="585" y="533"/>
                  </a:lnTo>
                  <a:lnTo>
                    <a:pt x="579" y="508"/>
                  </a:lnTo>
                  <a:lnTo>
                    <a:pt x="522" y="492"/>
                  </a:lnTo>
                  <a:lnTo>
                    <a:pt x="481" y="468"/>
                  </a:lnTo>
                  <a:lnTo>
                    <a:pt x="530" y="488"/>
                  </a:lnTo>
                  <a:lnTo>
                    <a:pt x="578" y="500"/>
                  </a:lnTo>
                  <a:lnTo>
                    <a:pt x="575" y="465"/>
                  </a:lnTo>
                  <a:lnTo>
                    <a:pt x="554" y="441"/>
                  </a:lnTo>
                  <a:lnTo>
                    <a:pt x="539" y="404"/>
                  </a:lnTo>
                  <a:lnTo>
                    <a:pt x="559" y="437"/>
                  </a:lnTo>
                  <a:lnTo>
                    <a:pt x="582" y="461"/>
                  </a:lnTo>
                  <a:lnTo>
                    <a:pt x="606" y="457"/>
                  </a:lnTo>
                  <a:lnTo>
                    <a:pt x="618" y="395"/>
                  </a:lnTo>
                  <a:lnTo>
                    <a:pt x="637" y="330"/>
                  </a:lnTo>
                  <a:lnTo>
                    <a:pt x="646" y="288"/>
                  </a:lnTo>
                  <a:lnTo>
                    <a:pt x="645" y="249"/>
                  </a:lnTo>
                  <a:lnTo>
                    <a:pt x="640" y="201"/>
                  </a:lnTo>
                  <a:lnTo>
                    <a:pt x="646" y="227"/>
                  </a:lnTo>
                  <a:lnTo>
                    <a:pt x="650" y="255"/>
                  </a:lnTo>
                  <a:lnTo>
                    <a:pt x="652" y="279"/>
                  </a:lnTo>
                  <a:lnTo>
                    <a:pt x="657" y="238"/>
                  </a:lnTo>
                  <a:lnTo>
                    <a:pt x="658" y="207"/>
                  </a:lnTo>
                  <a:lnTo>
                    <a:pt x="658" y="185"/>
                  </a:lnTo>
                  <a:lnTo>
                    <a:pt x="650" y="154"/>
                  </a:lnTo>
                  <a:lnTo>
                    <a:pt x="637" y="124"/>
                  </a:lnTo>
                  <a:lnTo>
                    <a:pt x="618" y="96"/>
                  </a:lnTo>
                  <a:lnTo>
                    <a:pt x="638" y="119"/>
                  </a:lnTo>
                  <a:lnTo>
                    <a:pt x="648" y="139"/>
                  </a:lnTo>
                  <a:lnTo>
                    <a:pt x="659" y="176"/>
                  </a:lnTo>
                  <a:lnTo>
                    <a:pt x="657" y="149"/>
                  </a:lnTo>
                  <a:lnTo>
                    <a:pt x="650" y="116"/>
                  </a:lnTo>
                  <a:lnTo>
                    <a:pt x="634" y="78"/>
                  </a:lnTo>
                  <a:lnTo>
                    <a:pt x="619" y="41"/>
                  </a:lnTo>
                  <a:lnTo>
                    <a:pt x="601" y="22"/>
                  </a:lnTo>
                  <a:lnTo>
                    <a:pt x="575" y="0"/>
                  </a:lnTo>
                  <a:lnTo>
                    <a:pt x="548" y="4"/>
                  </a:lnTo>
                  <a:lnTo>
                    <a:pt x="522" y="17"/>
                  </a:lnTo>
                </a:path>
              </a:pathLst>
            </a:custGeom>
            <a:solidFill>
              <a:srgbClr val="0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7" name="Google Shape;987;p6"/>
            <p:cNvSpPr/>
            <p:nvPr/>
          </p:nvSpPr>
          <p:spPr>
            <a:xfrm>
              <a:off x="3647" y="3384"/>
              <a:ext cx="25" cy="65"/>
            </a:xfrm>
            <a:custGeom>
              <a:rect b="b" l="l" r="r" t="t"/>
              <a:pathLst>
                <a:path extrusionOk="0" h="65" w="25">
                  <a:moveTo>
                    <a:pt x="19" y="0"/>
                  </a:moveTo>
                  <a:lnTo>
                    <a:pt x="1" y="4"/>
                  </a:lnTo>
                  <a:lnTo>
                    <a:pt x="0" y="29"/>
                  </a:lnTo>
                  <a:lnTo>
                    <a:pt x="2" y="56"/>
                  </a:lnTo>
                  <a:lnTo>
                    <a:pt x="20" y="64"/>
                  </a:lnTo>
                  <a:lnTo>
                    <a:pt x="24" y="54"/>
                  </a:lnTo>
                  <a:lnTo>
                    <a:pt x="24" y="16"/>
                  </a:lnTo>
                  <a:lnTo>
                    <a:pt x="19" y="0"/>
                  </a:lnTo>
                </a:path>
              </a:pathLst>
            </a:custGeom>
            <a:solidFill>
              <a:srgbClr val="0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88" name="Google Shape;988;p6"/>
            <p:cNvSpPr/>
            <p:nvPr/>
          </p:nvSpPr>
          <p:spPr>
            <a:xfrm>
              <a:off x="3325" y="3613"/>
              <a:ext cx="301" cy="35"/>
            </a:xfrm>
            <a:custGeom>
              <a:rect b="b" l="l" r="r" t="t"/>
              <a:pathLst>
                <a:path extrusionOk="0" h="35" w="301">
                  <a:moveTo>
                    <a:pt x="0" y="0"/>
                  </a:moveTo>
                  <a:lnTo>
                    <a:pt x="82" y="16"/>
                  </a:lnTo>
                  <a:lnTo>
                    <a:pt x="143" y="23"/>
                  </a:lnTo>
                  <a:lnTo>
                    <a:pt x="206" y="28"/>
                  </a:lnTo>
                  <a:lnTo>
                    <a:pt x="254" y="30"/>
                  </a:lnTo>
                  <a:lnTo>
                    <a:pt x="300" y="28"/>
                  </a:lnTo>
                  <a:lnTo>
                    <a:pt x="256" y="34"/>
                  </a:lnTo>
                  <a:lnTo>
                    <a:pt x="184" y="34"/>
                  </a:lnTo>
                  <a:lnTo>
                    <a:pt x="105" y="24"/>
                  </a:lnTo>
                  <a:lnTo>
                    <a:pt x="65" y="18"/>
                  </a:lnTo>
                  <a:lnTo>
                    <a:pt x="0" y="0"/>
                  </a:lnTo>
                </a:path>
              </a:pathLst>
            </a:custGeom>
            <a:solidFill>
              <a:srgbClr val="00202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989" name="Google Shape;989;p6"/>
            <p:cNvGrpSpPr/>
            <p:nvPr/>
          </p:nvGrpSpPr>
          <p:grpSpPr>
            <a:xfrm>
              <a:off x="3514" y="3185"/>
              <a:ext cx="377" cy="559"/>
              <a:chOff x="3514" y="3185"/>
              <a:chExt cx="377" cy="559"/>
            </a:xfrm>
          </p:grpSpPr>
          <p:sp>
            <p:nvSpPr>
              <p:cNvPr id="990" name="Google Shape;990;p6"/>
              <p:cNvSpPr/>
              <p:nvPr/>
            </p:nvSpPr>
            <p:spPr>
              <a:xfrm>
                <a:off x="3514" y="3185"/>
                <a:ext cx="377" cy="559"/>
              </a:xfrm>
              <a:custGeom>
                <a:rect b="b" l="l" r="r" t="t"/>
                <a:pathLst>
                  <a:path extrusionOk="0" h="559" w="377">
                    <a:moveTo>
                      <a:pt x="167" y="81"/>
                    </a:moveTo>
                    <a:lnTo>
                      <a:pt x="236" y="75"/>
                    </a:lnTo>
                    <a:lnTo>
                      <a:pt x="278" y="63"/>
                    </a:lnTo>
                    <a:lnTo>
                      <a:pt x="291" y="42"/>
                    </a:lnTo>
                    <a:lnTo>
                      <a:pt x="291" y="23"/>
                    </a:lnTo>
                    <a:lnTo>
                      <a:pt x="302" y="8"/>
                    </a:lnTo>
                    <a:lnTo>
                      <a:pt x="341" y="0"/>
                    </a:lnTo>
                    <a:lnTo>
                      <a:pt x="376" y="2"/>
                    </a:lnTo>
                    <a:lnTo>
                      <a:pt x="333" y="435"/>
                    </a:lnTo>
                    <a:lnTo>
                      <a:pt x="302" y="474"/>
                    </a:lnTo>
                    <a:lnTo>
                      <a:pt x="264" y="513"/>
                    </a:lnTo>
                    <a:lnTo>
                      <a:pt x="209" y="543"/>
                    </a:lnTo>
                    <a:lnTo>
                      <a:pt x="145" y="553"/>
                    </a:lnTo>
                    <a:lnTo>
                      <a:pt x="60" y="558"/>
                    </a:lnTo>
                    <a:lnTo>
                      <a:pt x="11" y="550"/>
                    </a:lnTo>
                    <a:lnTo>
                      <a:pt x="0" y="519"/>
                    </a:lnTo>
                    <a:lnTo>
                      <a:pt x="5" y="480"/>
                    </a:lnTo>
                    <a:lnTo>
                      <a:pt x="41" y="359"/>
                    </a:lnTo>
                    <a:lnTo>
                      <a:pt x="72" y="238"/>
                    </a:lnTo>
                    <a:lnTo>
                      <a:pt x="84" y="148"/>
                    </a:lnTo>
                    <a:lnTo>
                      <a:pt x="84" y="123"/>
                    </a:lnTo>
                    <a:lnTo>
                      <a:pt x="104" y="91"/>
                    </a:lnTo>
                    <a:lnTo>
                      <a:pt x="126" y="81"/>
                    </a:lnTo>
                    <a:lnTo>
                      <a:pt x="167" y="81"/>
                    </a:lnTo>
                  </a:path>
                </a:pathLst>
              </a:custGeom>
              <a:solidFill>
                <a:srgbClr val="40404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1" name="Google Shape;991;p6"/>
              <p:cNvSpPr/>
              <p:nvPr/>
            </p:nvSpPr>
            <p:spPr>
              <a:xfrm>
                <a:off x="3557" y="3212"/>
                <a:ext cx="319" cy="506"/>
              </a:xfrm>
              <a:custGeom>
                <a:rect b="b" l="l" r="r" t="t"/>
                <a:pathLst>
                  <a:path extrusionOk="0" h="506" w="319">
                    <a:moveTo>
                      <a:pt x="111" y="100"/>
                    </a:moveTo>
                    <a:lnTo>
                      <a:pt x="170" y="97"/>
                    </a:lnTo>
                    <a:lnTo>
                      <a:pt x="232" y="87"/>
                    </a:lnTo>
                    <a:lnTo>
                      <a:pt x="269" y="66"/>
                    </a:lnTo>
                    <a:lnTo>
                      <a:pt x="291" y="47"/>
                    </a:lnTo>
                    <a:lnTo>
                      <a:pt x="318" y="0"/>
                    </a:lnTo>
                    <a:lnTo>
                      <a:pt x="278" y="390"/>
                    </a:lnTo>
                    <a:lnTo>
                      <a:pt x="251" y="425"/>
                    </a:lnTo>
                    <a:lnTo>
                      <a:pt x="220" y="458"/>
                    </a:lnTo>
                    <a:lnTo>
                      <a:pt x="182" y="481"/>
                    </a:lnTo>
                    <a:lnTo>
                      <a:pt x="151" y="493"/>
                    </a:lnTo>
                    <a:lnTo>
                      <a:pt x="111" y="499"/>
                    </a:lnTo>
                    <a:lnTo>
                      <a:pt x="73" y="505"/>
                    </a:lnTo>
                    <a:lnTo>
                      <a:pt x="30" y="505"/>
                    </a:lnTo>
                    <a:lnTo>
                      <a:pt x="12" y="499"/>
                    </a:lnTo>
                    <a:lnTo>
                      <a:pt x="0" y="481"/>
                    </a:lnTo>
                    <a:lnTo>
                      <a:pt x="5" y="452"/>
                    </a:lnTo>
                    <a:lnTo>
                      <a:pt x="33" y="383"/>
                    </a:lnTo>
                    <a:lnTo>
                      <a:pt x="78" y="152"/>
                    </a:lnTo>
                    <a:lnTo>
                      <a:pt x="87" y="119"/>
                    </a:lnTo>
                    <a:lnTo>
                      <a:pt x="111" y="100"/>
                    </a:lnTo>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992" name="Google Shape;992;p6"/>
          <p:cNvGrpSpPr/>
          <p:nvPr/>
        </p:nvGrpSpPr>
        <p:grpSpPr>
          <a:xfrm>
            <a:off x="2268537" y="3994150"/>
            <a:ext cx="1241425" cy="542925"/>
            <a:chOff x="1294" y="2840"/>
            <a:chExt cx="782" cy="342"/>
          </a:xfrm>
        </p:grpSpPr>
        <p:grpSp>
          <p:nvGrpSpPr>
            <p:cNvPr id="993" name="Google Shape;993;p6"/>
            <p:cNvGrpSpPr/>
            <p:nvPr/>
          </p:nvGrpSpPr>
          <p:grpSpPr>
            <a:xfrm>
              <a:off x="1779" y="3033"/>
              <a:ext cx="297" cy="132"/>
              <a:chOff x="1779" y="3033"/>
              <a:chExt cx="297" cy="132"/>
            </a:xfrm>
          </p:grpSpPr>
          <p:grpSp>
            <p:nvGrpSpPr>
              <p:cNvPr id="994" name="Google Shape;994;p6"/>
              <p:cNvGrpSpPr/>
              <p:nvPr/>
            </p:nvGrpSpPr>
            <p:grpSpPr>
              <a:xfrm>
                <a:off x="1837" y="3033"/>
                <a:ext cx="239" cy="100"/>
                <a:chOff x="1837" y="3033"/>
                <a:chExt cx="239" cy="100"/>
              </a:xfrm>
            </p:grpSpPr>
            <p:sp>
              <p:nvSpPr>
                <p:cNvPr id="995" name="Google Shape;995;p6"/>
                <p:cNvSpPr/>
                <p:nvPr/>
              </p:nvSpPr>
              <p:spPr>
                <a:xfrm>
                  <a:off x="1837" y="3033"/>
                  <a:ext cx="239" cy="100"/>
                </a:xfrm>
                <a:custGeom>
                  <a:rect b="b" l="l" r="r" t="t"/>
                  <a:pathLst>
                    <a:path extrusionOk="0" h="100" w="239">
                      <a:moveTo>
                        <a:pt x="0" y="38"/>
                      </a:moveTo>
                      <a:lnTo>
                        <a:pt x="22" y="36"/>
                      </a:lnTo>
                      <a:lnTo>
                        <a:pt x="38" y="26"/>
                      </a:lnTo>
                      <a:lnTo>
                        <a:pt x="74" y="13"/>
                      </a:lnTo>
                      <a:lnTo>
                        <a:pt x="90" y="3"/>
                      </a:lnTo>
                      <a:lnTo>
                        <a:pt x="100" y="0"/>
                      </a:lnTo>
                      <a:lnTo>
                        <a:pt x="110" y="4"/>
                      </a:lnTo>
                      <a:lnTo>
                        <a:pt x="140" y="6"/>
                      </a:lnTo>
                      <a:lnTo>
                        <a:pt x="156" y="6"/>
                      </a:lnTo>
                      <a:lnTo>
                        <a:pt x="169" y="9"/>
                      </a:lnTo>
                      <a:lnTo>
                        <a:pt x="178" y="14"/>
                      </a:lnTo>
                      <a:lnTo>
                        <a:pt x="193" y="20"/>
                      </a:lnTo>
                      <a:lnTo>
                        <a:pt x="212" y="24"/>
                      </a:lnTo>
                      <a:lnTo>
                        <a:pt x="218" y="28"/>
                      </a:lnTo>
                      <a:lnTo>
                        <a:pt x="223" y="33"/>
                      </a:lnTo>
                      <a:lnTo>
                        <a:pt x="235" y="37"/>
                      </a:lnTo>
                      <a:lnTo>
                        <a:pt x="238" y="43"/>
                      </a:lnTo>
                      <a:lnTo>
                        <a:pt x="237" y="48"/>
                      </a:lnTo>
                      <a:lnTo>
                        <a:pt x="232" y="53"/>
                      </a:lnTo>
                      <a:lnTo>
                        <a:pt x="232" y="60"/>
                      </a:lnTo>
                      <a:lnTo>
                        <a:pt x="225" y="65"/>
                      </a:lnTo>
                      <a:lnTo>
                        <a:pt x="211" y="65"/>
                      </a:lnTo>
                      <a:lnTo>
                        <a:pt x="205" y="69"/>
                      </a:lnTo>
                      <a:lnTo>
                        <a:pt x="195" y="71"/>
                      </a:lnTo>
                      <a:lnTo>
                        <a:pt x="161" y="67"/>
                      </a:lnTo>
                      <a:lnTo>
                        <a:pt x="136" y="68"/>
                      </a:lnTo>
                      <a:lnTo>
                        <a:pt x="120" y="78"/>
                      </a:lnTo>
                      <a:lnTo>
                        <a:pt x="104" y="83"/>
                      </a:lnTo>
                      <a:lnTo>
                        <a:pt x="88" y="91"/>
                      </a:lnTo>
                      <a:lnTo>
                        <a:pt x="73" y="96"/>
                      </a:lnTo>
                      <a:lnTo>
                        <a:pt x="59" y="97"/>
                      </a:lnTo>
                      <a:lnTo>
                        <a:pt x="33" y="94"/>
                      </a:lnTo>
                      <a:lnTo>
                        <a:pt x="16" y="99"/>
                      </a:lnTo>
                      <a:lnTo>
                        <a:pt x="0" y="38"/>
                      </a:lnTo>
                    </a:path>
                  </a:pathLst>
                </a:custGeom>
                <a:solidFill>
                  <a:srgbClr val="FFC080"/>
                </a:solidFill>
                <a:ln cap="rnd" cmpd="sng" w="12700">
                  <a:solidFill>
                    <a:srgbClr val="402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6" name="Google Shape;996;p6"/>
                <p:cNvSpPr/>
                <p:nvPr/>
              </p:nvSpPr>
              <p:spPr>
                <a:xfrm>
                  <a:off x="1995" y="3077"/>
                  <a:ext cx="41" cy="7"/>
                </a:xfrm>
                <a:custGeom>
                  <a:rect b="b" l="l" r="r" t="t"/>
                  <a:pathLst>
                    <a:path extrusionOk="0" h="7" w="41">
                      <a:moveTo>
                        <a:pt x="40" y="6"/>
                      </a:moveTo>
                      <a:lnTo>
                        <a:pt x="30" y="4"/>
                      </a:lnTo>
                      <a:lnTo>
                        <a:pt x="18" y="3"/>
                      </a:lnTo>
                      <a:lnTo>
                        <a:pt x="0" y="0"/>
                      </a:lnTo>
                      <a:lnTo>
                        <a:pt x="5" y="0"/>
                      </a:lnTo>
                      <a:lnTo>
                        <a:pt x="19" y="3"/>
                      </a:lnTo>
                      <a:lnTo>
                        <a:pt x="29" y="3"/>
                      </a:lnTo>
                      <a:lnTo>
                        <a:pt x="35" y="5"/>
                      </a:lnTo>
                      <a:lnTo>
                        <a:pt x="40" y="6"/>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7" name="Google Shape;997;p6"/>
                <p:cNvSpPr/>
                <p:nvPr/>
              </p:nvSpPr>
              <p:spPr>
                <a:xfrm>
                  <a:off x="1955" y="3073"/>
                  <a:ext cx="16" cy="4"/>
                </a:xfrm>
                <a:custGeom>
                  <a:rect b="b" l="l" r="r" t="t"/>
                  <a:pathLst>
                    <a:path extrusionOk="0" h="4" w="16">
                      <a:moveTo>
                        <a:pt x="15" y="2"/>
                      </a:moveTo>
                      <a:lnTo>
                        <a:pt x="5" y="0"/>
                      </a:lnTo>
                      <a:lnTo>
                        <a:pt x="0" y="2"/>
                      </a:lnTo>
                      <a:lnTo>
                        <a:pt x="5" y="3"/>
                      </a:lnTo>
                      <a:lnTo>
                        <a:pt x="15" y="2"/>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8" name="Google Shape;998;p6"/>
                <p:cNvSpPr/>
                <p:nvPr/>
              </p:nvSpPr>
              <p:spPr>
                <a:xfrm>
                  <a:off x="1978" y="3056"/>
                  <a:ext cx="78" cy="19"/>
                </a:xfrm>
                <a:custGeom>
                  <a:rect b="b" l="l" r="r" t="t"/>
                  <a:pathLst>
                    <a:path extrusionOk="0" h="19" w="78">
                      <a:moveTo>
                        <a:pt x="77" y="18"/>
                      </a:moveTo>
                      <a:lnTo>
                        <a:pt x="67" y="15"/>
                      </a:lnTo>
                      <a:lnTo>
                        <a:pt x="58" y="10"/>
                      </a:lnTo>
                      <a:lnTo>
                        <a:pt x="45" y="8"/>
                      </a:lnTo>
                      <a:lnTo>
                        <a:pt x="29" y="6"/>
                      </a:lnTo>
                      <a:lnTo>
                        <a:pt x="14" y="2"/>
                      </a:lnTo>
                      <a:lnTo>
                        <a:pt x="0" y="2"/>
                      </a:lnTo>
                      <a:lnTo>
                        <a:pt x="14" y="0"/>
                      </a:lnTo>
                      <a:lnTo>
                        <a:pt x="23" y="2"/>
                      </a:lnTo>
                      <a:lnTo>
                        <a:pt x="33" y="4"/>
                      </a:lnTo>
                      <a:lnTo>
                        <a:pt x="47" y="7"/>
                      </a:lnTo>
                      <a:lnTo>
                        <a:pt x="60" y="8"/>
                      </a:lnTo>
                      <a:lnTo>
                        <a:pt x="65" y="12"/>
                      </a:lnTo>
                      <a:lnTo>
                        <a:pt x="77" y="18"/>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99" name="Google Shape;999;p6"/>
                <p:cNvSpPr/>
                <p:nvPr/>
              </p:nvSpPr>
              <p:spPr>
                <a:xfrm>
                  <a:off x="1951" y="3051"/>
                  <a:ext cx="15" cy="1"/>
                </a:xfrm>
                <a:custGeom>
                  <a:rect b="b" l="l" r="r" t="t"/>
                  <a:pathLst>
                    <a:path extrusionOk="0" h="1" w="15">
                      <a:moveTo>
                        <a:pt x="0" y="0"/>
                      </a:moveTo>
                      <a:lnTo>
                        <a:pt x="5" y="0"/>
                      </a:lnTo>
                      <a:lnTo>
                        <a:pt x="14" y="0"/>
                      </a:lnTo>
                      <a:lnTo>
                        <a:pt x="8" y="0"/>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0" name="Google Shape;1000;p6"/>
                <p:cNvSpPr/>
                <p:nvPr/>
              </p:nvSpPr>
              <p:spPr>
                <a:xfrm>
                  <a:off x="2014" y="3052"/>
                  <a:ext cx="39" cy="8"/>
                </a:xfrm>
                <a:custGeom>
                  <a:rect b="b" l="l" r="r" t="t"/>
                  <a:pathLst>
                    <a:path extrusionOk="0" h="8" w="39">
                      <a:moveTo>
                        <a:pt x="36" y="5"/>
                      </a:moveTo>
                      <a:lnTo>
                        <a:pt x="38" y="7"/>
                      </a:lnTo>
                      <a:lnTo>
                        <a:pt x="26" y="4"/>
                      </a:lnTo>
                      <a:lnTo>
                        <a:pt x="15" y="3"/>
                      </a:lnTo>
                      <a:lnTo>
                        <a:pt x="6" y="1"/>
                      </a:lnTo>
                      <a:lnTo>
                        <a:pt x="0" y="0"/>
                      </a:lnTo>
                      <a:lnTo>
                        <a:pt x="13" y="1"/>
                      </a:lnTo>
                      <a:lnTo>
                        <a:pt x="25" y="3"/>
                      </a:lnTo>
                      <a:lnTo>
                        <a:pt x="36" y="5"/>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1" name="Google Shape;1001;p6"/>
                <p:cNvSpPr/>
                <p:nvPr/>
              </p:nvSpPr>
              <p:spPr>
                <a:xfrm>
                  <a:off x="1955" y="3037"/>
                  <a:ext cx="34" cy="6"/>
                </a:xfrm>
                <a:custGeom>
                  <a:rect b="b" l="l" r="r" t="t"/>
                  <a:pathLst>
                    <a:path extrusionOk="0" h="6" w="34">
                      <a:moveTo>
                        <a:pt x="33" y="0"/>
                      </a:moveTo>
                      <a:lnTo>
                        <a:pt x="25" y="0"/>
                      </a:lnTo>
                      <a:lnTo>
                        <a:pt x="13" y="0"/>
                      </a:lnTo>
                      <a:lnTo>
                        <a:pt x="0" y="5"/>
                      </a:lnTo>
                      <a:lnTo>
                        <a:pt x="14" y="5"/>
                      </a:lnTo>
                      <a:lnTo>
                        <a:pt x="33"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2" name="Google Shape;1002;p6"/>
                <p:cNvSpPr/>
                <p:nvPr/>
              </p:nvSpPr>
              <p:spPr>
                <a:xfrm>
                  <a:off x="2020" y="3088"/>
                  <a:ext cx="4" cy="4"/>
                </a:xfrm>
                <a:custGeom>
                  <a:rect b="b" l="l" r="r" t="t"/>
                  <a:pathLst>
                    <a:path extrusionOk="0" h="4" w="4">
                      <a:moveTo>
                        <a:pt x="1" y="0"/>
                      </a:moveTo>
                      <a:lnTo>
                        <a:pt x="3" y="1"/>
                      </a:lnTo>
                      <a:lnTo>
                        <a:pt x="0" y="3"/>
                      </a:lnTo>
                      <a:lnTo>
                        <a:pt x="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3" name="Google Shape;1003;p6"/>
                <p:cNvSpPr/>
                <p:nvPr/>
              </p:nvSpPr>
              <p:spPr>
                <a:xfrm>
                  <a:off x="2047" y="3080"/>
                  <a:ext cx="3" cy="6"/>
                </a:xfrm>
                <a:custGeom>
                  <a:rect b="b" l="l" r="r" t="t"/>
                  <a:pathLst>
                    <a:path extrusionOk="0" h="6" w="3">
                      <a:moveTo>
                        <a:pt x="0" y="0"/>
                      </a:moveTo>
                      <a:lnTo>
                        <a:pt x="0" y="2"/>
                      </a:lnTo>
                      <a:lnTo>
                        <a:pt x="1" y="5"/>
                      </a:lnTo>
                      <a:lnTo>
                        <a:pt x="2" y="5"/>
                      </a:lnTo>
                      <a:lnTo>
                        <a:pt x="1" y="3"/>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4" name="Google Shape;1004;p6"/>
                <p:cNvSpPr/>
                <p:nvPr/>
              </p:nvSpPr>
              <p:spPr>
                <a:xfrm>
                  <a:off x="2057" y="3069"/>
                  <a:ext cx="2" cy="5"/>
                </a:xfrm>
                <a:custGeom>
                  <a:rect b="b" l="l" r="r" t="t"/>
                  <a:pathLst>
                    <a:path extrusionOk="0" h="5" w="2">
                      <a:moveTo>
                        <a:pt x="0" y="0"/>
                      </a:moveTo>
                      <a:lnTo>
                        <a:pt x="0" y="2"/>
                      </a:lnTo>
                      <a:lnTo>
                        <a:pt x="0" y="3"/>
                      </a:lnTo>
                      <a:lnTo>
                        <a:pt x="1" y="4"/>
                      </a:lnTo>
                      <a:lnTo>
                        <a:pt x="1" y="2"/>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5" name="Google Shape;1005;p6"/>
                <p:cNvSpPr/>
                <p:nvPr/>
              </p:nvSpPr>
              <p:spPr>
                <a:xfrm>
                  <a:off x="1920" y="3050"/>
                  <a:ext cx="3" cy="7"/>
                </a:xfrm>
                <a:custGeom>
                  <a:rect b="b" l="l" r="r" t="t"/>
                  <a:pathLst>
                    <a:path extrusionOk="0" h="7" w="3">
                      <a:moveTo>
                        <a:pt x="0" y="0"/>
                      </a:moveTo>
                      <a:lnTo>
                        <a:pt x="2" y="3"/>
                      </a:lnTo>
                      <a:lnTo>
                        <a:pt x="2" y="6"/>
                      </a:lnTo>
                      <a:lnTo>
                        <a:pt x="0"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6" name="Google Shape;1006;p6"/>
                <p:cNvSpPr/>
                <p:nvPr/>
              </p:nvSpPr>
              <p:spPr>
                <a:xfrm>
                  <a:off x="1869" y="3088"/>
                  <a:ext cx="52" cy="4"/>
                </a:xfrm>
                <a:custGeom>
                  <a:rect b="b" l="l" r="r" t="t"/>
                  <a:pathLst>
                    <a:path extrusionOk="0" h="4" w="52">
                      <a:moveTo>
                        <a:pt x="51" y="0"/>
                      </a:moveTo>
                      <a:lnTo>
                        <a:pt x="28" y="1"/>
                      </a:lnTo>
                      <a:lnTo>
                        <a:pt x="0" y="3"/>
                      </a:lnTo>
                      <a:lnTo>
                        <a:pt x="22" y="3"/>
                      </a:lnTo>
                      <a:lnTo>
                        <a:pt x="51"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07" name="Google Shape;1007;p6"/>
                <p:cNvSpPr/>
                <p:nvPr/>
              </p:nvSpPr>
              <p:spPr>
                <a:xfrm>
                  <a:off x="1869" y="3061"/>
                  <a:ext cx="37" cy="13"/>
                </a:xfrm>
                <a:custGeom>
                  <a:rect b="b" l="l" r="r" t="t"/>
                  <a:pathLst>
                    <a:path extrusionOk="0" h="13" w="37">
                      <a:moveTo>
                        <a:pt x="36" y="0"/>
                      </a:moveTo>
                      <a:lnTo>
                        <a:pt x="16" y="8"/>
                      </a:lnTo>
                      <a:lnTo>
                        <a:pt x="0" y="12"/>
                      </a:lnTo>
                      <a:lnTo>
                        <a:pt x="15" y="7"/>
                      </a:lnTo>
                      <a:lnTo>
                        <a:pt x="36" y="0"/>
                      </a:lnTo>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008" name="Google Shape;1008;p6"/>
              <p:cNvGrpSpPr/>
              <p:nvPr/>
            </p:nvGrpSpPr>
            <p:grpSpPr>
              <a:xfrm>
                <a:off x="1779" y="3065"/>
                <a:ext cx="78" cy="100"/>
                <a:chOff x="1779" y="3065"/>
                <a:chExt cx="78" cy="100"/>
              </a:xfrm>
            </p:grpSpPr>
            <p:sp>
              <p:nvSpPr>
                <p:cNvPr id="1009" name="Google Shape;1009;p6"/>
                <p:cNvSpPr/>
                <p:nvPr/>
              </p:nvSpPr>
              <p:spPr>
                <a:xfrm>
                  <a:off x="1779" y="3065"/>
                  <a:ext cx="78" cy="100"/>
                </a:xfrm>
                <a:custGeom>
                  <a:rect b="b" l="l" r="r" t="t"/>
                  <a:pathLst>
                    <a:path extrusionOk="0" h="100" w="78">
                      <a:moveTo>
                        <a:pt x="4" y="6"/>
                      </a:moveTo>
                      <a:lnTo>
                        <a:pt x="36" y="4"/>
                      </a:lnTo>
                      <a:lnTo>
                        <a:pt x="62" y="0"/>
                      </a:lnTo>
                      <a:lnTo>
                        <a:pt x="73" y="17"/>
                      </a:lnTo>
                      <a:lnTo>
                        <a:pt x="77" y="42"/>
                      </a:lnTo>
                      <a:lnTo>
                        <a:pt x="77" y="61"/>
                      </a:lnTo>
                      <a:lnTo>
                        <a:pt x="71" y="82"/>
                      </a:lnTo>
                      <a:lnTo>
                        <a:pt x="0" y="99"/>
                      </a:lnTo>
                      <a:lnTo>
                        <a:pt x="4" y="6"/>
                      </a:lnTo>
                    </a:path>
                  </a:pathLst>
                </a:custGeom>
                <a:solidFill>
                  <a:srgbClr val="C0C0C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0" name="Google Shape;1010;p6"/>
                <p:cNvSpPr/>
                <p:nvPr/>
              </p:nvSpPr>
              <p:spPr>
                <a:xfrm>
                  <a:off x="1782" y="3071"/>
                  <a:ext cx="61" cy="80"/>
                </a:xfrm>
                <a:custGeom>
                  <a:rect b="b" l="l" r="r" t="t"/>
                  <a:pathLst>
                    <a:path extrusionOk="0" h="80" w="61">
                      <a:moveTo>
                        <a:pt x="2" y="2"/>
                      </a:moveTo>
                      <a:lnTo>
                        <a:pt x="26" y="4"/>
                      </a:lnTo>
                      <a:lnTo>
                        <a:pt x="49" y="0"/>
                      </a:lnTo>
                      <a:lnTo>
                        <a:pt x="56" y="12"/>
                      </a:lnTo>
                      <a:lnTo>
                        <a:pt x="60" y="35"/>
                      </a:lnTo>
                      <a:lnTo>
                        <a:pt x="57" y="59"/>
                      </a:lnTo>
                      <a:lnTo>
                        <a:pt x="57" y="64"/>
                      </a:lnTo>
                      <a:lnTo>
                        <a:pt x="0" y="79"/>
                      </a:lnTo>
                      <a:lnTo>
                        <a:pt x="2" y="2"/>
                      </a:lnTo>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1011" name="Google Shape;1011;p6"/>
            <p:cNvSpPr/>
            <p:nvPr/>
          </p:nvSpPr>
          <p:spPr>
            <a:xfrm>
              <a:off x="1476" y="2949"/>
              <a:ext cx="323" cy="233"/>
            </a:xfrm>
            <a:custGeom>
              <a:rect b="b" l="l" r="r" t="t"/>
              <a:pathLst>
                <a:path extrusionOk="0" h="233" w="323">
                  <a:moveTo>
                    <a:pt x="311" y="115"/>
                  </a:moveTo>
                  <a:lnTo>
                    <a:pt x="322" y="142"/>
                  </a:lnTo>
                  <a:lnTo>
                    <a:pt x="322" y="171"/>
                  </a:lnTo>
                  <a:lnTo>
                    <a:pt x="317" y="195"/>
                  </a:lnTo>
                  <a:lnTo>
                    <a:pt x="306" y="224"/>
                  </a:lnTo>
                  <a:lnTo>
                    <a:pt x="200" y="232"/>
                  </a:lnTo>
                  <a:lnTo>
                    <a:pt x="106" y="224"/>
                  </a:lnTo>
                  <a:lnTo>
                    <a:pt x="25" y="207"/>
                  </a:lnTo>
                  <a:lnTo>
                    <a:pt x="23" y="127"/>
                  </a:lnTo>
                  <a:lnTo>
                    <a:pt x="13" y="75"/>
                  </a:lnTo>
                  <a:lnTo>
                    <a:pt x="0" y="0"/>
                  </a:lnTo>
                  <a:lnTo>
                    <a:pt x="39" y="44"/>
                  </a:lnTo>
                  <a:lnTo>
                    <a:pt x="57" y="57"/>
                  </a:lnTo>
                  <a:lnTo>
                    <a:pt x="71" y="65"/>
                  </a:lnTo>
                  <a:lnTo>
                    <a:pt x="80" y="70"/>
                  </a:lnTo>
                  <a:lnTo>
                    <a:pt x="88" y="79"/>
                  </a:lnTo>
                  <a:lnTo>
                    <a:pt x="94" y="82"/>
                  </a:lnTo>
                  <a:lnTo>
                    <a:pt x="112" y="82"/>
                  </a:lnTo>
                  <a:lnTo>
                    <a:pt x="125" y="85"/>
                  </a:lnTo>
                  <a:lnTo>
                    <a:pt x="187" y="97"/>
                  </a:lnTo>
                  <a:lnTo>
                    <a:pt x="311" y="115"/>
                  </a:lnTo>
                </a:path>
              </a:pathLst>
            </a:custGeom>
            <a:solidFill>
              <a:srgbClr val="606060"/>
            </a:solidFill>
            <a:ln cap="rnd" cmpd="sng" w="127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2" name="Google Shape;1012;p6"/>
            <p:cNvSpPr/>
            <p:nvPr/>
          </p:nvSpPr>
          <p:spPr>
            <a:xfrm>
              <a:off x="1294" y="2840"/>
              <a:ext cx="491" cy="329"/>
            </a:xfrm>
            <a:custGeom>
              <a:rect b="b" l="l" r="r" t="t"/>
              <a:pathLst>
                <a:path extrusionOk="0" h="329" w="491">
                  <a:moveTo>
                    <a:pt x="88" y="0"/>
                  </a:moveTo>
                  <a:lnTo>
                    <a:pt x="130" y="12"/>
                  </a:lnTo>
                  <a:lnTo>
                    <a:pt x="141" y="35"/>
                  </a:lnTo>
                  <a:lnTo>
                    <a:pt x="145" y="49"/>
                  </a:lnTo>
                  <a:lnTo>
                    <a:pt x="138" y="70"/>
                  </a:lnTo>
                  <a:lnTo>
                    <a:pt x="112" y="100"/>
                  </a:lnTo>
                  <a:lnTo>
                    <a:pt x="136" y="86"/>
                  </a:lnTo>
                  <a:lnTo>
                    <a:pt x="153" y="64"/>
                  </a:lnTo>
                  <a:lnTo>
                    <a:pt x="174" y="103"/>
                  </a:lnTo>
                  <a:lnTo>
                    <a:pt x="182" y="114"/>
                  </a:lnTo>
                  <a:lnTo>
                    <a:pt x="206" y="142"/>
                  </a:lnTo>
                  <a:lnTo>
                    <a:pt x="243" y="176"/>
                  </a:lnTo>
                  <a:lnTo>
                    <a:pt x="249" y="185"/>
                  </a:lnTo>
                  <a:lnTo>
                    <a:pt x="239" y="201"/>
                  </a:lnTo>
                  <a:lnTo>
                    <a:pt x="205" y="234"/>
                  </a:lnTo>
                  <a:lnTo>
                    <a:pt x="231" y="219"/>
                  </a:lnTo>
                  <a:lnTo>
                    <a:pt x="253" y="206"/>
                  </a:lnTo>
                  <a:lnTo>
                    <a:pt x="259" y="191"/>
                  </a:lnTo>
                  <a:lnTo>
                    <a:pt x="348" y="205"/>
                  </a:lnTo>
                  <a:lnTo>
                    <a:pt x="415" y="214"/>
                  </a:lnTo>
                  <a:lnTo>
                    <a:pt x="385" y="235"/>
                  </a:lnTo>
                  <a:lnTo>
                    <a:pt x="364" y="254"/>
                  </a:lnTo>
                  <a:lnTo>
                    <a:pt x="331" y="273"/>
                  </a:lnTo>
                  <a:lnTo>
                    <a:pt x="375" y="256"/>
                  </a:lnTo>
                  <a:lnTo>
                    <a:pt x="423" y="217"/>
                  </a:lnTo>
                  <a:lnTo>
                    <a:pt x="482" y="223"/>
                  </a:lnTo>
                  <a:lnTo>
                    <a:pt x="490" y="247"/>
                  </a:lnTo>
                  <a:lnTo>
                    <a:pt x="486" y="292"/>
                  </a:lnTo>
                  <a:lnTo>
                    <a:pt x="472" y="320"/>
                  </a:lnTo>
                  <a:lnTo>
                    <a:pt x="419" y="328"/>
                  </a:lnTo>
                  <a:lnTo>
                    <a:pt x="350" y="323"/>
                  </a:lnTo>
                  <a:lnTo>
                    <a:pt x="282" y="321"/>
                  </a:lnTo>
                  <a:lnTo>
                    <a:pt x="206" y="307"/>
                  </a:lnTo>
                  <a:lnTo>
                    <a:pt x="196" y="304"/>
                  </a:lnTo>
                  <a:lnTo>
                    <a:pt x="167" y="285"/>
                  </a:lnTo>
                  <a:lnTo>
                    <a:pt x="122" y="254"/>
                  </a:lnTo>
                  <a:lnTo>
                    <a:pt x="64" y="187"/>
                  </a:lnTo>
                  <a:lnTo>
                    <a:pt x="11" y="121"/>
                  </a:lnTo>
                  <a:lnTo>
                    <a:pt x="0" y="92"/>
                  </a:lnTo>
                  <a:lnTo>
                    <a:pt x="11" y="41"/>
                  </a:lnTo>
                  <a:lnTo>
                    <a:pt x="39" y="6"/>
                  </a:lnTo>
                  <a:lnTo>
                    <a:pt x="88" y="0"/>
                  </a:lnTo>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1013" name="Google Shape;1013;p6"/>
          <p:cNvSpPr/>
          <p:nvPr/>
        </p:nvSpPr>
        <p:spPr>
          <a:xfrm>
            <a:off x="6275387" y="3602037"/>
            <a:ext cx="171450" cy="10001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4" name="Google Shape;1014;p6"/>
          <p:cNvSpPr/>
          <p:nvPr/>
        </p:nvSpPr>
        <p:spPr>
          <a:xfrm>
            <a:off x="6113462" y="3756025"/>
            <a:ext cx="93662" cy="74612"/>
          </a:xfrm>
          <a:prstGeom prst="ellipse">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p:tgtEl>
                                          <p:spTgt spid="54"/>
                                        </p:tgtEl>
                                        <p:attrNameLst>
                                          <p:attrName>ppt_w</p:attrName>
                                        </p:attrNameLst>
                                      </p:cBhvr>
                                      <p:tavLst>
                                        <p:tav fmla="" tm="0">
                                          <p:val>
                                            <p:strVal val="0"/>
                                          </p:val>
                                        </p:tav>
                                        <p:tav fmla="" tm="100000">
                                          <p:val>
                                            <p:strVal val="#ppt_w"/>
                                          </p:val>
                                        </p:tav>
                                      </p:tavLst>
                                    </p:anim>
                                    <p:anim calcmode="lin" valueType="num">
                                      <p:cBhvr additive="base">
                                        <p:cTn dur="500"/>
                                        <p:tgtEl>
                                          <p:spTgt spid="54"/>
                                        </p:tgtEl>
                                        <p:attrNameLst>
                                          <p:attrName>ppt_h</p:attrName>
                                        </p:attrNameLst>
                                      </p:cBhvr>
                                      <p:tavLst>
                                        <p:tav fmla="" tm="0">
                                          <p:val>
                                            <p:strVal val="0"/>
                                          </p:val>
                                        </p:tav>
                                        <p:tav fmla="" tm="100000">
                                          <p:val>
                                            <p:strVal val="#ppt_h"/>
                                          </p:val>
                                        </p:tav>
                                      </p:tavLst>
                                    </p:anim>
                                  </p:childTnLst>
                                </p:cTn>
                              </p:par>
                            </p:childTnLst>
                          </p:cTn>
                        </p:par>
                        <p:par>
                          <p:cTn fill="hold">
                            <p:stCondLst>
                              <p:cond delay="500"/>
                            </p:stCondLst>
                            <p:childTnLst>
                              <p:par>
                                <p:cTn fill="hold" nodeType="afterEffect" presetClass="entr" presetID="23" presetSubtype="16">
                                  <p:stCondLst>
                                    <p:cond delay="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p:tgtEl>
                                          <p:spTgt spid="53"/>
                                        </p:tgtEl>
                                        <p:attrNameLst>
                                          <p:attrName>ppt_w</p:attrName>
                                        </p:attrNameLst>
                                      </p:cBhvr>
                                      <p:tavLst>
                                        <p:tav fmla="" tm="0">
                                          <p:val>
                                            <p:strVal val="0"/>
                                          </p:val>
                                        </p:tav>
                                        <p:tav fmla="" tm="100000">
                                          <p:val>
                                            <p:strVal val="#ppt_w"/>
                                          </p:val>
                                        </p:tav>
                                      </p:tavLst>
                                    </p:anim>
                                    <p:anim calcmode="lin" valueType="num">
                                      <p:cBhvr additive="base">
                                        <p:cTn dur="500"/>
                                        <p:tgtEl>
                                          <p:spTgt spid="53"/>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p:tgtEl>
                                          <p:spTgt spid="52"/>
                                        </p:tgtEl>
                                        <p:attrNameLst>
                                          <p:attrName>ppt_w</p:attrName>
                                        </p:attrNameLst>
                                      </p:cBhvr>
                                      <p:tavLst>
                                        <p:tav fmla="" tm="0">
                                          <p:val>
                                            <p:strVal val="0"/>
                                          </p:val>
                                        </p:tav>
                                        <p:tav fmla="" tm="100000">
                                          <p:val>
                                            <p:strVal val="#ppt_w"/>
                                          </p:val>
                                        </p:tav>
                                      </p:tavLst>
                                    </p:anim>
                                    <p:anim calcmode="lin" valueType="num">
                                      <p:cBhvr additive="base">
                                        <p:cTn dur="500"/>
                                        <p:tgtEl>
                                          <p:spTgt spid="52"/>
                                        </p:tgtEl>
                                        <p:attrNameLst>
                                          <p:attrName>ppt_h</p:attrName>
                                        </p:attrNameLst>
                                      </p:cBhvr>
                                      <p:tavLst>
                                        <p:tav fmla="" tm="0">
                                          <p:val>
                                            <p:strVal val="0"/>
                                          </p:val>
                                        </p:tav>
                                        <p:tav fmla="" tm="100000">
                                          <p:val>
                                            <p:strVal val="#ppt_h"/>
                                          </p:val>
                                        </p:tav>
                                      </p:tavLst>
                                    </p:anim>
                                  </p:childTnLst>
                                </p:cTn>
                              </p:par>
                            </p:childTnLst>
                          </p:cTn>
                        </p:par>
                        <p:par>
                          <p:cTn fill="hold">
                            <p:stCondLst>
                              <p:cond delay="1500"/>
                            </p:stCondLst>
                            <p:childTnLst>
                              <p:par>
                                <p:cTn fill="hold" nodeType="afterEffect" presetClass="entr" presetID="23" presetSubtype="16">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p:tgtEl>
                                          <p:spTgt spid="51"/>
                                        </p:tgtEl>
                                        <p:attrNameLst>
                                          <p:attrName>ppt_w</p:attrName>
                                        </p:attrNameLst>
                                      </p:cBhvr>
                                      <p:tavLst>
                                        <p:tav fmla="" tm="0">
                                          <p:val>
                                            <p:strVal val="0"/>
                                          </p:val>
                                        </p:tav>
                                        <p:tav fmla="" tm="100000">
                                          <p:val>
                                            <p:strVal val="#ppt_w"/>
                                          </p:val>
                                        </p:tav>
                                      </p:tavLst>
                                    </p:anim>
                                    <p:anim calcmode="lin" valueType="num">
                                      <p:cBhvr additive="base">
                                        <p:cTn dur="500"/>
                                        <p:tgtEl>
                                          <p:spTgt spid="51"/>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3" presetSubtype="16">
                                  <p:stCondLst>
                                    <p:cond delay="0"/>
                                  </p:stCondLst>
                                  <p:childTnLst>
                                    <p:set>
                                      <p:cBhvr>
                                        <p:cTn dur="1" fill="hold">
                                          <p:stCondLst>
                                            <p:cond delay="0"/>
                                          </p:stCondLst>
                                        </p:cTn>
                                        <p:tgtEl>
                                          <p:spTgt spid="1014"/>
                                        </p:tgtEl>
                                        <p:attrNameLst>
                                          <p:attrName>style.visibility</p:attrName>
                                        </p:attrNameLst>
                                      </p:cBhvr>
                                      <p:to>
                                        <p:strVal val="visible"/>
                                      </p:to>
                                    </p:set>
                                    <p:anim calcmode="lin" valueType="num">
                                      <p:cBhvr additive="base">
                                        <p:cTn dur="500"/>
                                        <p:tgtEl>
                                          <p:spTgt spid="1014"/>
                                        </p:tgtEl>
                                        <p:attrNameLst>
                                          <p:attrName>ppt_w</p:attrName>
                                        </p:attrNameLst>
                                      </p:cBhvr>
                                      <p:tavLst>
                                        <p:tav fmla="" tm="0">
                                          <p:val>
                                            <p:strVal val="0"/>
                                          </p:val>
                                        </p:tav>
                                        <p:tav fmla="" tm="100000">
                                          <p:val>
                                            <p:strVal val="#ppt_w"/>
                                          </p:val>
                                        </p:tav>
                                      </p:tavLst>
                                    </p:anim>
                                    <p:anim calcmode="lin" valueType="num">
                                      <p:cBhvr additive="base">
                                        <p:cTn dur="500"/>
                                        <p:tgtEl>
                                          <p:spTgt spid="1014"/>
                                        </p:tgtEl>
                                        <p:attrNameLst>
                                          <p:attrName>ppt_h</p:attrName>
                                        </p:attrNameLst>
                                      </p:cBhvr>
                                      <p:tavLst>
                                        <p:tav fmla="" tm="0">
                                          <p:val>
                                            <p:strVal val="0"/>
                                          </p:val>
                                        </p:tav>
                                        <p:tav fmla="" tm="100000">
                                          <p:val>
                                            <p:strVal val="#ppt_h"/>
                                          </p:val>
                                        </p:tav>
                                      </p:tavLst>
                                    </p:anim>
                                  </p:childTnLst>
                                </p:cTn>
                              </p:par>
                            </p:childTnLst>
                          </p:cTn>
                        </p:par>
                        <p:par>
                          <p:cTn fill="hold">
                            <p:stCondLst>
                              <p:cond delay="2500"/>
                            </p:stCondLst>
                            <p:childTnLst>
                              <p:par>
                                <p:cTn fill="hold" nodeType="afterEffect" presetClass="entr" presetID="23" presetSubtype="16">
                                  <p:stCondLst>
                                    <p:cond delay="0"/>
                                  </p:stCondLst>
                                  <p:childTnLst>
                                    <p:set>
                                      <p:cBhvr>
                                        <p:cTn dur="1" fill="hold">
                                          <p:stCondLst>
                                            <p:cond delay="0"/>
                                          </p:stCondLst>
                                        </p:cTn>
                                        <p:tgtEl>
                                          <p:spTgt spid="1013"/>
                                        </p:tgtEl>
                                        <p:attrNameLst>
                                          <p:attrName>style.visibility</p:attrName>
                                        </p:attrNameLst>
                                      </p:cBhvr>
                                      <p:to>
                                        <p:strVal val="visible"/>
                                      </p:to>
                                    </p:set>
                                    <p:anim calcmode="lin" valueType="num">
                                      <p:cBhvr additive="base">
                                        <p:cTn dur="500"/>
                                        <p:tgtEl>
                                          <p:spTgt spid="1013"/>
                                        </p:tgtEl>
                                        <p:attrNameLst>
                                          <p:attrName>ppt_w</p:attrName>
                                        </p:attrNameLst>
                                      </p:cBhvr>
                                      <p:tavLst>
                                        <p:tav fmla="" tm="0">
                                          <p:val>
                                            <p:strVal val="0"/>
                                          </p:val>
                                        </p:tav>
                                        <p:tav fmla="" tm="100000">
                                          <p:val>
                                            <p:strVal val="#ppt_w"/>
                                          </p:val>
                                        </p:tav>
                                      </p:tavLst>
                                    </p:anim>
                                    <p:anim calcmode="lin" valueType="num">
                                      <p:cBhvr additive="base">
                                        <p:cTn dur="500"/>
                                        <p:tgtEl>
                                          <p:spTgt spid="1013"/>
                                        </p:tgtEl>
                                        <p:attrNameLst>
                                          <p:attrName>ppt_h</p:attrName>
                                        </p:attrNameLst>
                                      </p:cBhvr>
                                      <p:tavLst>
                                        <p:tav fmla="" tm="0">
                                          <p:val>
                                            <p:strVal val="0"/>
                                          </p:val>
                                        </p:tav>
                                        <p:tav fmla="" tm="100000">
                                          <p:val>
                                            <p:strVal val="#ppt_h"/>
                                          </p:val>
                                        </p:tav>
                                      </p:tavLst>
                                    </p:anim>
                                  </p:childTnLst>
                                </p:cTn>
                              </p:par>
                            </p:childTnLst>
                          </p:cTn>
                        </p:par>
                        <p:par>
                          <p:cTn fill="hold">
                            <p:stCondLst>
                              <p:cond delay="3000"/>
                            </p:stCondLst>
                            <p:childTnLst>
                              <p:par>
                                <p:cTn fill="hold" nodeType="afterEffect" presetClass="entr" presetID="23" presetSubtype="16">
                                  <p:stCondLst>
                                    <p:cond delay="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p:tgtEl>
                                          <p:spTgt spid="50"/>
                                        </p:tgtEl>
                                        <p:attrNameLst>
                                          <p:attrName>ppt_w</p:attrName>
                                        </p:attrNameLst>
                                      </p:cBhvr>
                                      <p:tavLst>
                                        <p:tav fmla="" tm="0">
                                          <p:val>
                                            <p:strVal val="0"/>
                                          </p:val>
                                        </p:tav>
                                        <p:tav fmla="" tm="100000">
                                          <p:val>
                                            <p:strVal val="#ppt_w"/>
                                          </p:val>
                                        </p:tav>
                                      </p:tavLst>
                                    </p:anim>
                                    <p:anim calcmode="lin" valueType="num">
                                      <p:cBhvr additive="base">
                                        <p:cTn dur="500"/>
                                        <p:tgtEl>
                                          <p:spTgt spid="50"/>
                                        </p:tgtEl>
                                        <p:attrNameLst>
                                          <p:attrName>ppt_h</p:attrName>
                                        </p:attrNameLst>
                                      </p:cBhvr>
                                      <p:tavLst>
                                        <p:tav fmla="" tm="0">
                                          <p:val>
                                            <p:strVal val="0"/>
                                          </p:val>
                                        </p:tav>
                                        <p:tav fmla="" tm="100000">
                                          <p:val>
                                            <p:strVal val="#ppt_h"/>
                                          </p:val>
                                        </p:tav>
                                      </p:tavLst>
                                    </p:anim>
                                  </p:childTnLst>
                                </p:cTn>
                              </p:par>
                            </p:childTnLst>
                          </p:cTn>
                        </p:par>
                        <p:par>
                          <p:cTn fill="hold">
                            <p:stCondLst>
                              <p:cond delay="3500"/>
                            </p:stCondLst>
                            <p:childTnLst>
                              <p:par>
                                <p:cTn fill="hold" nodeType="afterEffect" presetClass="entr" presetID="23" presetSubtype="16">
                                  <p:stCondLst>
                                    <p:cond delay="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p:tgtEl>
                                          <p:spTgt spid="49"/>
                                        </p:tgtEl>
                                        <p:attrNameLst>
                                          <p:attrName>ppt_w</p:attrName>
                                        </p:attrNameLst>
                                      </p:cBhvr>
                                      <p:tavLst>
                                        <p:tav fmla="" tm="0">
                                          <p:val>
                                            <p:strVal val="0"/>
                                          </p:val>
                                        </p:tav>
                                        <p:tav fmla="" tm="100000">
                                          <p:val>
                                            <p:strVal val="#ppt_w"/>
                                          </p:val>
                                        </p:tav>
                                      </p:tavLst>
                                    </p:anim>
                                    <p:anim calcmode="lin" valueType="num">
                                      <p:cBhvr additive="base">
                                        <p:cTn dur="500"/>
                                        <p:tgtEl>
                                          <p:spTgt spid="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8" name="Shape 1018"/>
        <p:cNvGrpSpPr/>
        <p:nvPr/>
      </p:nvGrpSpPr>
      <p:grpSpPr>
        <a:xfrm>
          <a:off x="0" y="0"/>
          <a:ext cx="0" cy="0"/>
          <a:chOff x="0" y="0"/>
          <a:chExt cx="0" cy="0"/>
        </a:xfrm>
      </p:grpSpPr>
      <p:sp>
        <p:nvSpPr>
          <p:cNvPr id="1019" name="Google Shape;1019;p7"/>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What is Project?</a:t>
            </a:r>
            <a:endParaRPr/>
          </a:p>
        </p:txBody>
      </p:sp>
      <p:sp>
        <p:nvSpPr>
          <p:cNvPr id="1020" name="Google Shape;1020;p7"/>
          <p:cNvSpPr txBox="1"/>
          <p:nvPr>
            <p:ph idx="4294967295"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A temporary endeavor undertaken to create a unique product or service</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cap="none" strike="noStrike">
                <a:solidFill>
                  <a:schemeClr val="dk1"/>
                </a:solidFill>
                <a:latin typeface="Garamond"/>
                <a:ea typeface="Garamond"/>
                <a:cs typeface="Garamond"/>
                <a:sym typeface="Garamond"/>
              </a:rPr>
              <a:t>						</a:t>
            </a:r>
            <a:r>
              <a:rPr b="0" i="0" lang="en-US" sz="1800" u="none" cap="none" strike="noStrike">
                <a:solidFill>
                  <a:schemeClr val="dk1"/>
                </a:solidFill>
                <a:latin typeface="Garamond"/>
                <a:ea typeface="Garamond"/>
                <a:cs typeface="Garamond"/>
                <a:sym typeface="Garamond"/>
              </a:rPr>
              <a:t>	(PMI, 2001)</a:t>
            </a:r>
            <a:endParaRPr/>
          </a:p>
          <a:p>
            <a:pPr indent="-342900" lvl="0" marL="342900" marR="0" rtl="0" algn="l">
              <a:lnSpc>
                <a:spcPct val="100000"/>
              </a:lnSpc>
              <a:spcBef>
                <a:spcPts val="360"/>
              </a:spcBef>
              <a:spcAft>
                <a:spcPts val="0"/>
              </a:spcAft>
              <a:buClr>
                <a:schemeClr val="dk1"/>
              </a:buClr>
              <a:buSzPts val="1800"/>
              <a:buFont typeface="Garamond"/>
              <a:buNone/>
            </a:pPr>
            <a:r>
              <a:t/>
            </a:r>
            <a:endParaRPr b="0" i="0" sz="1800" u="none" cap="none" strike="noStrike">
              <a:solidFill>
                <a:schemeClr val="dk1"/>
              </a:solidFill>
              <a:latin typeface="Garamond"/>
              <a:ea typeface="Garamond"/>
              <a:cs typeface="Garamond"/>
              <a:sym typeface="Garamond"/>
            </a:endParaRPr>
          </a:p>
          <a:p>
            <a:pPr indent="-342900" lvl="0" marL="342900" marR="0" rtl="0" algn="ctr">
              <a:lnSpc>
                <a:spcPct val="100000"/>
              </a:lnSpc>
              <a:spcBef>
                <a:spcPts val="400"/>
              </a:spcBef>
              <a:spcAft>
                <a:spcPts val="0"/>
              </a:spcAft>
              <a:buClr>
                <a:srgbClr val="FF0000"/>
              </a:buClr>
              <a:buSzPts val="2000"/>
              <a:buFont typeface="Garamond"/>
              <a:buNone/>
            </a:pPr>
            <a:r>
              <a:rPr b="0" i="1" lang="en-US" sz="2000" u="none" cap="none" strike="noStrike">
                <a:solidFill>
                  <a:srgbClr val="FF0000"/>
                </a:solidFill>
                <a:latin typeface="Garamond"/>
                <a:ea typeface="Garamond"/>
                <a:cs typeface="Garamond"/>
                <a:sym typeface="Garamond"/>
              </a:rPr>
              <a:t>A set of activities with an aim to acheive a certain goal within stipulated time frame consuming specific resources</a:t>
            </a:r>
            <a:endParaRPr/>
          </a:p>
          <a:p>
            <a:pPr indent="-228600" lvl="4" marL="2057400" marR="0" rtl="0" algn="l">
              <a:lnSpc>
                <a:spcPct val="100000"/>
              </a:lnSpc>
              <a:spcBef>
                <a:spcPts val="360"/>
              </a:spcBef>
              <a:spcAft>
                <a:spcPts val="0"/>
              </a:spcAft>
              <a:buClr>
                <a:schemeClr val="dk1"/>
              </a:buClr>
              <a:buSzPts val="1800"/>
              <a:buFont typeface="Garamond"/>
              <a:buNone/>
            </a:pPr>
            <a:r>
              <a:rPr b="0" i="0" lang="en-US" sz="1800" u="none" cap="none" strike="noStrike">
                <a:solidFill>
                  <a:schemeClr val="dk1"/>
                </a:solidFill>
                <a:latin typeface="Garamond"/>
                <a:ea typeface="Garamond"/>
                <a:cs typeface="Garamond"/>
                <a:sym typeface="Garamond"/>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4" name="Shape 1024"/>
        <p:cNvGrpSpPr/>
        <p:nvPr/>
      </p:nvGrpSpPr>
      <p:grpSpPr>
        <a:xfrm>
          <a:off x="0" y="0"/>
          <a:ext cx="0" cy="0"/>
          <a:chOff x="0" y="0"/>
          <a:chExt cx="0" cy="0"/>
        </a:xfrm>
      </p:grpSpPr>
      <p:sp>
        <p:nvSpPr>
          <p:cNvPr id="1025" name="Google Shape;1025;p8"/>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Project Targets</a:t>
            </a:r>
            <a:endParaRPr/>
          </a:p>
        </p:txBody>
      </p:sp>
      <p:pic>
        <p:nvPicPr>
          <p:cNvPr id="1026" name="Google Shape;1026;p8"/>
          <p:cNvPicPr preferRelativeResize="0"/>
          <p:nvPr>
            <p:ph idx="4294967295" type="body"/>
          </p:nvPr>
        </p:nvPicPr>
        <p:blipFill rotWithShape="1">
          <a:blip r:embed="rId3">
            <a:alphaModFix/>
          </a:blip>
          <a:srcRect b="0" l="0" r="0" t="0"/>
          <a:stretch/>
        </p:blipFill>
        <p:spPr>
          <a:xfrm>
            <a:off x="1176337" y="2011362"/>
            <a:ext cx="7785100" cy="426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0" name="Shape 1030"/>
        <p:cNvGrpSpPr/>
        <p:nvPr/>
      </p:nvGrpSpPr>
      <p:grpSpPr>
        <a:xfrm>
          <a:off x="0" y="0"/>
          <a:ext cx="0" cy="0"/>
          <a:chOff x="0" y="0"/>
          <a:chExt cx="0" cy="0"/>
        </a:xfrm>
      </p:grpSpPr>
      <p:sp>
        <p:nvSpPr>
          <p:cNvPr id="1031" name="Google Shape;1031;p9"/>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Characteristics of Project</a:t>
            </a:r>
            <a:endParaRPr/>
          </a:p>
        </p:txBody>
      </p:sp>
      <p:sp>
        <p:nvSpPr>
          <p:cNvPr id="1032" name="Google Shape;1032;p9"/>
          <p:cNvSpPr txBox="1"/>
          <p:nvPr>
            <p:ph idx="4294967295"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One time activity with quantifiable end results</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Existance of life cycle in project duration</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Set of Constraints</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Interdependance</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Uniqueness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6" name="Shape 1036"/>
        <p:cNvGrpSpPr/>
        <p:nvPr/>
      </p:nvGrpSpPr>
      <p:grpSpPr>
        <a:xfrm>
          <a:off x="0" y="0"/>
          <a:ext cx="0" cy="0"/>
          <a:chOff x="0" y="0"/>
          <a:chExt cx="0" cy="0"/>
        </a:xfrm>
      </p:grpSpPr>
      <p:sp>
        <p:nvSpPr>
          <p:cNvPr id="1037" name="Google Shape;1037;p10"/>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Approach to Constant Improvement</a:t>
            </a:r>
            <a:endParaRPr/>
          </a:p>
        </p:txBody>
      </p:sp>
      <p:pic>
        <p:nvPicPr>
          <p:cNvPr id="1038" name="Google Shape;1038;p10"/>
          <p:cNvPicPr preferRelativeResize="0"/>
          <p:nvPr>
            <p:ph idx="4294967295" type="body"/>
          </p:nvPr>
        </p:nvPicPr>
        <p:blipFill rotWithShape="1">
          <a:blip r:embed="rId3">
            <a:alphaModFix/>
          </a:blip>
          <a:srcRect b="0" l="0" r="0" t="0"/>
          <a:stretch/>
        </p:blipFill>
        <p:spPr>
          <a:xfrm>
            <a:off x="1163637" y="2011362"/>
            <a:ext cx="3957637" cy="4127500"/>
          </a:xfrm>
          <a:prstGeom prst="rect">
            <a:avLst/>
          </a:prstGeom>
          <a:noFill/>
          <a:ln>
            <a:noFill/>
          </a:ln>
        </p:spPr>
      </p:pic>
      <p:sp>
        <p:nvSpPr>
          <p:cNvPr id="1039" name="Google Shape;1039;p10"/>
          <p:cNvSpPr txBox="1"/>
          <p:nvPr/>
        </p:nvSpPr>
        <p:spPr>
          <a:xfrm>
            <a:off x="5791200" y="2362200"/>
            <a:ext cx="28702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Three Phases of PM</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ahoma"/>
                <a:ea typeface="Tahoma"/>
                <a:cs typeface="Tahoma"/>
                <a:sym typeface="Tahoma"/>
              </a:rPr>
              <a:t>Design it</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ahoma"/>
                <a:ea typeface="Tahoma"/>
                <a:cs typeface="Tahoma"/>
                <a:sym typeface="Tahoma"/>
              </a:rPr>
              <a:t>Do it</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Noto Sans Symbols"/>
              <a:buChar char="▪"/>
            </a:pPr>
            <a:r>
              <a:rPr b="0" i="0" lang="en-US" sz="2400" u="none" cap="none" strike="noStrike">
                <a:solidFill>
                  <a:schemeClr val="dk1"/>
                </a:solidFill>
                <a:latin typeface="Tahoma"/>
                <a:ea typeface="Tahoma"/>
                <a:cs typeface="Tahoma"/>
                <a:sym typeface="Tahoma"/>
              </a:rPr>
              <a:t>Develop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3" name="Shape 1043"/>
        <p:cNvGrpSpPr/>
        <p:nvPr/>
      </p:nvGrpSpPr>
      <p:grpSpPr>
        <a:xfrm>
          <a:off x="0" y="0"/>
          <a:ext cx="0" cy="0"/>
          <a:chOff x="0" y="0"/>
          <a:chExt cx="0" cy="0"/>
        </a:xfrm>
      </p:grpSpPr>
      <p:sp>
        <p:nvSpPr>
          <p:cNvPr id="1044" name="Google Shape;1044;p11"/>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Project as a Conversion Process</a:t>
            </a:r>
            <a:endParaRPr/>
          </a:p>
        </p:txBody>
      </p:sp>
      <p:pic>
        <p:nvPicPr>
          <p:cNvPr id="1045" name="Google Shape;1045;p11"/>
          <p:cNvPicPr preferRelativeResize="0"/>
          <p:nvPr>
            <p:ph idx="4294967295" type="body"/>
          </p:nvPr>
        </p:nvPicPr>
        <p:blipFill rotWithShape="1">
          <a:blip r:embed="rId3">
            <a:alphaModFix/>
          </a:blip>
          <a:srcRect b="0" l="0" r="0" t="0"/>
          <a:stretch/>
        </p:blipFill>
        <p:spPr>
          <a:xfrm>
            <a:off x="1169987" y="2011362"/>
            <a:ext cx="7797800" cy="4127500"/>
          </a:xfrm>
          <a:prstGeom prst="rect">
            <a:avLst/>
          </a:prstGeom>
          <a:noFill/>
          <a:ln>
            <a:noFill/>
          </a:ln>
        </p:spPr>
      </p:pic>
      <p:sp>
        <p:nvSpPr>
          <p:cNvPr id="1046" name="Google Shape;1046;p11"/>
          <p:cNvSpPr txBox="1"/>
          <p:nvPr/>
        </p:nvSpPr>
        <p:spPr>
          <a:xfrm>
            <a:off x="2971800" y="1981200"/>
            <a:ext cx="3886200" cy="8921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Constraints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Financial, Legal, Ethical, Environmental and so 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0" name="Shape 1050"/>
        <p:cNvGrpSpPr/>
        <p:nvPr/>
      </p:nvGrpSpPr>
      <p:grpSpPr>
        <a:xfrm>
          <a:off x="0" y="0"/>
          <a:ext cx="0" cy="0"/>
          <a:chOff x="0" y="0"/>
          <a:chExt cx="0" cy="0"/>
        </a:xfrm>
      </p:grpSpPr>
      <p:sp>
        <p:nvSpPr>
          <p:cNvPr id="1051" name="Google Shape;1051;p12"/>
          <p:cNvSpPr txBox="1"/>
          <p:nvPr>
            <p:ph idx="4294967295" type="body"/>
          </p:nvPr>
        </p:nvSpPr>
        <p:spPr>
          <a:xfrm>
            <a:off x="228600" y="2017712"/>
            <a:ext cx="8726487" cy="4535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None/>
            </a:pPr>
            <a:r>
              <a:rPr b="0" i="0" lang="en-US" sz="2800" u="none" cap="none" strike="noStrike">
                <a:solidFill>
                  <a:schemeClr val="dk1"/>
                </a:solidFill>
                <a:latin typeface="Garamond"/>
                <a:ea typeface="Garamond"/>
                <a:cs typeface="Garamond"/>
                <a:sym typeface="Garamond"/>
              </a:rPr>
              <a:t>     	  Project 		+	  Management	</a:t>
            </a:r>
            <a:endParaRPr/>
          </a:p>
        </p:txBody>
      </p:sp>
      <p:sp>
        <p:nvSpPr>
          <p:cNvPr id="1052" name="Google Shape;1052;p12"/>
          <p:cNvSpPr txBox="1"/>
          <p:nvPr>
            <p:ph idx="4294967295" type="title"/>
          </p:nvPr>
        </p:nvSpPr>
        <p:spPr>
          <a:xfrm>
            <a:off x="685800" y="681037"/>
            <a:ext cx="7772400" cy="47625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What is Project Management?</a:t>
            </a:r>
            <a:endParaRPr/>
          </a:p>
        </p:txBody>
      </p:sp>
      <p:sp>
        <p:nvSpPr>
          <p:cNvPr id="1053" name="Google Shape;1053;p12"/>
          <p:cNvSpPr txBox="1"/>
          <p:nvPr/>
        </p:nvSpPr>
        <p:spPr>
          <a:xfrm>
            <a:off x="838200" y="3429000"/>
            <a:ext cx="3048000" cy="1981200"/>
          </a:xfrm>
          <a:prstGeom prst="rect">
            <a:avLst/>
          </a:prstGeom>
          <a:solidFill>
            <a:srgbClr val="99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Specific Goal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Specific Resources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Specific Time Frame </a:t>
            </a:r>
            <a:endParaRPr b="0" i="0" sz="1400" u="none" cap="none" strike="noStrike">
              <a:solidFill>
                <a:srgbClr val="000000"/>
              </a:solidFill>
              <a:latin typeface="Arial"/>
              <a:ea typeface="Arial"/>
              <a:cs typeface="Arial"/>
              <a:sym typeface="Arial"/>
            </a:endParaRPr>
          </a:p>
        </p:txBody>
      </p:sp>
      <p:sp>
        <p:nvSpPr>
          <p:cNvPr id="1054" name="Google Shape;1054;p12"/>
          <p:cNvSpPr txBox="1"/>
          <p:nvPr/>
        </p:nvSpPr>
        <p:spPr>
          <a:xfrm>
            <a:off x="4800600" y="3429000"/>
            <a:ext cx="2971800" cy="1981200"/>
          </a:xfrm>
          <a:prstGeom prst="rect">
            <a:avLst/>
          </a:prstGeom>
          <a:solidFill>
            <a:srgbClr val="FFCC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Planning, Organizing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Staffing, Leading,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Controlling towards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goal attainment</a:t>
            </a:r>
            <a:endParaRPr b="0" i="0" sz="1400" u="none" cap="none" strike="noStrike">
              <a:solidFill>
                <a:srgbClr val="000000"/>
              </a:solidFill>
              <a:latin typeface="Arial"/>
              <a:ea typeface="Arial"/>
              <a:cs typeface="Arial"/>
              <a:sym typeface="Arial"/>
            </a:endParaRPr>
          </a:p>
        </p:txBody>
      </p:sp>
      <p:cxnSp>
        <p:nvCxnSpPr>
          <p:cNvPr id="1055" name="Google Shape;1055;p12"/>
          <p:cNvCxnSpPr/>
          <p:nvPr/>
        </p:nvCxnSpPr>
        <p:spPr>
          <a:xfrm>
            <a:off x="1981200" y="2743200"/>
            <a:ext cx="0" cy="533400"/>
          </a:xfrm>
          <a:prstGeom prst="straightConnector1">
            <a:avLst/>
          </a:prstGeom>
          <a:noFill/>
          <a:ln cap="flat" cmpd="sng" w="38100">
            <a:solidFill>
              <a:schemeClr val="dk1"/>
            </a:solidFill>
            <a:prstDash val="solid"/>
            <a:miter lim="800000"/>
            <a:headEnd len="sm" w="sm" type="none"/>
            <a:tailEnd len="med" w="med" type="triangle"/>
          </a:ln>
        </p:spPr>
      </p:cxnSp>
      <p:cxnSp>
        <p:nvCxnSpPr>
          <p:cNvPr id="1056" name="Google Shape;1056;p12"/>
          <p:cNvCxnSpPr/>
          <p:nvPr/>
        </p:nvCxnSpPr>
        <p:spPr>
          <a:xfrm>
            <a:off x="6400800" y="2743200"/>
            <a:ext cx="0" cy="533400"/>
          </a:xfrm>
          <a:prstGeom prst="straightConnector1">
            <a:avLst/>
          </a:prstGeom>
          <a:noFill/>
          <a:ln cap="flat" cmpd="sng" w="38100">
            <a:solidFill>
              <a:schemeClr val="dk1"/>
            </a:solidFill>
            <a:prstDash val="solid"/>
            <a:miter lim="800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0" name="Shape 1060"/>
        <p:cNvGrpSpPr/>
        <p:nvPr/>
      </p:nvGrpSpPr>
      <p:grpSpPr>
        <a:xfrm>
          <a:off x="0" y="0"/>
          <a:ext cx="0" cy="0"/>
          <a:chOff x="0" y="0"/>
          <a:chExt cx="0" cy="0"/>
        </a:xfrm>
      </p:grpSpPr>
      <p:sp>
        <p:nvSpPr>
          <p:cNvPr id="1061" name="Google Shape;1061;p13"/>
          <p:cNvSpPr txBox="1"/>
          <p:nvPr>
            <p:ph idx="4294967295" type="title"/>
          </p:nvPr>
        </p:nvSpPr>
        <p:spPr>
          <a:xfrm>
            <a:off x="685800" y="609600"/>
            <a:ext cx="7772400" cy="11430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Development of Project Management</a:t>
            </a:r>
            <a:endParaRPr/>
          </a:p>
        </p:txBody>
      </p:sp>
      <p:sp>
        <p:nvSpPr>
          <p:cNvPr id="1062" name="Google Shape;1062;p13"/>
          <p:cNvSpPr txBox="1"/>
          <p:nvPr>
            <p:ph idx="4294967295"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Expansion of knowledge and more segregation in academic discipline</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Complex demand for goods and services</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Globalization</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Cultural</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Environmental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6" name="Shape 1066"/>
        <p:cNvGrpSpPr/>
        <p:nvPr/>
      </p:nvGrpSpPr>
      <p:grpSpPr>
        <a:xfrm>
          <a:off x="0" y="0"/>
          <a:ext cx="0" cy="0"/>
          <a:chOff x="0" y="0"/>
          <a:chExt cx="0" cy="0"/>
        </a:xfrm>
      </p:grpSpPr>
      <p:sp>
        <p:nvSpPr>
          <p:cNvPr id="1067" name="Google Shape;1067;p14"/>
          <p:cNvSpPr txBox="1"/>
          <p:nvPr>
            <p:ph idx="4294967295" type="title"/>
          </p:nvPr>
        </p:nvSpPr>
        <p:spPr>
          <a:xfrm>
            <a:off x="685800" y="1096962"/>
            <a:ext cx="7772400" cy="595312"/>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Stages of Project Management</a:t>
            </a:r>
            <a:endParaRPr/>
          </a:p>
        </p:txBody>
      </p:sp>
      <p:sp>
        <p:nvSpPr>
          <p:cNvPr id="1068" name="Google Shape;1068;p14"/>
          <p:cNvSpPr txBox="1"/>
          <p:nvPr/>
        </p:nvSpPr>
        <p:spPr>
          <a:xfrm>
            <a:off x="4038600" y="20574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Define</a:t>
            </a:r>
            <a:endParaRPr b="0" i="0" sz="1400" u="none" cap="none" strike="noStrike">
              <a:solidFill>
                <a:srgbClr val="000000"/>
              </a:solidFill>
              <a:latin typeface="Arial"/>
              <a:ea typeface="Arial"/>
              <a:cs typeface="Arial"/>
              <a:sym typeface="Arial"/>
            </a:endParaRPr>
          </a:p>
        </p:txBody>
      </p:sp>
      <p:cxnSp>
        <p:nvCxnSpPr>
          <p:cNvPr id="1069" name="Google Shape;1069;p14"/>
          <p:cNvCxnSpPr/>
          <p:nvPr/>
        </p:nvCxnSpPr>
        <p:spPr>
          <a:xfrm>
            <a:off x="4648200" y="2514600"/>
            <a:ext cx="0" cy="228600"/>
          </a:xfrm>
          <a:prstGeom prst="straightConnector1">
            <a:avLst/>
          </a:prstGeom>
          <a:noFill/>
          <a:ln cap="flat" cmpd="sng" w="9525">
            <a:solidFill>
              <a:schemeClr val="dk1"/>
            </a:solidFill>
            <a:prstDash val="solid"/>
            <a:miter lim="800000"/>
            <a:headEnd len="sm" w="sm" type="none"/>
            <a:tailEnd len="med" w="med" type="triangle"/>
          </a:ln>
        </p:spPr>
      </p:cxnSp>
      <p:cxnSp>
        <p:nvCxnSpPr>
          <p:cNvPr id="1070" name="Google Shape;1070;p14"/>
          <p:cNvCxnSpPr/>
          <p:nvPr/>
        </p:nvCxnSpPr>
        <p:spPr>
          <a:xfrm>
            <a:off x="4648200" y="3276600"/>
            <a:ext cx="0" cy="228600"/>
          </a:xfrm>
          <a:prstGeom prst="straightConnector1">
            <a:avLst/>
          </a:prstGeom>
          <a:noFill/>
          <a:ln cap="flat" cmpd="sng" w="9525">
            <a:solidFill>
              <a:schemeClr val="dk1"/>
            </a:solidFill>
            <a:prstDash val="solid"/>
            <a:miter lim="800000"/>
            <a:headEnd len="sm" w="sm" type="none"/>
            <a:tailEnd len="med" w="med" type="triangle"/>
          </a:ln>
        </p:spPr>
      </p:cxnSp>
      <p:cxnSp>
        <p:nvCxnSpPr>
          <p:cNvPr id="1071" name="Google Shape;1071;p14"/>
          <p:cNvCxnSpPr/>
          <p:nvPr/>
        </p:nvCxnSpPr>
        <p:spPr>
          <a:xfrm>
            <a:off x="3048000" y="4495800"/>
            <a:ext cx="3352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072" name="Google Shape;1072;p14"/>
          <p:cNvCxnSpPr/>
          <p:nvPr/>
        </p:nvCxnSpPr>
        <p:spPr>
          <a:xfrm>
            <a:off x="4648200" y="4572000"/>
            <a:ext cx="0" cy="304800"/>
          </a:xfrm>
          <a:prstGeom prst="straightConnector1">
            <a:avLst/>
          </a:prstGeom>
          <a:noFill/>
          <a:ln cap="flat" cmpd="sng" w="9525">
            <a:solidFill>
              <a:schemeClr val="dk1"/>
            </a:solidFill>
            <a:prstDash val="solid"/>
            <a:miter lim="800000"/>
            <a:headEnd len="sm" w="sm" type="none"/>
            <a:tailEnd len="med" w="med" type="triangle"/>
          </a:ln>
        </p:spPr>
      </p:cxnSp>
      <p:cxnSp>
        <p:nvCxnSpPr>
          <p:cNvPr id="1073" name="Google Shape;1073;p14"/>
          <p:cNvCxnSpPr/>
          <p:nvPr/>
        </p:nvCxnSpPr>
        <p:spPr>
          <a:xfrm>
            <a:off x="4648200" y="5562600"/>
            <a:ext cx="0" cy="304800"/>
          </a:xfrm>
          <a:prstGeom prst="straightConnector1">
            <a:avLst/>
          </a:prstGeom>
          <a:noFill/>
          <a:ln cap="flat" cmpd="sng" w="9525">
            <a:solidFill>
              <a:schemeClr val="dk1"/>
            </a:solidFill>
            <a:prstDash val="solid"/>
            <a:miter lim="800000"/>
            <a:headEnd len="sm" w="sm" type="none"/>
            <a:tailEnd len="med" w="med" type="triangle"/>
          </a:ln>
        </p:spPr>
      </p:cxnSp>
      <p:sp>
        <p:nvSpPr>
          <p:cNvPr id="1074" name="Google Shape;1074;p14"/>
          <p:cNvSpPr txBox="1"/>
          <p:nvPr/>
        </p:nvSpPr>
        <p:spPr>
          <a:xfrm>
            <a:off x="4038600" y="28194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Plan</a:t>
            </a:r>
            <a:endParaRPr b="0" i="0" sz="1400" u="none" cap="none" strike="noStrike">
              <a:solidFill>
                <a:srgbClr val="000000"/>
              </a:solidFill>
              <a:latin typeface="Arial"/>
              <a:ea typeface="Arial"/>
              <a:cs typeface="Arial"/>
              <a:sym typeface="Arial"/>
            </a:endParaRPr>
          </a:p>
        </p:txBody>
      </p:sp>
      <p:sp>
        <p:nvSpPr>
          <p:cNvPr id="1075" name="Google Shape;1075;p14"/>
          <p:cNvSpPr txBox="1"/>
          <p:nvPr/>
        </p:nvSpPr>
        <p:spPr>
          <a:xfrm>
            <a:off x="4038600" y="35814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Implement</a:t>
            </a:r>
            <a:endParaRPr b="0" i="0" sz="1400" u="none" cap="none" strike="noStrike">
              <a:solidFill>
                <a:srgbClr val="000000"/>
              </a:solidFill>
              <a:latin typeface="Arial"/>
              <a:ea typeface="Arial"/>
              <a:cs typeface="Arial"/>
              <a:sym typeface="Arial"/>
            </a:endParaRPr>
          </a:p>
        </p:txBody>
      </p:sp>
      <p:sp>
        <p:nvSpPr>
          <p:cNvPr id="1076" name="Google Shape;1076;p14"/>
          <p:cNvSpPr txBox="1"/>
          <p:nvPr/>
        </p:nvSpPr>
        <p:spPr>
          <a:xfrm>
            <a:off x="1676400" y="42672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Monitor</a:t>
            </a:r>
            <a:endParaRPr b="0" i="0" sz="1400" u="none" cap="none" strike="noStrike">
              <a:solidFill>
                <a:srgbClr val="000000"/>
              </a:solidFill>
              <a:latin typeface="Arial"/>
              <a:ea typeface="Arial"/>
              <a:cs typeface="Arial"/>
              <a:sym typeface="Arial"/>
            </a:endParaRPr>
          </a:p>
        </p:txBody>
      </p:sp>
      <p:sp>
        <p:nvSpPr>
          <p:cNvPr id="1077" name="Google Shape;1077;p14"/>
          <p:cNvSpPr txBox="1"/>
          <p:nvPr/>
        </p:nvSpPr>
        <p:spPr>
          <a:xfrm>
            <a:off x="6477000" y="42672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Adjust</a:t>
            </a:r>
            <a:endParaRPr b="0" i="0" sz="1400" u="none" cap="none" strike="noStrike">
              <a:solidFill>
                <a:srgbClr val="000000"/>
              </a:solidFill>
              <a:latin typeface="Arial"/>
              <a:ea typeface="Arial"/>
              <a:cs typeface="Arial"/>
              <a:sym typeface="Arial"/>
            </a:endParaRPr>
          </a:p>
        </p:txBody>
      </p:sp>
      <p:sp>
        <p:nvSpPr>
          <p:cNvPr id="1078" name="Google Shape;1078;p14"/>
          <p:cNvSpPr txBox="1"/>
          <p:nvPr/>
        </p:nvSpPr>
        <p:spPr>
          <a:xfrm>
            <a:off x="4038600" y="5029200"/>
            <a:ext cx="12954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Evaluate</a:t>
            </a:r>
            <a:endParaRPr b="0" i="0" sz="1400" u="none" cap="none" strike="noStrike">
              <a:solidFill>
                <a:srgbClr val="000000"/>
              </a:solidFill>
              <a:latin typeface="Arial"/>
              <a:ea typeface="Arial"/>
              <a:cs typeface="Arial"/>
              <a:sym typeface="Arial"/>
            </a:endParaRPr>
          </a:p>
        </p:txBody>
      </p:sp>
      <p:sp>
        <p:nvSpPr>
          <p:cNvPr id="1079" name="Google Shape;1079;p14"/>
          <p:cNvSpPr txBox="1"/>
          <p:nvPr/>
        </p:nvSpPr>
        <p:spPr>
          <a:xfrm>
            <a:off x="3889375" y="6019800"/>
            <a:ext cx="1600200" cy="381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Celebrate ☺</a:t>
            </a:r>
            <a:endParaRPr b="0" i="0" sz="1400" u="none" cap="none" strike="noStrike">
              <a:solidFill>
                <a:srgbClr val="000000"/>
              </a:solidFill>
              <a:latin typeface="Arial"/>
              <a:ea typeface="Arial"/>
              <a:cs typeface="Arial"/>
              <a:sym typeface="Arial"/>
            </a:endParaRPr>
          </a:p>
        </p:txBody>
      </p:sp>
      <p:cxnSp>
        <p:nvCxnSpPr>
          <p:cNvPr id="1080" name="Google Shape;1080;p14"/>
          <p:cNvCxnSpPr/>
          <p:nvPr/>
        </p:nvCxnSpPr>
        <p:spPr>
          <a:xfrm rot="10800000">
            <a:off x="5410200" y="3733800"/>
            <a:ext cx="1295400" cy="457200"/>
          </a:xfrm>
          <a:prstGeom prst="straightConnector1">
            <a:avLst/>
          </a:prstGeom>
          <a:noFill/>
          <a:ln cap="flat" cmpd="sng" w="9525">
            <a:solidFill>
              <a:schemeClr val="dk1"/>
            </a:solidFill>
            <a:prstDash val="solid"/>
            <a:miter lim="800000"/>
            <a:headEnd len="sm" w="sm" type="none"/>
            <a:tailEnd len="med" w="med" type="triangle"/>
          </a:ln>
        </p:spPr>
      </p:cxnSp>
      <p:cxnSp>
        <p:nvCxnSpPr>
          <p:cNvPr id="1081" name="Google Shape;1081;p14"/>
          <p:cNvCxnSpPr/>
          <p:nvPr/>
        </p:nvCxnSpPr>
        <p:spPr>
          <a:xfrm flipH="1">
            <a:off x="2590800" y="3733800"/>
            <a:ext cx="1295400" cy="457200"/>
          </a:xfrm>
          <a:prstGeom prst="straightConnector1">
            <a:avLst/>
          </a:prstGeom>
          <a:noFill/>
          <a:ln cap="flat" cmpd="sng" w="9525">
            <a:solidFill>
              <a:schemeClr val="dk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5" name="Shape 1085"/>
        <p:cNvGrpSpPr/>
        <p:nvPr/>
      </p:nvGrpSpPr>
      <p:grpSpPr>
        <a:xfrm>
          <a:off x="0" y="0"/>
          <a:ext cx="0" cy="0"/>
          <a:chOff x="0" y="0"/>
          <a:chExt cx="0" cy="0"/>
        </a:xfrm>
      </p:grpSpPr>
      <p:sp>
        <p:nvSpPr>
          <p:cNvPr id="1086" name="Google Shape;1086;p15"/>
          <p:cNvSpPr txBox="1"/>
          <p:nvPr>
            <p:ph idx="4294967295" type="title"/>
          </p:nvPr>
        </p:nvSpPr>
        <p:spPr>
          <a:xfrm>
            <a:off x="1150937" y="152400"/>
            <a:ext cx="7793037" cy="6858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2"/>
              </a:buClr>
              <a:buSzPts val="4000"/>
              <a:buFont typeface="Garamond"/>
              <a:buNone/>
            </a:pPr>
            <a:r>
              <a:rPr b="0" i="0" lang="en-US" sz="4000" u="none" cap="none" strike="noStrike">
                <a:solidFill>
                  <a:schemeClr val="dk2"/>
                </a:solidFill>
                <a:latin typeface="Garamond"/>
                <a:ea typeface="Garamond"/>
                <a:cs typeface="Garamond"/>
                <a:sym typeface="Garamond"/>
              </a:rPr>
              <a:t>Project Management Coverage</a:t>
            </a:r>
            <a:endParaRPr/>
          </a:p>
        </p:txBody>
      </p:sp>
      <p:sp>
        <p:nvSpPr>
          <p:cNvPr id="1087" name="Google Shape;1087;p15"/>
          <p:cNvSpPr/>
          <p:nvPr/>
        </p:nvSpPr>
        <p:spPr>
          <a:xfrm>
            <a:off x="52387" y="838200"/>
            <a:ext cx="5281612" cy="5929312"/>
          </a:xfrm>
          <a:prstGeom prst="roundRect">
            <a:avLst>
              <a:gd fmla="val 16667" name="adj"/>
            </a:avLst>
          </a:prstGeom>
          <a:solidFill>
            <a:srgbClr val="FFCC66"/>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Earth/Universe Level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088" name="Google Shape;1088;p15"/>
          <p:cNvSpPr txBox="1"/>
          <p:nvPr/>
        </p:nvSpPr>
        <p:spPr>
          <a:xfrm>
            <a:off x="166687" y="1781175"/>
            <a:ext cx="5029200" cy="4029075"/>
          </a:xfrm>
          <a:prstGeom prst="rect">
            <a:avLst/>
          </a:prstGeom>
          <a:solidFill>
            <a:srgbClr val="99FF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0"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Regional/Inter-continental Level</a:t>
            </a:r>
            <a:endParaRPr b="0" i="0" sz="1400" u="none" cap="none" strike="noStrike">
              <a:solidFill>
                <a:srgbClr val="000000"/>
              </a:solidFill>
              <a:latin typeface="Arial"/>
              <a:ea typeface="Arial"/>
              <a:cs typeface="Arial"/>
              <a:sym typeface="Arial"/>
            </a:endParaRPr>
          </a:p>
        </p:txBody>
      </p:sp>
      <p:sp>
        <p:nvSpPr>
          <p:cNvPr id="1089" name="Google Shape;1089;p15"/>
          <p:cNvSpPr/>
          <p:nvPr/>
        </p:nvSpPr>
        <p:spPr>
          <a:xfrm>
            <a:off x="261937" y="1885950"/>
            <a:ext cx="4829175" cy="3490912"/>
          </a:xfrm>
          <a:prstGeom prst="ellipse">
            <a:avLst/>
          </a:prstGeom>
          <a:solidFill>
            <a:srgbClr val="9966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National Level</a:t>
            </a:r>
            <a:endParaRPr b="0" i="0" sz="1400" u="none" cap="none" strike="noStrike">
              <a:solidFill>
                <a:srgbClr val="000000"/>
              </a:solidFill>
              <a:latin typeface="Arial"/>
              <a:ea typeface="Arial"/>
              <a:cs typeface="Arial"/>
              <a:sym typeface="Arial"/>
            </a:endParaRPr>
          </a:p>
        </p:txBody>
      </p:sp>
      <p:sp>
        <p:nvSpPr>
          <p:cNvPr id="1090" name="Google Shape;1090;p15"/>
          <p:cNvSpPr/>
          <p:nvPr/>
        </p:nvSpPr>
        <p:spPr>
          <a:xfrm>
            <a:off x="1157287" y="1905000"/>
            <a:ext cx="3057525" cy="2971800"/>
          </a:xfrm>
          <a:prstGeom prst="triangle">
            <a:avLst>
              <a:gd fmla="val 50000" name="adj"/>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imes New Roman"/>
              <a:buNone/>
            </a:pPr>
            <a:r>
              <a:t/>
            </a:r>
            <a:endParaRPr b="1" i="0" sz="1800" u="none" cap="none" strike="noStrike">
              <a:solidFill>
                <a:schemeClr val="dk1"/>
              </a:solidFill>
              <a:latin typeface="Tahoma"/>
              <a:ea typeface="Tahoma"/>
              <a:cs typeface="Tahoma"/>
              <a:sym typeface="Tahoma"/>
            </a:endParaRPr>
          </a:p>
          <a:p>
            <a:pPr indent="0" lvl="0" marL="0" marR="0" rtl="0" algn="ctr">
              <a:lnSpc>
                <a:spcPct val="100000"/>
              </a:lnSpc>
              <a:spcBef>
                <a:spcPts val="0"/>
              </a:spcBef>
              <a:spcAft>
                <a:spcPts val="0"/>
              </a:spcAft>
              <a:buClr>
                <a:schemeClr val="dk1"/>
              </a:buClr>
              <a:buSzPts val="1800"/>
              <a:buFont typeface="Tahoma"/>
              <a:buNone/>
            </a:pPr>
            <a:r>
              <a:rPr b="1" i="0" lang="en-US" sz="1800" u="none" cap="none" strike="noStrike">
                <a:solidFill>
                  <a:schemeClr val="dk1"/>
                </a:solidFill>
                <a:latin typeface="Tahoma"/>
                <a:ea typeface="Tahoma"/>
                <a:cs typeface="Tahoma"/>
                <a:sym typeface="Tahoma"/>
              </a:rPr>
              <a:t>Company Level</a:t>
            </a:r>
            <a:endParaRPr b="0" i="0" sz="1400" u="none" cap="none" strike="noStrike">
              <a:solidFill>
                <a:srgbClr val="000000"/>
              </a:solidFill>
              <a:latin typeface="Arial"/>
              <a:ea typeface="Arial"/>
              <a:cs typeface="Arial"/>
              <a:sym typeface="Arial"/>
            </a:endParaRPr>
          </a:p>
        </p:txBody>
      </p:sp>
      <p:sp>
        <p:nvSpPr>
          <p:cNvPr id="1091" name="Google Shape;1091;p15"/>
          <p:cNvSpPr txBox="1"/>
          <p:nvPr/>
        </p:nvSpPr>
        <p:spPr>
          <a:xfrm>
            <a:off x="5562600" y="914400"/>
            <a:ext cx="3533775" cy="5715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Project Management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is the tool to achieve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Goals at any level-</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ahoma"/>
              <a:ea typeface="Tahoma"/>
              <a:cs typeface="Tahoma"/>
              <a:sym typeface="Tahoma"/>
            </a:endParaRPr>
          </a:p>
          <a:p>
            <a:pPr indent="0" lvl="0" marL="0" marR="0" rtl="0" algn="l">
              <a:lnSpc>
                <a:spcPct val="12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By initiating task, action</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and activity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5" name="Shape 1095"/>
        <p:cNvGrpSpPr/>
        <p:nvPr/>
      </p:nvGrpSpPr>
      <p:grpSpPr>
        <a:xfrm>
          <a:off x="0" y="0"/>
          <a:ext cx="0" cy="0"/>
          <a:chOff x="0" y="0"/>
          <a:chExt cx="0" cy="0"/>
        </a:xfrm>
      </p:grpSpPr>
      <p:sp>
        <p:nvSpPr>
          <p:cNvPr id="1096" name="Google Shape;1096;p16"/>
          <p:cNvSpPr txBox="1"/>
          <p:nvPr>
            <p:ph type="title"/>
          </p:nvPr>
        </p:nvSpPr>
        <p:spPr>
          <a:xfrm>
            <a:off x="228600" y="152400"/>
            <a:ext cx="86106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Work breakdown structure</a:t>
            </a:r>
            <a:endParaRPr/>
          </a:p>
        </p:txBody>
      </p:sp>
      <p:sp>
        <p:nvSpPr>
          <p:cNvPr id="1097" name="Google Shape;1097;p16"/>
          <p:cNvSpPr txBox="1"/>
          <p:nvPr>
            <p:ph idx="1" type="body"/>
          </p:nvPr>
        </p:nvSpPr>
        <p:spPr>
          <a:xfrm>
            <a:off x="228600" y="762000"/>
            <a:ext cx="8686800" cy="5334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A method of breaking down a project into individual elements ( components, subcomponents, activities and tasks) in a hierarchical structure which can be scheduled</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It defines tasks that can be completed independently of other tasks, facilitating resource allocation, assignment of responsibilities and measurement and control of the project</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It is foundation of project planning</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It is developed before identification of dependencies  and estimation of activity durations</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It can be used to identify the tasks in the CPM and PERT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7">
                                            <p:txEl>
                                              <p:pRg end="0" st="0"/>
                                            </p:txEl>
                                          </p:spTgt>
                                        </p:tgtEl>
                                        <p:attrNameLst>
                                          <p:attrName>style.visibility</p:attrName>
                                        </p:attrNameLst>
                                      </p:cBhvr>
                                      <p:to>
                                        <p:strVal val="visible"/>
                                      </p:to>
                                    </p:set>
                                    <p:anim calcmode="lin" valueType="num">
                                      <p:cBhvr additive="base">
                                        <p:cTn dur="500"/>
                                        <p:tgtEl>
                                          <p:spTgt spid="109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7">
                                            <p:txEl>
                                              <p:pRg end="1" st="1"/>
                                            </p:txEl>
                                          </p:spTgt>
                                        </p:tgtEl>
                                        <p:attrNameLst>
                                          <p:attrName>style.visibility</p:attrName>
                                        </p:attrNameLst>
                                      </p:cBhvr>
                                      <p:to>
                                        <p:strVal val="visible"/>
                                      </p:to>
                                    </p:set>
                                    <p:anim calcmode="lin" valueType="num">
                                      <p:cBhvr additive="base">
                                        <p:cTn dur="500"/>
                                        <p:tgtEl>
                                          <p:spTgt spid="109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7">
                                            <p:txEl>
                                              <p:pRg end="2" st="2"/>
                                            </p:txEl>
                                          </p:spTgt>
                                        </p:tgtEl>
                                        <p:attrNameLst>
                                          <p:attrName>style.visibility</p:attrName>
                                        </p:attrNameLst>
                                      </p:cBhvr>
                                      <p:to>
                                        <p:strVal val="visible"/>
                                      </p:to>
                                    </p:set>
                                    <p:anim calcmode="lin" valueType="num">
                                      <p:cBhvr additive="base">
                                        <p:cTn dur="500"/>
                                        <p:tgtEl>
                                          <p:spTgt spid="109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7">
                                            <p:txEl>
                                              <p:pRg end="3" st="3"/>
                                            </p:txEl>
                                          </p:spTgt>
                                        </p:tgtEl>
                                        <p:attrNameLst>
                                          <p:attrName>style.visibility</p:attrName>
                                        </p:attrNameLst>
                                      </p:cBhvr>
                                      <p:to>
                                        <p:strVal val="visible"/>
                                      </p:to>
                                    </p:set>
                                    <p:anim calcmode="lin" valueType="num">
                                      <p:cBhvr additive="base">
                                        <p:cTn dur="500"/>
                                        <p:tgtEl>
                                          <p:spTgt spid="109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97">
                                            <p:txEl>
                                              <p:pRg end="4" st="4"/>
                                            </p:txEl>
                                          </p:spTgt>
                                        </p:tgtEl>
                                        <p:attrNameLst>
                                          <p:attrName>style.visibility</p:attrName>
                                        </p:attrNameLst>
                                      </p:cBhvr>
                                      <p:to>
                                        <p:strVal val="visible"/>
                                      </p:to>
                                    </p:set>
                                    <p:anim calcmode="lin" valueType="num">
                                      <p:cBhvr additive="base">
                                        <p:cTn dur="500"/>
                                        <p:tgtEl>
                                          <p:spTgt spid="109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1" name="Shape 1101"/>
        <p:cNvGrpSpPr/>
        <p:nvPr/>
      </p:nvGrpSpPr>
      <p:grpSpPr>
        <a:xfrm>
          <a:off x="0" y="0"/>
          <a:ext cx="0" cy="0"/>
          <a:chOff x="0" y="0"/>
          <a:chExt cx="0" cy="0"/>
        </a:xfrm>
      </p:grpSpPr>
      <p:grpSp>
        <p:nvGrpSpPr>
          <p:cNvPr id="1102" name="Google Shape;1102;p17"/>
          <p:cNvGrpSpPr/>
          <p:nvPr/>
        </p:nvGrpSpPr>
        <p:grpSpPr>
          <a:xfrm>
            <a:off x="381000" y="381000"/>
            <a:ext cx="8534400" cy="5867400"/>
            <a:chOff x="240" y="240"/>
            <a:chExt cx="5376" cy="3696"/>
          </a:xfrm>
        </p:grpSpPr>
        <p:grpSp>
          <p:nvGrpSpPr>
            <p:cNvPr id="1103" name="Google Shape;1103;p17"/>
            <p:cNvGrpSpPr/>
            <p:nvPr/>
          </p:nvGrpSpPr>
          <p:grpSpPr>
            <a:xfrm>
              <a:off x="240" y="240"/>
              <a:ext cx="5376" cy="3696"/>
              <a:chOff x="288" y="336"/>
              <a:chExt cx="5376" cy="3696"/>
            </a:xfrm>
          </p:grpSpPr>
          <p:sp>
            <p:nvSpPr>
              <p:cNvPr id="1104" name="Google Shape;1104;p17"/>
              <p:cNvSpPr/>
              <p:nvPr/>
            </p:nvSpPr>
            <p:spPr>
              <a:xfrm>
                <a:off x="288" y="336"/>
                <a:ext cx="5376" cy="369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1105" name="Google Shape;1105;p17"/>
              <p:cNvPicPr preferRelativeResize="0"/>
              <p:nvPr/>
            </p:nvPicPr>
            <p:blipFill rotWithShape="1">
              <a:blip r:embed="rId3">
                <a:alphaModFix/>
              </a:blip>
              <a:srcRect b="0" l="0" r="0" t="0"/>
              <a:stretch/>
            </p:blipFill>
            <p:spPr>
              <a:xfrm>
                <a:off x="384" y="480"/>
                <a:ext cx="5182" cy="3398"/>
              </a:xfrm>
              <a:prstGeom prst="rect">
                <a:avLst/>
              </a:prstGeom>
              <a:noFill/>
              <a:ln>
                <a:noFill/>
              </a:ln>
            </p:spPr>
          </p:pic>
        </p:grpSp>
        <p:sp>
          <p:nvSpPr>
            <p:cNvPr id="1106" name="Google Shape;1106;p17"/>
            <p:cNvSpPr txBox="1"/>
            <p:nvPr/>
          </p:nvSpPr>
          <p:spPr>
            <a:xfrm>
              <a:off x="1392" y="3360"/>
              <a:ext cx="3168" cy="420"/>
            </a:xfrm>
            <a:prstGeom prst="rect">
              <a:avLst/>
            </a:prstGeom>
            <a:noFill/>
            <a:ln cap="flat" cmpd="sng" w="25400">
              <a:solidFill>
                <a:schemeClr val="dk1"/>
              </a:solidFill>
              <a:prstDash val="solid"/>
              <a:miter lim="800000"/>
              <a:headEnd len="sm" w="sm" type="none"/>
              <a:tailEnd len="sm" w="sm" type="none"/>
            </a:ln>
            <a:effectLst>
              <a:outerShdw blurRad="63500" dir="2700000" dist="35921">
                <a:schemeClr val="lt2">
                  <a:alpha val="48235"/>
                </a:scheme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Helvetica Neue"/>
                <a:buNone/>
              </a:pPr>
              <a:r>
                <a:rPr b="0" i="0" lang="en-US" sz="1800" u="none" cap="none" strike="noStrike">
                  <a:solidFill>
                    <a:schemeClr val="dk1"/>
                  </a:solidFill>
                  <a:latin typeface="Helvetica Neue"/>
                  <a:ea typeface="Helvetica Neue"/>
                  <a:cs typeface="Helvetica Neue"/>
                  <a:sym typeface="Helvetica Neue"/>
                </a:rPr>
                <a:t>Work Breakdown Structure for Computer Order Processing System Project</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0" name="Shape 1110"/>
        <p:cNvGrpSpPr/>
        <p:nvPr/>
      </p:nvGrpSpPr>
      <p:grpSpPr>
        <a:xfrm>
          <a:off x="0" y="0"/>
          <a:ext cx="0" cy="0"/>
          <a:chOff x="0" y="0"/>
          <a:chExt cx="0" cy="0"/>
        </a:xfrm>
      </p:grpSpPr>
      <p:sp>
        <p:nvSpPr>
          <p:cNvPr id="1111" name="Google Shape;1111;p18"/>
          <p:cNvSpPr txBox="1"/>
          <p:nvPr>
            <p:ph type="title"/>
          </p:nvPr>
        </p:nvSpPr>
        <p:spPr>
          <a:xfrm>
            <a:off x="304800" y="304800"/>
            <a:ext cx="86868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Project Scheduling and Control Techniques</a:t>
            </a:r>
            <a:endParaRPr/>
          </a:p>
        </p:txBody>
      </p:sp>
      <p:sp>
        <p:nvSpPr>
          <p:cNvPr id="1112" name="Google Shape;1112;p18"/>
          <p:cNvSpPr txBox="1"/>
          <p:nvPr/>
        </p:nvSpPr>
        <p:spPr>
          <a:xfrm>
            <a:off x="990600" y="1066800"/>
            <a:ext cx="28194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Gantt Chart</a:t>
            </a:r>
            <a:endParaRPr b="0" i="0" sz="1400" u="none" cap="none" strike="noStrike">
              <a:solidFill>
                <a:srgbClr val="000000"/>
              </a:solidFill>
              <a:latin typeface="Arial"/>
              <a:ea typeface="Arial"/>
              <a:cs typeface="Arial"/>
              <a:sym typeface="Arial"/>
            </a:endParaRPr>
          </a:p>
        </p:txBody>
      </p:sp>
      <p:sp>
        <p:nvSpPr>
          <p:cNvPr id="1113" name="Google Shape;1113;p18"/>
          <p:cNvSpPr txBox="1"/>
          <p:nvPr/>
        </p:nvSpPr>
        <p:spPr>
          <a:xfrm>
            <a:off x="990600" y="1676400"/>
            <a:ext cx="49530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Critical Path Method (CPM)</a:t>
            </a:r>
            <a:endParaRPr b="0" i="0" sz="1400" u="none" cap="none" strike="noStrike">
              <a:solidFill>
                <a:srgbClr val="000000"/>
              </a:solidFill>
              <a:latin typeface="Arial"/>
              <a:ea typeface="Arial"/>
              <a:cs typeface="Arial"/>
              <a:sym typeface="Arial"/>
            </a:endParaRPr>
          </a:p>
        </p:txBody>
      </p:sp>
      <p:sp>
        <p:nvSpPr>
          <p:cNvPr id="1114" name="Google Shape;1114;p18"/>
          <p:cNvSpPr txBox="1"/>
          <p:nvPr/>
        </p:nvSpPr>
        <p:spPr>
          <a:xfrm>
            <a:off x="990600" y="2209800"/>
            <a:ext cx="80010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Program Evaluation and Review Technique (PERT)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12"/>
                                        </p:tgtEl>
                                        <p:attrNameLst>
                                          <p:attrName>style.visibility</p:attrName>
                                        </p:attrNameLst>
                                      </p:cBhvr>
                                      <p:to>
                                        <p:strVal val="visible"/>
                                      </p:to>
                                    </p:set>
                                    <p:anim calcmode="lin" valueType="num">
                                      <p:cBhvr additive="base">
                                        <p:cTn dur="500"/>
                                        <p:tgtEl>
                                          <p:spTgt spid="111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13"/>
                                        </p:tgtEl>
                                        <p:attrNameLst>
                                          <p:attrName>style.visibility</p:attrName>
                                        </p:attrNameLst>
                                      </p:cBhvr>
                                      <p:to>
                                        <p:strVal val="visible"/>
                                      </p:to>
                                    </p:set>
                                    <p:anim calcmode="lin" valueType="num">
                                      <p:cBhvr additive="base">
                                        <p:cTn dur="500"/>
                                        <p:tgtEl>
                                          <p:spTgt spid="111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14"/>
                                        </p:tgtEl>
                                        <p:attrNameLst>
                                          <p:attrName>style.visibility</p:attrName>
                                        </p:attrNameLst>
                                      </p:cBhvr>
                                      <p:to>
                                        <p:strVal val="visible"/>
                                      </p:to>
                                    </p:set>
                                    <p:anim calcmode="lin" valueType="num">
                                      <p:cBhvr additive="base">
                                        <p:cTn dur="500"/>
                                        <p:tgtEl>
                                          <p:spTgt spid="111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8" name="Shape 1118"/>
        <p:cNvGrpSpPr/>
        <p:nvPr/>
      </p:nvGrpSpPr>
      <p:grpSpPr>
        <a:xfrm>
          <a:off x="0" y="0"/>
          <a:ext cx="0" cy="0"/>
          <a:chOff x="0" y="0"/>
          <a:chExt cx="0" cy="0"/>
        </a:xfrm>
      </p:grpSpPr>
      <p:pic>
        <p:nvPicPr>
          <p:cNvPr id="1119" name="Google Shape;1119;p19"/>
          <p:cNvPicPr preferRelativeResize="0"/>
          <p:nvPr/>
        </p:nvPicPr>
        <p:blipFill rotWithShape="1">
          <a:blip r:embed="rId3">
            <a:alphaModFix/>
          </a:blip>
          <a:srcRect b="0" l="0" r="0" t="0"/>
          <a:stretch/>
        </p:blipFill>
        <p:spPr>
          <a:xfrm>
            <a:off x="152400" y="2743200"/>
            <a:ext cx="8839200" cy="3621087"/>
          </a:xfrm>
          <a:prstGeom prst="rect">
            <a:avLst/>
          </a:prstGeom>
          <a:noFill/>
          <a:ln>
            <a:noFill/>
          </a:ln>
        </p:spPr>
      </p:pic>
      <p:sp>
        <p:nvSpPr>
          <p:cNvPr id="1120" name="Google Shape;1120;p19"/>
          <p:cNvSpPr txBox="1"/>
          <p:nvPr/>
        </p:nvSpPr>
        <p:spPr>
          <a:xfrm>
            <a:off x="304800" y="1219200"/>
            <a:ext cx="8839200" cy="1370012"/>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accent2"/>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Graph or bar chart with a bar for each project activity that shows  passage of time</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1200"/>
              </a:spcBef>
              <a:spcAft>
                <a:spcPts val="0"/>
              </a:spcAft>
              <a:buClr>
                <a:schemeClr val="accent2"/>
              </a:buClr>
              <a:buSzPts val="2400"/>
              <a:buFont typeface="Noto Sans Symbols"/>
              <a:buChar char="⬥"/>
            </a:pPr>
            <a:r>
              <a:rPr b="0" i="0" lang="en-US" sz="2400" u="none" cap="none" strike="noStrike">
                <a:solidFill>
                  <a:schemeClr val="dk1"/>
                </a:solidFill>
                <a:latin typeface="Times New Roman"/>
                <a:ea typeface="Times New Roman"/>
                <a:cs typeface="Times New Roman"/>
                <a:sym typeface="Times New Roman"/>
              </a:rPr>
              <a:t>Provides visual display of project schedule</a:t>
            </a:r>
            <a:endParaRPr b="0" i="0" sz="1400" u="none" cap="none" strike="noStrike">
              <a:solidFill>
                <a:srgbClr val="000000"/>
              </a:solidFill>
              <a:latin typeface="Arial"/>
              <a:ea typeface="Arial"/>
              <a:cs typeface="Arial"/>
              <a:sym typeface="Arial"/>
            </a:endParaRPr>
          </a:p>
        </p:txBody>
      </p:sp>
      <p:sp>
        <p:nvSpPr>
          <p:cNvPr id="1121" name="Google Shape;1121;p19"/>
          <p:cNvSpPr txBox="1"/>
          <p:nvPr/>
        </p:nvSpPr>
        <p:spPr>
          <a:xfrm>
            <a:off x="419100" y="228600"/>
            <a:ext cx="830580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3600"/>
              <a:buFont typeface="Times New Roman"/>
              <a:buNone/>
            </a:pPr>
            <a:r>
              <a:rPr b="0" i="0" lang="en-US" sz="3600" u="none" cap="none" strike="noStrike">
                <a:solidFill>
                  <a:schemeClr val="dk2"/>
                </a:solidFill>
                <a:latin typeface="Times New Roman"/>
                <a:ea typeface="Times New Roman"/>
                <a:cs typeface="Times New Roman"/>
                <a:sym typeface="Times New Roman"/>
              </a:rPr>
              <a:t>Gantt Chart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20">
                                            <p:txEl>
                                              <p:pRg end="0" st="0"/>
                                            </p:txEl>
                                          </p:spTgt>
                                        </p:tgtEl>
                                        <p:attrNameLst>
                                          <p:attrName>style.visibility</p:attrName>
                                        </p:attrNameLst>
                                      </p:cBhvr>
                                      <p:to>
                                        <p:strVal val="visible"/>
                                      </p:to>
                                    </p:set>
                                    <p:anim calcmode="lin" valueType="num">
                                      <p:cBhvr additive="base">
                                        <p:cTn dur="500"/>
                                        <p:tgtEl>
                                          <p:spTgt spid="112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20">
                                            <p:txEl>
                                              <p:pRg end="1" st="1"/>
                                            </p:txEl>
                                          </p:spTgt>
                                        </p:tgtEl>
                                        <p:attrNameLst>
                                          <p:attrName>style.visibility</p:attrName>
                                        </p:attrNameLst>
                                      </p:cBhvr>
                                      <p:to>
                                        <p:strVal val="visible"/>
                                      </p:to>
                                    </p:set>
                                    <p:anim calcmode="lin" valueType="num">
                                      <p:cBhvr additive="base">
                                        <p:cTn dur="500"/>
                                        <p:tgtEl>
                                          <p:spTgt spid="112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19"/>
                                        </p:tgtEl>
                                        <p:attrNameLst>
                                          <p:attrName>style.visibility</p:attrName>
                                        </p:attrNameLst>
                                      </p:cBhvr>
                                      <p:to>
                                        <p:strVal val="visible"/>
                                      </p:to>
                                    </p:set>
                                    <p:anim calcmode="lin" valueType="num">
                                      <p:cBhvr additive="base">
                                        <p:cTn dur="500"/>
                                        <p:tgtEl>
                                          <p:spTgt spid="111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5" name="Shape 1125"/>
        <p:cNvGrpSpPr/>
        <p:nvPr/>
      </p:nvGrpSpPr>
      <p:grpSpPr>
        <a:xfrm>
          <a:off x="0" y="0"/>
          <a:ext cx="0" cy="0"/>
          <a:chOff x="0" y="0"/>
          <a:chExt cx="0" cy="0"/>
        </a:xfrm>
      </p:grpSpPr>
      <p:pic>
        <p:nvPicPr>
          <p:cNvPr id="1126" name="Google Shape;1126;p20"/>
          <p:cNvPicPr preferRelativeResize="0"/>
          <p:nvPr/>
        </p:nvPicPr>
        <p:blipFill rotWithShape="1">
          <a:blip r:embed="rId3">
            <a:alphaModFix/>
          </a:blip>
          <a:srcRect b="0" l="0" r="0" t="0"/>
          <a:stretch/>
        </p:blipFill>
        <p:spPr>
          <a:xfrm>
            <a:off x="879475" y="1143000"/>
            <a:ext cx="7385050" cy="3025775"/>
          </a:xfrm>
          <a:prstGeom prst="rect">
            <a:avLst/>
          </a:prstGeom>
          <a:noFill/>
          <a:ln>
            <a:noFill/>
          </a:ln>
        </p:spPr>
      </p:pic>
      <p:sp>
        <p:nvSpPr>
          <p:cNvPr id="1127" name="Google Shape;1127;p20"/>
          <p:cNvSpPr txBox="1"/>
          <p:nvPr/>
        </p:nvSpPr>
        <p:spPr>
          <a:xfrm>
            <a:off x="2514600" y="533400"/>
            <a:ext cx="3657600"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800"/>
              <a:buFont typeface="Trebuchet MS"/>
              <a:buNone/>
            </a:pPr>
            <a:r>
              <a:rPr b="0" i="0" lang="en-US" sz="2800" u="none" cap="none" strike="noStrike">
                <a:solidFill>
                  <a:schemeClr val="dk2"/>
                </a:solidFill>
                <a:latin typeface="Trebuchet MS"/>
                <a:ea typeface="Trebuchet MS"/>
                <a:cs typeface="Trebuchet MS"/>
                <a:sym typeface="Trebuchet MS"/>
              </a:rPr>
              <a:t>Gantt chart</a:t>
            </a:r>
            <a:endParaRPr b="0" i="0" sz="1400" u="none" cap="none" strike="noStrike">
              <a:solidFill>
                <a:srgbClr val="000000"/>
              </a:solidFill>
              <a:latin typeface="Arial"/>
              <a:ea typeface="Arial"/>
              <a:cs typeface="Arial"/>
              <a:sym typeface="Arial"/>
            </a:endParaRPr>
          </a:p>
        </p:txBody>
      </p:sp>
      <p:sp>
        <p:nvSpPr>
          <p:cNvPr id="1128" name="Google Shape;1128;p20"/>
          <p:cNvSpPr txBox="1"/>
          <p:nvPr/>
        </p:nvSpPr>
        <p:spPr>
          <a:xfrm>
            <a:off x="381000" y="4572000"/>
            <a:ext cx="4191000" cy="1603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rebuchet MS"/>
              <a:buNone/>
            </a:pPr>
            <a:r>
              <a:rPr b="0" i="0" lang="en-US" sz="1800" u="none" cap="none" strike="noStrike">
                <a:solidFill>
                  <a:schemeClr val="dk1"/>
                </a:solidFill>
                <a:latin typeface="Trebuchet MS"/>
                <a:ea typeface="Trebuchet MS"/>
                <a:cs typeface="Trebuchet MS"/>
                <a:sym typeface="Trebuchet MS"/>
              </a:rPr>
              <a:t>Advantages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Clr>
                <a:schemeClr val="dk1"/>
              </a:buClr>
              <a:buSzPts val="1800"/>
              <a:buFont typeface="Trebuchet MS"/>
              <a:buNone/>
            </a:pPr>
            <a:r>
              <a:rPr b="0" i="0" lang="en-US" sz="1800" u="none" cap="none" strike="noStrike">
                <a:solidFill>
                  <a:schemeClr val="dk1"/>
                </a:solidFill>
                <a:latin typeface="Trebuchet MS"/>
                <a:ea typeface="Trebuchet MS"/>
                <a:cs typeface="Trebuchet MS"/>
                <a:sym typeface="Trebuchet MS"/>
              </a:rPr>
              <a:t>- Gantt charts are quite commonly used. They provide an easy graphical representation of when activities (might) take place.</a:t>
            </a:r>
            <a:endParaRPr b="0" i="0" sz="1400" u="none" cap="none" strike="noStrike">
              <a:solidFill>
                <a:srgbClr val="000000"/>
              </a:solidFill>
              <a:latin typeface="Arial"/>
              <a:ea typeface="Arial"/>
              <a:cs typeface="Arial"/>
              <a:sym typeface="Arial"/>
            </a:endParaRPr>
          </a:p>
        </p:txBody>
      </p:sp>
      <p:sp>
        <p:nvSpPr>
          <p:cNvPr id="1129" name="Google Shape;1129;p20"/>
          <p:cNvSpPr txBox="1"/>
          <p:nvPr/>
        </p:nvSpPr>
        <p:spPr>
          <a:xfrm>
            <a:off x="4572000" y="4648200"/>
            <a:ext cx="4267200" cy="20161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rebuchet MS"/>
              <a:buNone/>
            </a:pPr>
            <a:r>
              <a:rPr b="0" i="0" lang="en-US" sz="1800" u="none" cap="none" strike="noStrike">
                <a:solidFill>
                  <a:schemeClr val="dk1"/>
                </a:solidFill>
                <a:latin typeface="Trebuchet MS"/>
                <a:ea typeface="Trebuchet MS"/>
                <a:cs typeface="Trebuchet MS"/>
                <a:sym typeface="Trebuchet MS"/>
              </a:rPr>
              <a:t>Limitations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900"/>
              </a:spcBef>
              <a:spcAft>
                <a:spcPts val="0"/>
              </a:spcAft>
              <a:buClr>
                <a:schemeClr val="dk1"/>
              </a:buClr>
              <a:buSzPts val="1800"/>
              <a:buFont typeface="Trebuchet MS"/>
              <a:buChar char="-"/>
            </a:pPr>
            <a:r>
              <a:rPr b="0" i="0" lang="en-US" sz="1800" u="none" cap="none" strike="noStrike">
                <a:solidFill>
                  <a:schemeClr val="dk1"/>
                </a:solidFill>
                <a:latin typeface="Trebuchet MS"/>
                <a:ea typeface="Trebuchet MS"/>
                <a:cs typeface="Trebuchet MS"/>
                <a:sym typeface="Trebuchet MS"/>
              </a:rPr>
              <a:t>  Do not clearly indicate  details regarding the progress of activities</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900"/>
              </a:spcBef>
              <a:spcAft>
                <a:spcPts val="0"/>
              </a:spcAft>
              <a:buClr>
                <a:schemeClr val="dk1"/>
              </a:buClr>
              <a:buSzPts val="1800"/>
              <a:buFont typeface="Trebuchet MS"/>
              <a:buChar char="-"/>
            </a:pPr>
            <a:r>
              <a:rPr b="0" i="0" lang="en-US" sz="1800" u="none" cap="none" strike="noStrike">
                <a:solidFill>
                  <a:schemeClr val="dk1"/>
                </a:solidFill>
                <a:latin typeface="Trebuchet MS"/>
                <a:ea typeface="Trebuchet MS"/>
                <a:cs typeface="Trebuchet MS"/>
                <a:sym typeface="Trebuchet MS"/>
              </a:rPr>
              <a:t>  Do not give a clear indication of interrelation ship between the separate activities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3" name="Shape 1133"/>
        <p:cNvGrpSpPr/>
        <p:nvPr/>
      </p:nvGrpSpPr>
      <p:grpSpPr>
        <a:xfrm>
          <a:off x="0" y="0"/>
          <a:ext cx="0" cy="0"/>
          <a:chOff x="0" y="0"/>
          <a:chExt cx="0" cy="0"/>
        </a:xfrm>
      </p:grpSpPr>
      <p:sp>
        <p:nvSpPr>
          <p:cNvPr id="1134" name="Google Shape;1134;p21"/>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Garamond"/>
              <a:buNone/>
            </a:pPr>
            <a:r>
              <a:rPr b="0" i="0" lang="en-US" sz="2400" u="none">
                <a:solidFill>
                  <a:schemeClr val="dk2"/>
                </a:solidFill>
                <a:latin typeface="Garamond"/>
                <a:ea typeface="Garamond"/>
                <a:cs typeface="Garamond"/>
                <a:sym typeface="Garamond"/>
              </a:rPr>
              <a:t>CPM - Critical Path Method</a:t>
            </a:r>
            <a:endParaRPr/>
          </a:p>
        </p:txBody>
      </p:sp>
      <p:sp>
        <p:nvSpPr>
          <p:cNvPr id="1135" name="Google Shape;1135;p21"/>
          <p:cNvSpPr txBox="1"/>
          <p:nvPr>
            <p:ph idx="1" type="body"/>
          </p:nvPr>
        </p:nvSpPr>
        <p:spPr>
          <a:xfrm>
            <a:off x="685800" y="1981200"/>
            <a:ext cx="7772400" cy="4038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Definition: In </a:t>
            </a:r>
            <a:r>
              <a:rPr b="1" i="0" lang="en-US" sz="2400" u="none" cap="none" strike="noStrike">
                <a:solidFill>
                  <a:schemeClr val="dk1"/>
                </a:solidFill>
                <a:latin typeface="Garamond"/>
                <a:ea typeface="Garamond"/>
                <a:cs typeface="Garamond"/>
                <a:sym typeface="Garamond"/>
              </a:rPr>
              <a:t>CPM</a:t>
            </a:r>
            <a:r>
              <a:rPr b="0" i="0" lang="en-US" sz="2400" u="none" cap="none" strike="noStrike">
                <a:solidFill>
                  <a:schemeClr val="dk1"/>
                </a:solidFill>
                <a:latin typeface="Garamond"/>
                <a:ea typeface="Garamond"/>
                <a:cs typeface="Garamond"/>
                <a:sym typeface="Garamond"/>
              </a:rPr>
              <a:t> activities are shown as a network of precedence relationships using activity-on-node network construction</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Single estimate of activity time</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Deterministic activity times</a:t>
            </a:r>
            <a:endParaRPr/>
          </a:p>
          <a:p>
            <a:pPr indent="-133350" lvl="1" marL="74295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a:p>
            <a:pPr indent="-285750" lvl="1" marL="742950" marR="0" rtl="0" algn="l">
              <a:lnSpc>
                <a:spcPct val="100000"/>
              </a:lnSpc>
              <a:spcBef>
                <a:spcPts val="480"/>
              </a:spcBef>
              <a:spcAft>
                <a:spcPts val="0"/>
              </a:spcAft>
              <a:buClr>
                <a:schemeClr val="dk1"/>
              </a:buClr>
              <a:buSzPts val="2400"/>
              <a:buFont typeface="Garamond"/>
              <a:buNone/>
            </a:pPr>
            <a:r>
              <a:rPr b="1" i="0" lang="en-US" sz="2400" u="none" cap="none" strike="noStrike">
                <a:solidFill>
                  <a:schemeClr val="dk1"/>
                </a:solidFill>
                <a:latin typeface="Garamond"/>
                <a:ea typeface="Garamond"/>
                <a:cs typeface="Garamond"/>
                <a:sym typeface="Garamond"/>
              </a:rPr>
              <a:t>USED IN  :  </a:t>
            </a:r>
            <a:r>
              <a:rPr b="0" i="0" lang="en-US" sz="2400" u="none" cap="none" strike="noStrike">
                <a:solidFill>
                  <a:schemeClr val="dk1"/>
                </a:solidFill>
                <a:latin typeface="Garamond"/>
                <a:ea typeface="Garamond"/>
                <a:cs typeface="Garamond"/>
                <a:sym typeface="Garamond"/>
              </a:rPr>
              <a:t>Production management - for the jobs of repetitive in nature where the activity time estimates can be predicted with considerable certainty due to the existence of past experience.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34"/>
                                        </p:tgtEl>
                                        <p:attrNameLst>
                                          <p:attrName>style.visibility</p:attrName>
                                        </p:attrNameLst>
                                      </p:cBhvr>
                                      <p:to>
                                        <p:strVal val="visible"/>
                                      </p:to>
                                    </p:set>
                                    <p:anim calcmode="lin" valueType="num">
                                      <p:cBhvr additive="base">
                                        <p:cTn dur="500"/>
                                        <p:tgtEl>
                                          <p:spTgt spid="113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135">
                                            <p:txEl>
                                              <p:pRg end="0" st="0"/>
                                            </p:txEl>
                                          </p:spTgt>
                                        </p:tgtEl>
                                        <p:attrNameLst>
                                          <p:attrName>style.visibility</p:attrName>
                                        </p:attrNameLst>
                                      </p:cBhvr>
                                      <p:to>
                                        <p:strVal val="visible"/>
                                      </p:to>
                                    </p:set>
                                    <p:anim calcmode="lin" valueType="num">
                                      <p:cBhvr additive="base">
                                        <p:cTn dur="2000"/>
                                        <p:tgtEl>
                                          <p:spTgt spid="1135">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8">
                                  <p:stCondLst>
                                    <p:cond delay="0"/>
                                  </p:stCondLst>
                                  <p:childTnLst>
                                    <p:set>
                                      <p:cBhvr>
                                        <p:cTn dur="1" fill="hold">
                                          <p:stCondLst>
                                            <p:cond delay="0"/>
                                          </p:stCondLst>
                                        </p:cTn>
                                        <p:tgtEl>
                                          <p:spTgt spid="1135">
                                            <p:txEl>
                                              <p:pRg end="1" st="1"/>
                                            </p:txEl>
                                          </p:spTgt>
                                        </p:tgtEl>
                                        <p:attrNameLst>
                                          <p:attrName>style.visibility</p:attrName>
                                        </p:attrNameLst>
                                      </p:cBhvr>
                                      <p:to>
                                        <p:strVal val="visible"/>
                                      </p:to>
                                    </p:set>
                                    <p:anim calcmode="lin" valueType="num">
                                      <p:cBhvr additive="base">
                                        <p:cTn dur="2000"/>
                                        <p:tgtEl>
                                          <p:spTgt spid="1135">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8">
                                  <p:stCondLst>
                                    <p:cond delay="0"/>
                                  </p:stCondLst>
                                  <p:childTnLst>
                                    <p:set>
                                      <p:cBhvr>
                                        <p:cTn dur="1" fill="hold">
                                          <p:stCondLst>
                                            <p:cond delay="0"/>
                                          </p:stCondLst>
                                        </p:cTn>
                                        <p:tgtEl>
                                          <p:spTgt spid="1135">
                                            <p:txEl>
                                              <p:pRg end="2" st="2"/>
                                            </p:txEl>
                                          </p:spTgt>
                                        </p:tgtEl>
                                        <p:attrNameLst>
                                          <p:attrName>style.visibility</p:attrName>
                                        </p:attrNameLst>
                                      </p:cBhvr>
                                      <p:to>
                                        <p:strVal val="visible"/>
                                      </p:to>
                                    </p:set>
                                    <p:anim calcmode="lin" valueType="num">
                                      <p:cBhvr additive="base">
                                        <p:cTn dur="2000"/>
                                        <p:tgtEl>
                                          <p:spTgt spid="1135">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500"/>
                            </p:stCondLst>
                            <p:childTnLst>
                              <p:par>
                                <p:cTn fill="hold" nodeType="afterEffect" presetClass="entr" presetID="2" presetSubtype="8">
                                  <p:stCondLst>
                                    <p:cond delay="0"/>
                                  </p:stCondLst>
                                  <p:childTnLst>
                                    <p:set>
                                      <p:cBhvr>
                                        <p:cTn dur="1" fill="hold">
                                          <p:stCondLst>
                                            <p:cond delay="0"/>
                                          </p:stCondLst>
                                        </p:cTn>
                                        <p:tgtEl>
                                          <p:spTgt spid="1135">
                                            <p:txEl>
                                              <p:pRg end="3" st="3"/>
                                            </p:txEl>
                                          </p:spTgt>
                                        </p:tgtEl>
                                        <p:attrNameLst>
                                          <p:attrName>style.visibility</p:attrName>
                                        </p:attrNameLst>
                                      </p:cBhvr>
                                      <p:to>
                                        <p:strVal val="visible"/>
                                      </p:to>
                                    </p:set>
                                    <p:anim calcmode="lin" valueType="num">
                                      <p:cBhvr additive="base">
                                        <p:cTn dur="2000"/>
                                        <p:tgtEl>
                                          <p:spTgt spid="1135">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8500"/>
                            </p:stCondLst>
                            <p:childTnLst>
                              <p:par>
                                <p:cTn fill="hold" nodeType="afterEffect" presetClass="entr" presetID="2" presetSubtype="8">
                                  <p:stCondLst>
                                    <p:cond delay="0"/>
                                  </p:stCondLst>
                                  <p:childTnLst>
                                    <p:set>
                                      <p:cBhvr>
                                        <p:cTn dur="1" fill="hold">
                                          <p:stCondLst>
                                            <p:cond delay="0"/>
                                          </p:stCondLst>
                                        </p:cTn>
                                        <p:tgtEl>
                                          <p:spTgt spid="1135">
                                            <p:txEl>
                                              <p:pRg end="4" st="4"/>
                                            </p:txEl>
                                          </p:spTgt>
                                        </p:tgtEl>
                                        <p:attrNameLst>
                                          <p:attrName>style.visibility</p:attrName>
                                        </p:attrNameLst>
                                      </p:cBhvr>
                                      <p:to>
                                        <p:strVal val="visible"/>
                                      </p:to>
                                    </p:set>
                                    <p:anim calcmode="lin" valueType="num">
                                      <p:cBhvr additive="base">
                                        <p:cTn dur="2000"/>
                                        <p:tgtEl>
                                          <p:spTgt spid="113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9" name="Shape 1139"/>
        <p:cNvGrpSpPr/>
        <p:nvPr/>
      </p:nvGrpSpPr>
      <p:grpSpPr>
        <a:xfrm>
          <a:off x="0" y="0"/>
          <a:ext cx="0" cy="0"/>
          <a:chOff x="0" y="0"/>
          <a:chExt cx="0" cy="0"/>
        </a:xfrm>
      </p:grpSpPr>
      <p:sp>
        <p:nvSpPr>
          <p:cNvPr id="1140" name="Google Shape;1140;p22"/>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Garamond"/>
              <a:buNone/>
            </a:pPr>
            <a:r>
              <a:rPr b="0" i="0" lang="en-US" sz="2400" u="none">
                <a:solidFill>
                  <a:schemeClr val="dk2"/>
                </a:solidFill>
                <a:latin typeface="Garamond"/>
                <a:ea typeface="Garamond"/>
                <a:cs typeface="Garamond"/>
                <a:sym typeface="Garamond"/>
              </a:rPr>
              <a:t>PERT - </a:t>
            </a:r>
            <a:br>
              <a:rPr b="0" i="0" lang="en-US" sz="2400" u="none">
                <a:solidFill>
                  <a:schemeClr val="dk2"/>
                </a:solidFill>
                <a:latin typeface="Garamond"/>
                <a:ea typeface="Garamond"/>
                <a:cs typeface="Garamond"/>
                <a:sym typeface="Garamond"/>
              </a:rPr>
            </a:br>
            <a:r>
              <a:rPr b="0" i="0" lang="en-US" sz="2400" u="none">
                <a:solidFill>
                  <a:schemeClr val="dk2"/>
                </a:solidFill>
                <a:latin typeface="Garamond"/>
                <a:ea typeface="Garamond"/>
                <a:cs typeface="Garamond"/>
                <a:sym typeface="Garamond"/>
              </a:rPr>
              <a:t>Project Evaluation &amp; Review Techniques</a:t>
            </a:r>
            <a:endParaRPr/>
          </a:p>
        </p:txBody>
      </p:sp>
      <p:sp>
        <p:nvSpPr>
          <p:cNvPr id="1141" name="Google Shape;1141;p2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Definition: In </a:t>
            </a:r>
            <a:r>
              <a:rPr b="1" i="0" lang="en-US" sz="2400" u="none" cap="none" strike="noStrike">
                <a:solidFill>
                  <a:schemeClr val="dk1"/>
                </a:solidFill>
                <a:latin typeface="Garamond"/>
                <a:ea typeface="Garamond"/>
                <a:cs typeface="Garamond"/>
                <a:sym typeface="Garamond"/>
              </a:rPr>
              <a:t>PERT</a:t>
            </a:r>
            <a:r>
              <a:rPr b="0" i="0" lang="en-US" sz="2400" u="none" cap="none" strike="noStrike">
                <a:solidFill>
                  <a:schemeClr val="dk1"/>
                </a:solidFill>
                <a:latin typeface="Garamond"/>
                <a:ea typeface="Garamond"/>
                <a:cs typeface="Garamond"/>
                <a:sym typeface="Garamond"/>
              </a:rPr>
              <a:t> activities are shown as a network of precedence relationships using activity-on-arrow network construction</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Multiple time estimates </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Probabilistic activity times</a:t>
            </a:r>
            <a:endParaRPr/>
          </a:p>
          <a:p>
            <a:pPr indent="-133350" lvl="1" marL="74295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a:p>
            <a:pPr indent="-285750" lvl="1" marL="742950" marR="0" rtl="0" algn="l">
              <a:lnSpc>
                <a:spcPct val="100000"/>
              </a:lnSpc>
              <a:spcBef>
                <a:spcPts val="480"/>
              </a:spcBef>
              <a:spcAft>
                <a:spcPts val="0"/>
              </a:spcAft>
              <a:buClr>
                <a:schemeClr val="dk1"/>
              </a:buClr>
              <a:buSzPts val="2400"/>
              <a:buFont typeface="Garamond"/>
              <a:buNone/>
            </a:pPr>
            <a:r>
              <a:rPr b="1" i="0" lang="en-US" sz="2400" u="none" cap="none" strike="noStrike">
                <a:solidFill>
                  <a:schemeClr val="dk1"/>
                </a:solidFill>
                <a:latin typeface="Garamond"/>
                <a:ea typeface="Garamond"/>
                <a:cs typeface="Garamond"/>
                <a:sym typeface="Garamond"/>
              </a:rPr>
              <a:t>USED IN  : Project management - </a:t>
            </a:r>
            <a:r>
              <a:rPr b="0" i="0" lang="en-US" sz="2400" u="none" cap="none" strike="noStrike">
                <a:solidFill>
                  <a:schemeClr val="dk1"/>
                </a:solidFill>
                <a:latin typeface="Garamond"/>
                <a:ea typeface="Garamond"/>
                <a:cs typeface="Garamond"/>
                <a:sym typeface="Garamond"/>
              </a:rPr>
              <a:t>for non-repetitive jobs (research and development work), where the time and cost estimates tend to be quite uncertain. This  technique uses probabilistic time estimates.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0"/>
                                        </p:tgtEl>
                                        <p:attrNameLst>
                                          <p:attrName>style.visibility</p:attrName>
                                        </p:attrNameLst>
                                      </p:cBhvr>
                                      <p:to>
                                        <p:strVal val="visible"/>
                                      </p:to>
                                    </p:set>
                                    <p:animEffect filter="fade" transition="in">
                                      <p:cBhvr>
                                        <p:cTn dur="500"/>
                                        <p:tgtEl>
                                          <p:spTgt spid="11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41">
                                            <p:txEl>
                                              <p:pRg end="0" st="0"/>
                                            </p:txEl>
                                          </p:spTgt>
                                        </p:tgtEl>
                                        <p:attrNameLst>
                                          <p:attrName>style.visibility</p:attrName>
                                        </p:attrNameLst>
                                      </p:cBhvr>
                                      <p:to>
                                        <p:strVal val="visible"/>
                                      </p:to>
                                    </p:set>
                                    <p:animEffect filter="fade" transition="in">
                                      <p:cBhvr>
                                        <p:cTn dur="2000"/>
                                        <p:tgtEl>
                                          <p:spTgt spid="1141">
                                            <p:txEl>
                                              <p:pRg end="0" st="0"/>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41">
                                            <p:txEl>
                                              <p:pRg end="1" st="1"/>
                                            </p:txEl>
                                          </p:spTgt>
                                        </p:tgtEl>
                                        <p:attrNameLst>
                                          <p:attrName>style.visibility</p:attrName>
                                        </p:attrNameLst>
                                      </p:cBhvr>
                                      <p:to>
                                        <p:strVal val="visible"/>
                                      </p:to>
                                    </p:set>
                                    <p:animEffect filter="fade" transition="in">
                                      <p:cBhvr>
                                        <p:cTn dur="2000"/>
                                        <p:tgtEl>
                                          <p:spTgt spid="1141">
                                            <p:txEl>
                                              <p:pRg end="1" st="1"/>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41">
                                            <p:txEl>
                                              <p:pRg end="2" st="2"/>
                                            </p:txEl>
                                          </p:spTgt>
                                        </p:tgtEl>
                                        <p:attrNameLst>
                                          <p:attrName>style.visibility</p:attrName>
                                        </p:attrNameLst>
                                      </p:cBhvr>
                                      <p:to>
                                        <p:strVal val="visible"/>
                                      </p:to>
                                    </p:set>
                                    <p:animEffect filter="fade" transition="in">
                                      <p:cBhvr>
                                        <p:cTn dur="2000"/>
                                        <p:tgtEl>
                                          <p:spTgt spid="1141">
                                            <p:txEl>
                                              <p:pRg end="2" st="2"/>
                                            </p:txEl>
                                          </p:spTgt>
                                        </p:tgtEl>
                                      </p:cBhvr>
                                    </p:animEffect>
                                  </p:childTnLst>
                                </p:cTn>
                              </p:par>
                            </p:childTnLst>
                          </p:cTn>
                        </p:par>
                        <p:par>
                          <p:cTn fill="hold">
                            <p:stCondLst>
                              <p:cond delay="6500"/>
                            </p:stCondLst>
                            <p:childTnLst>
                              <p:par>
                                <p:cTn fill="hold" nodeType="afterEffect" presetClass="entr" presetID="10" presetSubtype="0">
                                  <p:stCondLst>
                                    <p:cond delay="0"/>
                                  </p:stCondLst>
                                  <p:childTnLst>
                                    <p:set>
                                      <p:cBhvr>
                                        <p:cTn dur="1" fill="hold">
                                          <p:stCondLst>
                                            <p:cond delay="0"/>
                                          </p:stCondLst>
                                        </p:cTn>
                                        <p:tgtEl>
                                          <p:spTgt spid="1141">
                                            <p:txEl>
                                              <p:pRg end="3" st="3"/>
                                            </p:txEl>
                                          </p:spTgt>
                                        </p:tgtEl>
                                        <p:attrNameLst>
                                          <p:attrName>style.visibility</p:attrName>
                                        </p:attrNameLst>
                                      </p:cBhvr>
                                      <p:to>
                                        <p:strVal val="visible"/>
                                      </p:to>
                                    </p:set>
                                    <p:animEffect filter="fade" transition="in">
                                      <p:cBhvr>
                                        <p:cTn dur="2000"/>
                                        <p:tgtEl>
                                          <p:spTgt spid="1141">
                                            <p:txEl>
                                              <p:pRg end="3" st="3"/>
                                            </p:txEl>
                                          </p:spTgt>
                                        </p:tgtEl>
                                      </p:cBhvr>
                                    </p:animEffect>
                                  </p:childTnLst>
                                </p:cTn>
                              </p:par>
                            </p:childTnLst>
                          </p:cTn>
                        </p:par>
                        <p:par>
                          <p:cTn fill="hold">
                            <p:stCondLst>
                              <p:cond delay="8500"/>
                            </p:stCondLst>
                            <p:childTnLst>
                              <p:par>
                                <p:cTn fill="hold" nodeType="afterEffect" presetClass="entr" presetID="10" presetSubtype="0">
                                  <p:stCondLst>
                                    <p:cond delay="0"/>
                                  </p:stCondLst>
                                  <p:childTnLst>
                                    <p:set>
                                      <p:cBhvr>
                                        <p:cTn dur="1" fill="hold">
                                          <p:stCondLst>
                                            <p:cond delay="0"/>
                                          </p:stCondLst>
                                        </p:cTn>
                                        <p:tgtEl>
                                          <p:spTgt spid="1141">
                                            <p:txEl>
                                              <p:pRg end="4" st="4"/>
                                            </p:txEl>
                                          </p:spTgt>
                                        </p:tgtEl>
                                        <p:attrNameLst>
                                          <p:attrName>style.visibility</p:attrName>
                                        </p:attrNameLst>
                                      </p:cBhvr>
                                      <p:to>
                                        <p:strVal val="visible"/>
                                      </p:to>
                                    </p:set>
                                    <p:animEffect filter="fade" transition="in">
                                      <p:cBhvr>
                                        <p:cTn dur="2000"/>
                                        <p:tgtEl>
                                          <p:spTgt spid="114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5" name="Shape 1145"/>
        <p:cNvGrpSpPr/>
        <p:nvPr/>
      </p:nvGrpSpPr>
      <p:grpSpPr>
        <a:xfrm>
          <a:off x="0" y="0"/>
          <a:ext cx="0" cy="0"/>
          <a:chOff x="0" y="0"/>
          <a:chExt cx="0" cy="0"/>
        </a:xfrm>
      </p:grpSpPr>
      <p:sp>
        <p:nvSpPr>
          <p:cNvPr id="1146" name="Google Shape;1146;p23"/>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CPM/PERT</a:t>
            </a:r>
            <a:endParaRPr/>
          </a:p>
        </p:txBody>
      </p:sp>
      <p:sp>
        <p:nvSpPr>
          <p:cNvPr id="1147" name="Google Shape;1147;p23"/>
          <p:cNvSpPr txBox="1"/>
          <p:nvPr>
            <p:ph idx="1" type="body"/>
          </p:nvPr>
        </p:nvSpPr>
        <p:spPr>
          <a:xfrm>
            <a:off x="685800" y="1676400"/>
            <a:ext cx="77724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Deficiencies (in Gantt Chart) can be eliminated to a large extent  by showing the interdependence of various activities by means of connecting arrows called network technique.</a:t>
            </a:r>
            <a:endParaRPr/>
          </a:p>
          <a:p>
            <a:pPr indent="-190500" lvl="0" marL="34290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Overtime CPM and PERT became one technique</a:t>
            </a:r>
            <a:endParaRPr/>
          </a:p>
          <a:p>
            <a:pPr indent="-342900" lvl="0" marL="34290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ADVANTAGES:</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Precedence relationships</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large projects</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more efficient</a:t>
            </a:r>
            <a:endParaRPr/>
          </a:p>
        </p:txBody>
      </p:sp>
      <p:pic>
        <p:nvPicPr>
          <p:cNvPr id="1148" name="Google Shape;1148;p23"/>
          <p:cNvPicPr preferRelativeResize="0"/>
          <p:nvPr/>
        </p:nvPicPr>
        <p:blipFill rotWithShape="1">
          <a:blip r:embed="rId3">
            <a:alphaModFix/>
          </a:blip>
          <a:srcRect b="0" l="0" r="0" t="0"/>
          <a:stretch/>
        </p:blipFill>
        <p:spPr>
          <a:xfrm>
            <a:off x="4826000" y="4229100"/>
            <a:ext cx="4267200" cy="259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146"/>
                                        </p:tgtEl>
                                        <p:attrNameLst>
                                          <p:attrName>style.visibility</p:attrName>
                                        </p:attrNameLst>
                                      </p:cBhvr>
                                      <p:to>
                                        <p:strVal val="visible"/>
                                      </p:to>
                                    </p:set>
                                    <p:anim calcmode="lin" valueType="num">
                                      <p:cBhvr additive="base">
                                        <p:cTn dur="500"/>
                                        <p:tgtEl>
                                          <p:spTgt spid="114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1147">
                                            <p:txEl>
                                              <p:pRg end="0" st="0"/>
                                            </p:txEl>
                                          </p:spTgt>
                                        </p:tgtEl>
                                        <p:attrNameLst>
                                          <p:attrName>style.visibility</p:attrName>
                                        </p:attrNameLst>
                                      </p:cBhvr>
                                      <p:to>
                                        <p:strVal val="visible"/>
                                      </p:to>
                                    </p:set>
                                    <p:anim calcmode="lin" valueType="num">
                                      <p:cBhvr additive="base">
                                        <p:cTn dur="2000"/>
                                        <p:tgtEl>
                                          <p:spTgt spid="1147">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2">
                                  <p:stCondLst>
                                    <p:cond delay="0"/>
                                  </p:stCondLst>
                                  <p:childTnLst>
                                    <p:set>
                                      <p:cBhvr>
                                        <p:cTn dur="1" fill="hold">
                                          <p:stCondLst>
                                            <p:cond delay="0"/>
                                          </p:stCondLst>
                                        </p:cTn>
                                        <p:tgtEl>
                                          <p:spTgt spid="1147">
                                            <p:txEl>
                                              <p:pRg end="1" st="1"/>
                                            </p:txEl>
                                          </p:spTgt>
                                        </p:tgtEl>
                                        <p:attrNameLst>
                                          <p:attrName>style.visibility</p:attrName>
                                        </p:attrNameLst>
                                      </p:cBhvr>
                                      <p:to>
                                        <p:strVal val="visible"/>
                                      </p:to>
                                    </p:set>
                                    <p:anim calcmode="lin" valueType="num">
                                      <p:cBhvr additive="base">
                                        <p:cTn dur="2000"/>
                                        <p:tgtEl>
                                          <p:spTgt spid="1147">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2">
                                  <p:stCondLst>
                                    <p:cond delay="0"/>
                                  </p:stCondLst>
                                  <p:childTnLst>
                                    <p:set>
                                      <p:cBhvr>
                                        <p:cTn dur="1" fill="hold">
                                          <p:stCondLst>
                                            <p:cond delay="0"/>
                                          </p:stCondLst>
                                        </p:cTn>
                                        <p:tgtEl>
                                          <p:spTgt spid="1147">
                                            <p:txEl>
                                              <p:pRg end="2" st="2"/>
                                            </p:txEl>
                                          </p:spTgt>
                                        </p:tgtEl>
                                        <p:attrNameLst>
                                          <p:attrName>style.visibility</p:attrName>
                                        </p:attrNameLst>
                                      </p:cBhvr>
                                      <p:to>
                                        <p:strVal val="visible"/>
                                      </p:to>
                                    </p:set>
                                    <p:anim calcmode="lin" valueType="num">
                                      <p:cBhvr additive="base">
                                        <p:cTn dur="2000"/>
                                        <p:tgtEl>
                                          <p:spTgt spid="1147">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500"/>
                            </p:stCondLst>
                            <p:childTnLst>
                              <p:par>
                                <p:cTn fill="hold" nodeType="afterEffect" presetClass="entr" presetID="2" presetSubtype="2">
                                  <p:stCondLst>
                                    <p:cond delay="0"/>
                                  </p:stCondLst>
                                  <p:childTnLst>
                                    <p:set>
                                      <p:cBhvr>
                                        <p:cTn dur="1" fill="hold">
                                          <p:stCondLst>
                                            <p:cond delay="0"/>
                                          </p:stCondLst>
                                        </p:cTn>
                                        <p:tgtEl>
                                          <p:spTgt spid="1147">
                                            <p:txEl>
                                              <p:pRg end="3" st="3"/>
                                            </p:txEl>
                                          </p:spTgt>
                                        </p:tgtEl>
                                        <p:attrNameLst>
                                          <p:attrName>style.visibility</p:attrName>
                                        </p:attrNameLst>
                                      </p:cBhvr>
                                      <p:to>
                                        <p:strVal val="visible"/>
                                      </p:to>
                                    </p:set>
                                    <p:anim calcmode="lin" valueType="num">
                                      <p:cBhvr additive="base">
                                        <p:cTn dur="2000"/>
                                        <p:tgtEl>
                                          <p:spTgt spid="1147">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8500"/>
                            </p:stCondLst>
                            <p:childTnLst>
                              <p:par>
                                <p:cTn fill="hold" nodeType="afterEffect" presetClass="entr" presetID="2" presetSubtype="2">
                                  <p:stCondLst>
                                    <p:cond delay="0"/>
                                  </p:stCondLst>
                                  <p:childTnLst>
                                    <p:set>
                                      <p:cBhvr>
                                        <p:cTn dur="1" fill="hold">
                                          <p:stCondLst>
                                            <p:cond delay="0"/>
                                          </p:stCondLst>
                                        </p:cTn>
                                        <p:tgtEl>
                                          <p:spTgt spid="1147">
                                            <p:txEl>
                                              <p:pRg end="4" st="4"/>
                                            </p:txEl>
                                          </p:spTgt>
                                        </p:tgtEl>
                                        <p:attrNameLst>
                                          <p:attrName>style.visibility</p:attrName>
                                        </p:attrNameLst>
                                      </p:cBhvr>
                                      <p:to>
                                        <p:strVal val="visible"/>
                                      </p:to>
                                    </p:set>
                                    <p:anim calcmode="lin" valueType="num">
                                      <p:cBhvr additive="base">
                                        <p:cTn dur="2000"/>
                                        <p:tgtEl>
                                          <p:spTgt spid="1147">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500"/>
                            </p:stCondLst>
                            <p:childTnLst>
                              <p:par>
                                <p:cTn fill="hold" nodeType="afterEffect" presetClass="entr" presetID="2" presetSubtype="2">
                                  <p:stCondLst>
                                    <p:cond delay="0"/>
                                  </p:stCondLst>
                                  <p:childTnLst>
                                    <p:set>
                                      <p:cBhvr>
                                        <p:cTn dur="1" fill="hold">
                                          <p:stCondLst>
                                            <p:cond delay="0"/>
                                          </p:stCondLst>
                                        </p:cTn>
                                        <p:tgtEl>
                                          <p:spTgt spid="1147">
                                            <p:txEl>
                                              <p:pRg end="5" st="5"/>
                                            </p:txEl>
                                          </p:spTgt>
                                        </p:tgtEl>
                                        <p:attrNameLst>
                                          <p:attrName>style.visibility</p:attrName>
                                        </p:attrNameLst>
                                      </p:cBhvr>
                                      <p:to>
                                        <p:strVal val="visible"/>
                                      </p:to>
                                    </p:set>
                                    <p:anim calcmode="lin" valueType="num">
                                      <p:cBhvr additive="base">
                                        <p:cTn dur="2000"/>
                                        <p:tgtEl>
                                          <p:spTgt spid="1147">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2500"/>
                            </p:stCondLst>
                            <p:childTnLst>
                              <p:par>
                                <p:cTn fill="hold" nodeType="afterEffect" presetClass="entr" presetID="2" presetSubtype="2">
                                  <p:stCondLst>
                                    <p:cond delay="0"/>
                                  </p:stCondLst>
                                  <p:childTnLst>
                                    <p:set>
                                      <p:cBhvr>
                                        <p:cTn dur="1" fill="hold">
                                          <p:stCondLst>
                                            <p:cond delay="0"/>
                                          </p:stCondLst>
                                        </p:cTn>
                                        <p:tgtEl>
                                          <p:spTgt spid="1147">
                                            <p:txEl>
                                              <p:pRg end="6" st="6"/>
                                            </p:txEl>
                                          </p:spTgt>
                                        </p:tgtEl>
                                        <p:attrNameLst>
                                          <p:attrName>style.visibility</p:attrName>
                                        </p:attrNameLst>
                                      </p:cBhvr>
                                      <p:to>
                                        <p:strVal val="visible"/>
                                      </p:to>
                                    </p:set>
                                    <p:anim calcmode="lin" valueType="num">
                                      <p:cBhvr additive="base">
                                        <p:cTn dur="2000"/>
                                        <p:tgtEl>
                                          <p:spTgt spid="1147">
                                            <p:txEl>
                                              <p:pRg end="6" st="6"/>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4500"/>
                            </p:stCondLst>
                            <p:childTnLst>
                              <p:par>
                                <p:cTn fill="hold" nodeType="afterEffect" presetClass="entr" presetID="2" presetSubtype="2">
                                  <p:stCondLst>
                                    <p:cond delay="0"/>
                                  </p:stCondLst>
                                  <p:childTnLst>
                                    <p:set>
                                      <p:cBhvr>
                                        <p:cTn dur="1" fill="hold">
                                          <p:stCondLst>
                                            <p:cond delay="0"/>
                                          </p:stCondLst>
                                        </p:cTn>
                                        <p:tgtEl>
                                          <p:spTgt spid="1147">
                                            <p:txEl>
                                              <p:pRg end="7" st="7"/>
                                            </p:txEl>
                                          </p:spTgt>
                                        </p:tgtEl>
                                        <p:attrNameLst>
                                          <p:attrName>style.visibility</p:attrName>
                                        </p:attrNameLst>
                                      </p:cBhvr>
                                      <p:to>
                                        <p:strVal val="visible"/>
                                      </p:to>
                                    </p:set>
                                    <p:anim calcmode="lin" valueType="num">
                                      <p:cBhvr additive="base">
                                        <p:cTn dur="2000"/>
                                        <p:tgtEl>
                                          <p:spTgt spid="1147">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2" name="Shape 1152"/>
        <p:cNvGrpSpPr/>
        <p:nvPr/>
      </p:nvGrpSpPr>
      <p:grpSpPr>
        <a:xfrm>
          <a:off x="0" y="0"/>
          <a:ext cx="0" cy="0"/>
          <a:chOff x="0" y="0"/>
          <a:chExt cx="0" cy="0"/>
        </a:xfrm>
      </p:grpSpPr>
      <p:sp>
        <p:nvSpPr>
          <p:cNvPr id="1153" name="Google Shape;1153;p24"/>
          <p:cNvSpPr txBox="1"/>
          <p:nvPr>
            <p:ph type="title"/>
          </p:nvPr>
        </p:nvSpPr>
        <p:spPr>
          <a:xfrm>
            <a:off x="304800" y="228600"/>
            <a:ext cx="86106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Project Network</a:t>
            </a:r>
            <a:endParaRPr/>
          </a:p>
        </p:txBody>
      </p:sp>
      <p:sp>
        <p:nvSpPr>
          <p:cNvPr id="1154" name="Google Shape;1154;p24"/>
          <p:cNvSpPr txBox="1"/>
          <p:nvPr/>
        </p:nvSpPr>
        <p:spPr>
          <a:xfrm>
            <a:off x="190500" y="685800"/>
            <a:ext cx="8763000" cy="1187450"/>
          </a:xfrm>
          <a:prstGeom prst="rect">
            <a:avLst/>
          </a:prstGeom>
          <a:noFill/>
          <a:ln>
            <a:noFill/>
          </a:ln>
        </p:spPr>
        <p:txBody>
          <a:bodyPr anchorCtr="0" anchor="t" bIns="45700" lIns="91425" spcFirstLastPara="1" rIns="91425" wrap="square" tIns="45700">
            <a:sp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    Network analysis is the general name given to certain specific techniques which can be used for the planning, management and control of projects</a:t>
            </a:r>
            <a:endParaRPr b="0" i="0" sz="1400" u="none" cap="none" strike="noStrike">
              <a:solidFill>
                <a:srgbClr val="000000"/>
              </a:solidFill>
              <a:latin typeface="Arial"/>
              <a:ea typeface="Arial"/>
              <a:cs typeface="Arial"/>
              <a:sym typeface="Arial"/>
            </a:endParaRPr>
          </a:p>
        </p:txBody>
      </p:sp>
      <p:sp>
        <p:nvSpPr>
          <p:cNvPr id="1155" name="Google Shape;1155;p24"/>
          <p:cNvSpPr txBox="1"/>
          <p:nvPr>
            <p:ph idx="1" type="body"/>
          </p:nvPr>
        </p:nvSpPr>
        <p:spPr>
          <a:xfrm>
            <a:off x="190500" y="1905000"/>
            <a:ext cx="8763000" cy="2209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Use of nodes and arrows</a:t>
            </a:r>
            <a:endParaRPr/>
          </a:p>
          <a:p>
            <a:pPr indent="-342900" lvl="0" marL="342900" marR="0" rtl="0" algn="l">
              <a:lnSpc>
                <a:spcPct val="90000"/>
              </a:lnSpc>
              <a:spcBef>
                <a:spcPts val="40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        Arrows	 An arrow leads from tail to head directionally</a:t>
            </a:r>
            <a:endParaRPr/>
          </a:p>
          <a:p>
            <a:pPr indent="-285750" lvl="1" marL="74295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Indicate  </a:t>
            </a:r>
            <a:r>
              <a:rPr b="0" i="0" lang="en-US" sz="2000" u="none" cap="none" strike="noStrike">
                <a:solidFill>
                  <a:schemeClr val="dk2"/>
                </a:solidFill>
                <a:latin typeface="Garamond"/>
                <a:ea typeface="Garamond"/>
                <a:cs typeface="Garamond"/>
                <a:sym typeface="Garamond"/>
              </a:rPr>
              <a:t>ACTIVITY, </a:t>
            </a:r>
            <a:r>
              <a:rPr b="0" i="0" lang="en-US" sz="2000" u="none" cap="none" strike="noStrike">
                <a:solidFill>
                  <a:schemeClr val="dk1"/>
                </a:solidFill>
                <a:latin typeface="Garamond"/>
                <a:ea typeface="Garamond"/>
                <a:cs typeface="Garamond"/>
                <a:sym typeface="Garamond"/>
              </a:rPr>
              <a:t>a time consuming effort  that is required to perform a part of the work.</a:t>
            </a:r>
            <a:endParaRPr b="0" i="0" sz="2000" u="none" cap="none" strike="noStrike">
              <a:solidFill>
                <a:schemeClr val="dk2"/>
              </a:solidFill>
              <a:latin typeface="Garamond"/>
              <a:ea typeface="Garamond"/>
              <a:cs typeface="Garamond"/>
              <a:sym typeface="Garamond"/>
            </a:endParaRPr>
          </a:p>
          <a:p>
            <a:pPr indent="-285750" lvl="1" marL="742950" marR="0" rtl="0" algn="l">
              <a:lnSpc>
                <a:spcPct val="90000"/>
              </a:lnSpc>
              <a:spcBef>
                <a:spcPts val="40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  Nodes	 A node is represented by a circle</a:t>
            </a:r>
            <a:endParaRPr/>
          </a:p>
          <a:p>
            <a:pPr indent="-285750" lvl="1" marL="742950" marR="0" rtl="0" algn="l">
              <a:lnSpc>
                <a:spcPct val="90000"/>
              </a:lnSpc>
              <a:spcBef>
                <a:spcPts val="40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  Indicate  </a:t>
            </a:r>
            <a:r>
              <a:rPr b="0" i="0" lang="en-US" sz="2000" u="none" cap="none" strike="noStrike">
                <a:solidFill>
                  <a:schemeClr val="dk2"/>
                </a:solidFill>
                <a:latin typeface="Garamond"/>
                <a:ea typeface="Garamond"/>
                <a:cs typeface="Garamond"/>
                <a:sym typeface="Garamond"/>
              </a:rPr>
              <a:t>EVENT,</a:t>
            </a:r>
            <a:r>
              <a:rPr b="0" i="0" lang="en-US" sz="2000" u="none" cap="none" strike="noStrike">
                <a:solidFill>
                  <a:schemeClr val="dk1"/>
                </a:solidFill>
                <a:latin typeface="Garamond"/>
                <a:ea typeface="Garamond"/>
                <a:cs typeface="Garamond"/>
                <a:sym typeface="Garamond"/>
              </a:rPr>
              <a:t> a point in time where one or more activities start and/or  finish.</a:t>
            </a:r>
            <a:endParaRPr/>
          </a:p>
        </p:txBody>
      </p:sp>
      <p:sp>
        <p:nvSpPr>
          <p:cNvPr id="1156" name="Google Shape;1156;p24"/>
          <p:cNvSpPr txBox="1"/>
          <p:nvPr/>
        </p:nvSpPr>
        <p:spPr>
          <a:xfrm>
            <a:off x="152400" y="4114800"/>
            <a:ext cx="8839200" cy="25908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Activity</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A task or a certain amount of work required in the project</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Requires time to complete</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Represented by an arrow</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Dummy Activity</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Indicates only precedence relationships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40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Does not require any time of effort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54"/>
                                        </p:tgtEl>
                                        <p:attrNameLst>
                                          <p:attrName>style.visibility</p:attrName>
                                        </p:attrNameLst>
                                      </p:cBhvr>
                                      <p:to>
                                        <p:strVal val="visible"/>
                                      </p:to>
                                    </p:set>
                                    <p:anim calcmode="lin" valueType="num">
                                      <p:cBhvr additive="base">
                                        <p:cTn dur="500"/>
                                        <p:tgtEl>
                                          <p:spTgt spid="115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155">
                                            <p:txEl>
                                              <p:pRg end="0" st="0"/>
                                            </p:txEl>
                                          </p:spTgt>
                                        </p:tgtEl>
                                        <p:attrNameLst>
                                          <p:attrName>style.visibility</p:attrName>
                                        </p:attrNameLst>
                                      </p:cBhvr>
                                      <p:to>
                                        <p:strVal val="visible"/>
                                      </p:to>
                                    </p:set>
                                    <p:anim calcmode="lin" valueType="num">
                                      <p:cBhvr additive="base">
                                        <p:cTn dur="500"/>
                                        <p:tgtEl>
                                          <p:spTgt spid="1155">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155">
                                            <p:txEl>
                                              <p:pRg end="1" st="1"/>
                                            </p:txEl>
                                          </p:spTgt>
                                        </p:tgtEl>
                                        <p:attrNameLst>
                                          <p:attrName>style.visibility</p:attrName>
                                        </p:attrNameLst>
                                      </p:cBhvr>
                                      <p:to>
                                        <p:strVal val="visible"/>
                                      </p:to>
                                    </p:set>
                                    <p:anim calcmode="lin" valueType="num">
                                      <p:cBhvr additive="base">
                                        <p:cTn dur="500"/>
                                        <p:tgtEl>
                                          <p:spTgt spid="1155">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1155">
                                            <p:txEl>
                                              <p:pRg end="2" st="2"/>
                                            </p:txEl>
                                          </p:spTgt>
                                        </p:tgtEl>
                                        <p:attrNameLst>
                                          <p:attrName>style.visibility</p:attrName>
                                        </p:attrNameLst>
                                      </p:cBhvr>
                                      <p:to>
                                        <p:strVal val="visible"/>
                                      </p:to>
                                    </p:set>
                                    <p:anim calcmode="lin" valueType="num">
                                      <p:cBhvr additive="base">
                                        <p:cTn dur="500"/>
                                        <p:tgtEl>
                                          <p:spTgt spid="1155">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1155">
                                            <p:txEl>
                                              <p:pRg end="3" st="3"/>
                                            </p:txEl>
                                          </p:spTgt>
                                        </p:tgtEl>
                                        <p:attrNameLst>
                                          <p:attrName>style.visibility</p:attrName>
                                        </p:attrNameLst>
                                      </p:cBhvr>
                                      <p:to>
                                        <p:strVal val="visible"/>
                                      </p:to>
                                    </p:set>
                                    <p:anim calcmode="lin" valueType="num">
                                      <p:cBhvr additive="base">
                                        <p:cTn dur="500"/>
                                        <p:tgtEl>
                                          <p:spTgt spid="1155">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8">
                                  <p:stCondLst>
                                    <p:cond delay="0"/>
                                  </p:stCondLst>
                                  <p:childTnLst>
                                    <p:set>
                                      <p:cBhvr>
                                        <p:cTn dur="1" fill="hold">
                                          <p:stCondLst>
                                            <p:cond delay="0"/>
                                          </p:stCondLst>
                                        </p:cTn>
                                        <p:tgtEl>
                                          <p:spTgt spid="1155">
                                            <p:txEl>
                                              <p:pRg end="4" st="4"/>
                                            </p:txEl>
                                          </p:spTgt>
                                        </p:tgtEl>
                                        <p:attrNameLst>
                                          <p:attrName>style.visibility</p:attrName>
                                        </p:attrNameLst>
                                      </p:cBhvr>
                                      <p:to>
                                        <p:strVal val="visible"/>
                                      </p:to>
                                    </p:set>
                                    <p:anim calcmode="lin" valueType="num">
                                      <p:cBhvr additive="base">
                                        <p:cTn dur="500"/>
                                        <p:tgtEl>
                                          <p:spTgt spid="1155">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8">
                                  <p:stCondLst>
                                    <p:cond delay="0"/>
                                  </p:stCondLst>
                                  <p:childTnLst>
                                    <p:set>
                                      <p:cBhvr>
                                        <p:cTn dur="1" fill="hold">
                                          <p:stCondLst>
                                            <p:cond delay="0"/>
                                          </p:stCondLst>
                                        </p:cTn>
                                        <p:tgtEl>
                                          <p:spTgt spid="1156">
                                            <p:txEl>
                                              <p:pRg end="0" st="0"/>
                                            </p:txEl>
                                          </p:spTgt>
                                        </p:tgtEl>
                                        <p:attrNameLst>
                                          <p:attrName>style.visibility</p:attrName>
                                        </p:attrNameLst>
                                      </p:cBhvr>
                                      <p:to>
                                        <p:strVal val="visible"/>
                                      </p:to>
                                    </p:set>
                                    <p:anim calcmode="lin" valueType="num">
                                      <p:cBhvr additive="base">
                                        <p:cTn dur="500"/>
                                        <p:tgtEl>
                                          <p:spTgt spid="1156">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8">
                                  <p:stCondLst>
                                    <p:cond delay="0"/>
                                  </p:stCondLst>
                                  <p:childTnLst>
                                    <p:set>
                                      <p:cBhvr>
                                        <p:cTn dur="1" fill="hold">
                                          <p:stCondLst>
                                            <p:cond delay="0"/>
                                          </p:stCondLst>
                                        </p:cTn>
                                        <p:tgtEl>
                                          <p:spTgt spid="1156">
                                            <p:txEl>
                                              <p:pRg end="1" st="1"/>
                                            </p:txEl>
                                          </p:spTgt>
                                        </p:tgtEl>
                                        <p:attrNameLst>
                                          <p:attrName>style.visibility</p:attrName>
                                        </p:attrNameLst>
                                      </p:cBhvr>
                                      <p:to>
                                        <p:strVal val="visible"/>
                                      </p:to>
                                    </p:set>
                                    <p:anim calcmode="lin" valueType="num">
                                      <p:cBhvr additive="base">
                                        <p:cTn dur="500"/>
                                        <p:tgtEl>
                                          <p:spTgt spid="1156">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8">
                                  <p:stCondLst>
                                    <p:cond delay="0"/>
                                  </p:stCondLst>
                                  <p:childTnLst>
                                    <p:set>
                                      <p:cBhvr>
                                        <p:cTn dur="1" fill="hold">
                                          <p:stCondLst>
                                            <p:cond delay="0"/>
                                          </p:stCondLst>
                                        </p:cTn>
                                        <p:tgtEl>
                                          <p:spTgt spid="1156">
                                            <p:txEl>
                                              <p:pRg end="2" st="2"/>
                                            </p:txEl>
                                          </p:spTgt>
                                        </p:tgtEl>
                                        <p:attrNameLst>
                                          <p:attrName>style.visibility</p:attrName>
                                        </p:attrNameLst>
                                      </p:cBhvr>
                                      <p:to>
                                        <p:strVal val="visible"/>
                                      </p:to>
                                    </p:set>
                                    <p:anim calcmode="lin" valueType="num">
                                      <p:cBhvr additive="base">
                                        <p:cTn dur="500"/>
                                        <p:tgtEl>
                                          <p:spTgt spid="1156">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500"/>
                            </p:stCondLst>
                            <p:childTnLst>
                              <p:par>
                                <p:cTn fill="hold" nodeType="afterEffect" presetClass="entr" presetID="2" presetSubtype="8">
                                  <p:stCondLst>
                                    <p:cond delay="0"/>
                                  </p:stCondLst>
                                  <p:childTnLst>
                                    <p:set>
                                      <p:cBhvr>
                                        <p:cTn dur="1" fill="hold">
                                          <p:stCondLst>
                                            <p:cond delay="0"/>
                                          </p:stCondLst>
                                        </p:cTn>
                                        <p:tgtEl>
                                          <p:spTgt spid="1156">
                                            <p:txEl>
                                              <p:pRg end="3" st="3"/>
                                            </p:txEl>
                                          </p:spTgt>
                                        </p:tgtEl>
                                        <p:attrNameLst>
                                          <p:attrName>style.visibility</p:attrName>
                                        </p:attrNameLst>
                                      </p:cBhvr>
                                      <p:to>
                                        <p:strVal val="visible"/>
                                      </p:to>
                                    </p:set>
                                    <p:anim calcmode="lin" valueType="num">
                                      <p:cBhvr additive="base">
                                        <p:cTn dur="500"/>
                                        <p:tgtEl>
                                          <p:spTgt spid="1156">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8">
                                  <p:stCondLst>
                                    <p:cond delay="0"/>
                                  </p:stCondLst>
                                  <p:childTnLst>
                                    <p:set>
                                      <p:cBhvr>
                                        <p:cTn dur="1" fill="hold">
                                          <p:stCondLst>
                                            <p:cond delay="0"/>
                                          </p:stCondLst>
                                        </p:cTn>
                                        <p:tgtEl>
                                          <p:spTgt spid="1156">
                                            <p:txEl>
                                              <p:pRg end="4" st="4"/>
                                            </p:txEl>
                                          </p:spTgt>
                                        </p:tgtEl>
                                        <p:attrNameLst>
                                          <p:attrName>style.visibility</p:attrName>
                                        </p:attrNameLst>
                                      </p:cBhvr>
                                      <p:to>
                                        <p:strVal val="visible"/>
                                      </p:to>
                                    </p:set>
                                    <p:anim calcmode="lin" valueType="num">
                                      <p:cBhvr additive="base">
                                        <p:cTn dur="500"/>
                                        <p:tgtEl>
                                          <p:spTgt spid="1156">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500"/>
                            </p:stCondLst>
                            <p:childTnLst>
                              <p:par>
                                <p:cTn fill="hold" nodeType="afterEffect" presetClass="entr" presetID="2" presetSubtype="8">
                                  <p:stCondLst>
                                    <p:cond delay="0"/>
                                  </p:stCondLst>
                                  <p:childTnLst>
                                    <p:set>
                                      <p:cBhvr>
                                        <p:cTn dur="1" fill="hold">
                                          <p:stCondLst>
                                            <p:cond delay="0"/>
                                          </p:stCondLst>
                                        </p:cTn>
                                        <p:tgtEl>
                                          <p:spTgt spid="1156">
                                            <p:txEl>
                                              <p:pRg end="5" st="5"/>
                                            </p:txEl>
                                          </p:spTgt>
                                        </p:tgtEl>
                                        <p:attrNameLst>
                                          <p:attrName>style.visibility</p:attrName>
                                        </p:attrNameLst>
                                      </p:cBhvr>
                                      <p:to>
                                        <p:strVal val="visible"/>
                                      </p:to>
                                    </p:set>
                                    <p:anim calcmode="lin" valueType="num">
                                      <p:cBhvr additive="base">
                                        <p:cTn dur="500"/>
                                        <p:tgtEl>
                                          <p:spTgt spid="1156">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6000"/>
                            </p:stCondLst>
                            <p:childTnLst>
                              <p:par>
                                <p:cTn fill="hold" nodeType="afterEffect" presetClass="entr" presetID="2" presetSubtype="8">
                                  <p:stCondLst>
                                    <p:cond delay="0"/>
                                  </p:stCondLst>
                                  <p:childTnLst>
                                    <p:set>
                                      <p:cBhvr>
                                        <p:cTn dur="1" fill="hold">
                                          <p:stCondLst>
                                            <p:cond delay="0"/>
                                          </p:stCondLst>
                                        </p:cTn>
                                        <p:tgtEl>
                                          <p:spTgt spid="1156">
                                            <p:txEl>
                                              <p:pRg end="6" st="6"/>
                                            </p:txEl>
                                          </p:spTgt>
                                        </p:tgtEl>
                                        <p:attrNameLst>
                                          <p:attrName>style.visibility</p:attrName>
                                        </p:attrNameLst>
                                      </p:cBhvr>
                                      <p:to>
                                        <p:strVal val="visible"/>
                                      </p:to>
                                    </p:set>
                                    <p:anim calcmode="lin" valueType="num">
                                      <p:cBhvr additive="base">
                                        <p:cTn dur="500"/>
                                        <p:tgtEl>
                                          <p:spTgt spid="1156">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0" name="Shape 1160"/>
        <p:cNvGrpSpPr/>
        <p:nvPr/>
      </p:nvGrpSpPr>
      <p:grpSpPr>
        <a:xfrm>
          <a:off x="0" y="0"/>
          <a:ext cx="0" cy="0"/>
          <a:chOff x="0" y="0"/>
          <a:chExt cx="0" cy="0"/>
        </a:xfrm>
      </p:grpSpPr>
      <p:sp>
        <p:nvSpPr>
          <p:cNvPr id="1161" name="Google Shape;1161;p25"/>
          <p:cNvSpPr txBox="1"/>
          <p:nvPr>
            <p:ph idx="1" type="body"/>
          </p:nvPr>
        </p:nvSpPr>
        <p:spPr>
          <a:xfrm>
            <a:off x="228600" y="762000"/>
            <a:ext cx="8763000" cy="26670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9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Event</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Signals the beginning or ending of an activity</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Designates a point in time</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Represented by a circle (node)</a:t>
            </a:r>
            <a:endParaRPr/>
          </a:p>
          <a:p>
            <a:pPr indent="-342900" lvl="0" marL="342900" marR="0" rtl="0" algn="l">
              <a:lnSpc>
                <a:spcPct val="9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Network</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Shows the sequential relationships among activities using nodes and arrows</a:t>
            </a:r>
            <a:endParaRPr/>
          </a:p>
        </p:txBody>
      </p:sp>
      <p:sp>
        <p:nvSpPr>
          <p:cNvPr id="1162" name="Google Shape;1162;p25"/>
          <p:cNvSpPr txBox="1"/>
          <p:nvPr/>
        </p:nvSpPr>
        <p:spPr>
          <a:xfrm>
            <a:off x="342900" y="3810000"/>
            <a:ext cx="8458200" cy="2282825"/>
          </a:xfrm>
          <a:prstGeom prst="rect">
            <a:avLst/>
          </a:prstGeom>
          <a:noFill/>
          <a:ln>
            <a:noFill/>
          </a:ln>
        </p:spPr>
        <p:txBody>
          <a:bodyPr anchorCtr="0" anchor="t" bIns="45700" lIns="91425" spcFirstLastPara="1" rIns="91425" wrap="square" tIns="45700">
            <a:spAutoFit/>
          </a:bodyPr>
          <a:lstStyle/>
          <a:p>
            <a:pPr indent="-152400" lvl="0" marL="0" marR="0" rtl="0" algn="l">
              <a:lnSpc>
                <a:spcPct val="90000"/>
              </a:lnSpc>
              <a:spcBef>
                <a:spcPts val="0"/>
              </a:spcBef>
              <a:spcAft>
                <a:spcPts val="0"/>
              </a:spcAft>
              <a:buClr>
                <a:schemeClr val="accent2"/>
              </a:buClr>
              <a:buSzPts val="2400"/>
              <a:buFont typeface="Noto Sans Symbols"/>
              <a:buChar char="⬥"/>
            </a:pPr>
            <a:r>
              <a:rPr b="0" i="0" lang="en-US" sz="2400" u="none" cap="none" strike="noStrike">
                <a:solidFill>
                  <a:schemeClr val="dk1"/>
                </a:solidFill>
                <a:latin typeface="Garamond"/>
                <a:ea typeface="Garamond"/>
                <a:cs typeface="Garamond"/>
                <a:sym typeface="Garamond"/>
              </a:rPr>
              <a:t>Activity-on-node (AON)</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1200"/>
              </a:spcBef>
              <a:spcAft>
                <a:spcPts val="0"/>
              </a:spcAft>
              <a:buClr>
                <a:schemeClr val="dk1"/>
              </a:buClr>
              <a:buSzPts val="2400"/>
              <a:buFont typeface="Garamond"/>
              <a:buNone/>
            </a:pPr>
            <a:r>
              <a:rPr b="0" i="0" lang="en-US" sz="2400" u="none" cap="none" strike="noStrike">
                <a:solidFill>
                  <a:schemeClr val="dk1"/>
                </a:solidFill>
                <a:latin typeface="Garamond"/>
                <a:ea typeface="Garamond"/>
                <a:cs typeface="Garamond"/>
                <a:sym typeface="Garamond"/>
              </a:rPr>
              <a:t>nodes represent activities, and arrows show precedence relationships</a:t>
            </a:r>
            <a:endParaRPr b="0" i="0" sz="1400" u="none" cap="none" strike="noStrike">
              <a:solidFill>
                <a:srgbClr val="000000"/>
              </a:solidFill>
              <a:latin typeface="Arial"/>
              <a:ea typeface="Arial"/>
              <a:cs typeface="Arial"/>
              <a:sym typeface="Arial"/>
            </a:endParaRPr>
          </a:p>
          <a:p>
            <a:pPr indent="-152400" lvl="0" marL="0" marR="0" rtl="0" algn="l">
              <a:lnSpc>
                <a:spcPct val="90000"/>
              </a:lnSpc>
              <a:spcBef>
                <a:spcPts val="1200"/>
              </a:spcBef>
              <a:spcAft>
                <a:spcPts val="0"/>
              </a:spcAft>
              <a:buClr>
                <a:schemeClr val="accent2"/>
              </a:buClr>
              <a:buSzPts val="2400"/>
              <a:buFont typeface="Noto Sans Symbols"/>
              <a:buChar char="⬥"/>
            </a:pPr>
            <a:r>
              <a:rPr b="0" i="0" lang="en-US" sz="2400" u="none" cap="none" strike="noStrike">
                <a:solidFill>
                  <a:schemeClr val="dk1"/>
                </a:solidFill>
                <a:latin typeface="Garamond"/>
                <a:ea typeface="Garamond"/>
                <a:cs typeface="Garamond"/>
                <a:sym typeface="Garamond"/>
              </a:rPr>
              <a:t>Activity-on-arrow (AOA)</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1200"/>
              </a:spcBef>
              <a:spcAft>
                <a:spcPts val="0"/>
              </a:spcAft>
              <a:buClr>
                <a:schemeClr val="dk1"/>
              </a:buClr>
              <a:buSzPts val="2400"/>
              <a:buFont typeface="Garamond"/>
              <a:buNone/>
            </a:pPr>
            <a:r>
              <a:rPr b="0" i="0" lang="en-US" sz="2400" u="none" cap="none" strike="noStrike">
                <a:solidFill>
                  <a:schemeClr val="dk1"/>
                </a:solidFill>
                <a:latin typeface="Garamond"/>
                <a:ea typeface="Garamond"/>
                <a:cs typeface="Garamond"/>
                <a:sym typeface="Garamond"/>
              </a:rPr>
              <a:t>arrows represent activities and nodes are events for points in time</a:t>
            </a:r>
            <a:endParaRPr b="0" i="0" sz="1400" u="none" cap="none" strike="noStrike">
              <a:solidFill>
                <a:srgbClr val="000000"/>
              </a:solidFill>
              <a:latin typeface="Arial"/>
              <a:ea typeface="Arial"/>
              <a:cs typeface="Arial"/>
              <a:sym typeface="Arial"/>
            </a:endParaRPr>
          </a:p>
        </p:txBody>
      </p:sp>
      <p:sp>
        <p:nvSpPr>
          <p:cNvPr id="1163" name="Google Shape;1163;p25"/>
          <p:cNvSpPr txBox="1"/>
          <p:nvPr/>
        </p:nvSpPr>
        <p:spPr>
          <a:xfrm>
            <a:off x="304800" y="228600"/>
            <a:ext cx="8610600" cy="609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0" i="0" lang="en-US" sz="3200" u="none" cap="none" strike="noStrike">
                <a:solidFill>
                  <a:schemeClr val="dk2"/>
                </a:solidFill>
                <a:latin typeface="Times New Roman"/>
                <a:ea typeface="Times New Roman"/>
                <a:cs typeface="Times New Roman"/>
                <a:sym typeface="Times New Roman"/>
              </a:rPr>
              <a:t>Project Network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161">
                                            <p:txEl>
                                              <p:pRg end="0" st="0"/>
                                            </p:txEl>
                                          </p:spTgt>
                                        </p:tgtEl>
                                        <p:attrNameLst>
                                          <p:attrName>style.visibility</p:attrName>
                                        </p:attrNameLst>
                                      </p:cBhvr>
                                      <p:to>
                                        <p:strVal val="visible"/>
                                      </p:to>
                                    </p:set>
                                    <p:anim calcmode="lin" valueType="num">
                                      <p:cBhvr additive="base">
                                        <p:cTn dur="500"/>
                                        <p:tgtEl>
                                          <p:spTgt spid="1161">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61">
                                            <p:txEl>
                                              <p:pRg end="1" st="1"/>
                                            </p:txEl>
                                          </p:spTgt>
                                        </p:tgtEl>
                                        <p:attrNameLst>
                                          <p:attrName>style.visibility</p:attrName>
                                        </p:attrNameLst>
                                      </p:cBhvr>
                                      <p:to>
                                        <p:strVal val="visible"/>
                                      </p:to>
                                    </p:set>
                                    <p:anim calcmode="lin" valueType="num">
                                      <p:cBhvr additive="base">
                                        <p:cTn dur="500"/>
                                        <p:tgtEl>
                                          <p:spTgt spid="1161">
                                            <p:txEl>
                                              <p:pRg end="1" st="1"/>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61">
                                            <p:txEl>
                                              <p:pRg end="2" st="2"/>
                                            </p:txEl>
                                          </p:spTgt>
                                        </p:tgtEl>
                                        <p:attrNameLst>
                                          <p:attrName>style.visibility</p:attrName>
                                        </p:attrNameLst>
                                      </p:cBhvr>
                                      <p:to>
                                        <p:strVal val="visible"/>
                                      </p:to>
                                    </p:set>
                                    <p:anim calcmode="lin" valueType="num">
                                      <p:cBhvr additive="base">
                                        <p:cTn dur="500"/>
                                        <p:tgtEl>
                                          <p:spTgt spid="1161">
                                            <p:txEl>
                                              <p:pRg end="2" st="2"/>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61">
                                            <p:txEl>
                                              <p:pRg end="3" st="3"/>
                                            </p:txEl>
                                          </p:spTgt>
                                        </p:tgtEl>
                                        <p:attrNameLst>
                                          <p:attrName>style.visibility</p:attrName>
                                        </p:attrNameLst>
                                      </p:cBhvr>
                                      <p:to>
                                        <p:strVal val="visible"/>
                                      </p:to>
                                    </p:set>
                                    <p:anim calcmode="lin" valueType="num">
                                      <p:cBhvr additive="base">
                                        <p:cTn dur="500"/>
                                        <p:tgtEl>
                                          <p:spTgt spid="1161">
                                            <p:txEl>
                                              <p:pRg end="3" st="3"/>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61">
                                            <p:txEl>
                                              <p:pRg end="4" st="4"/>
                                            </p:txEl>
                                          </p:spTgt>
                                        </p:tgtEl>
                                        <p:attrNameLst>
                                          <p:attrName>style.visibility</p:attrName>
                                        </p:attrNameLst>
                                      </p:cBhvr>
                                      <p:to>
                                        <p:strVal val="visible"/>
                                      </p:to>
                                    </p:set>
                                    <p:anim calcmode="lin" valueType="num">
                                      <p:cBhvr additive="base">
                                        <p:cTn dur="500"/>
                                        <p:tgtEl>
                                          <p:spTgt spid="1161">
                                            <p:txEl>
                                              <p:pRg end="4" st="4"/>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61">
                                            <p:txEl>
                                              <p:pRg end="5" st="5"/>
                                            </p:txEl>
                                          </p:spTgt>
                                        </p:tgtEl>
                                        <p:attrNameLst>
                                          <p:attrName>style.visibility</p:attrName>
                                        </p:attrNameLst>
                                      </p:cBhvr>
                                      <p:to>
                                        <p:strVal val="visible"/>
                                      </p:to>
                                    </p:set>
                                    <p:anim calcmode="lin" valueType="num">
                                      <p:cBhvr additive="base">
                                        <p:cTn dur="500"/>
                                        <p:tgtEl>
                                          <p:spTgt spid="1161">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8">
                                  <p:stCondLst>
                                    <p:cond delay="0"/>
                                  </p:stCondLst>
                                  <p:childTnLst>
                                    <p:set>
                                      <p:cBhvr>
                                        <p:cTn dur="1" fill="hold">
                                          <p:stCondLst>
                                            <p:cond delay="0"/>
                                          </p:stCondLst>
                                        </p:cTn>
                                        <p:tgtEl>
                                          <p:spTgt spid="1162">
                                            <p:txEl>
                                              <p:pRg end="0" st="0"/>
                                            </p:txEl>
                                          </p:spTgt>
                                        </p:tgtEl>
                                        <p:attrNameLst>
                                          <p:attrName>style.visibility</p:attrName>
                                        </p:attrNameLst>
                                      </p:cBhvr>
                                      <p:to>
                                        <p:strVal val="visible"/>
                                      </p:to>
                                    </p:set>
                                    <p:anim calcmode="lin" valueType="num">
                                      <p:cBhvr additive="base">
                                        <p:cTn dur="500"/>
                                        <p:tgtEl>
                                          <p:spTgt spid="1162">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162">
                                            <p:txEl>
                                              <p:pRg end="1" st="1"/>
                                            </p:txEl>
                                          </p:spTgt>
                                        </p:tgtEl>
                                        <p:attrNameLst>
                                          <p:attrName>style.visibility</p:attrName>
                                        </p:attrNameLst>
                                      </p:cBhvr>
                                      <p:to>
                                        <p:strVal val="visible"/>
                                      </p:to>
                                    </p:set>
                                    <p:anim calcmode="lin" valueType="num">
                                      <p:cBhvr additive="base">
                                        <p:cTn dur="500"/>
                                        <p:tgtEl>
                                          <p:spTgt spid="1162">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8">
                                  <p:stCondLst>
                                    <p:cond delay="0"/>
                                  </p:stCondLst>
                                  <p:childTnLst>
                                    <p:set>
                                      <p:cBhvr>
                                        <p:cTn dur="1" fill="hold">
                                          <p:stCondLst>
                                            <p:cond delay="0"/>
                                          </p:stCondLst>
                                        </p:cTn>
                                        <p:tgtEl>
                                          <p:spTgt spid="1162">
                                            <p:txEl>
                                              <p:pRg end="2" st="2"/>
                                            </p:txEl>
                                          </p:spTgt>
                                        </p:tgtEl>
                                        <p:attrNameLst>
                                          <p:attrName>style.visibility</p:attrName>
                                        </p:attrNameLst>
                                      </p:cBhvr>
                                      <p:to>
                                        <p:strVal val="visible"/>
                                      </p:to>
                                    </p:set>
                                    <p:anim calcmode="lin" valueType="num">
                                      <p:cBhvr additive="base">
                                        <p:cTn dur="500"/>
                                        <p:tgtEl>
                                          <p:spTgt spid="1162">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8">
                                  <p:stCondLst>
                                    <p:cond delay="0"/>
                                  </p:stCondLst>
                                  <p:childTnLst>
                                    <p:set>
                                      <p:cBhvr>
                                        <p:cTn dur="1" fill="hold">
                                          <p:stCondLst>
                                            <p:cond delay="0"/>
                                          </p:stCondLst>
                                        </p:cTn>
                                        <p:tgtEl>
                                          <p:spTgt spid="1162">
                                            <p:txEl>
                                              <p:pRg end="3" st="3"/>
                                            </p:txEl>
                                          </p:spTgt>
                                        </p:tgtEl>
                                        <p:attrNameLst>
                                          <p:attrName>style.visibility</p:attrName>
                                        </p:attrNameLst>
                                      </p:cBhvr>
                                      <p:to>
                                        <p:strVal val="visible"/>
                                      </p:to>
                                    </p:set>
                                    <p:anim calcmode="lin" valueType="num">
                                      <p:cBhvr additive="base">
                                        <p:cTn dur="500"/>
                                        <p:tgtEl>
                                          <p:spTgt spid="116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7" name="Shape 1167"/>
        <p:cNvGrpSpPr/>
        <p:nvPr/>
      </p:nvGrpSpPr>
      <p:grpSpPr>
        <a:xfrm>
          <a:off x="0" y="0"/>
          <a:ext cx="0" cy="0"/>
          <a:chOff x="0" y="0"/>
          <a:chExt cx="0" cy="0"/>
        </a:xfrm>
      </p:grpSpPr>
      <p:sp>
        <p:nvSpPr>
          <p:cNvPr id="1168" name="Google Shape;1168;p26"/>
          <p:cNvSpPr txBox="1"/>
          <p:nvPr>
            <p:ph type="title"/>
          </p:nvPr>
        </p:nvSpPr>
        <p:spPr>
          <a:xfrm>
            <a:off x="263525" y="0"/>
            <a:ext cx="8651875" cy="381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AOA Project Network for House</a:t>
            </a:r>
            <a:endParaRPr/>
          </a:p>
        </p:txBody>
      </p:sp>
      <p:grpSp>
        <p:nvGrpSpPr>
          <p:cNvPr id="1169" name="Google Shape;1169;p26"/>
          <p:cNvGrpSpPr/>
          <p:nvPr/>
        </p:nvGrpSpPr>
        <p:grpSpPr>
          <a:xfrm>
            <a:off x="342900" y="457200"/>
            <a:ext cx="8458200" cy="2819400"/>
            <a:chOff x="432" y="1152"/>
            <a:chExt cx="4992" cy="2016"/>
          </a:xfrm>
        </p:grpSpPr>
        <p:sp>
          <p:nvSpPr>
            <p:cNvPr id="1170" name="Google Shape;1170;p26"/>
            <p:cNvSpPr/>
            <p:nvPr/>
          </p:nvSpPr>
          <p:spPr>
            <a:xfrm>
              <a:off x="432" y="1152"/>
              <a:ext cx="4992" cy="201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171" name="Google Shape;1171;p26"/>
            <p:cNvGrpSpPr/>
            <p:nvPr/>
          </p:nvGrpSpPr>
          <p:grpSpPr>
            <a:xfrm>
              <a:off x="604" y="1353"/>
              <a:ext cx="4636" cy="1633"/>
              <a:chOff x="604" y="1353"/>
              <a:chExt cx="4636" cy="1633"/>
            </a:xfrm>
          </p:grpSpPr>
          <p:sp>
            <p:nvSpPr>
              <p:cNvPr id="1172" name="Google Shape;1172;p26"/>
              <p:cNvSpPr txBox="1"/>
              <p:nvPr/>
            </p:nvSpPr>
            <p:spPr>
              <a:xfrm>
                <a:off x="1091" y="1955"/>
                <a:ext cx="292"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1173" name="Google Shape;1173;p26"/>
              <p:cNvSpPr txBox="1"/>
              <p:nvPr/>
            </p:nvSpPr>
            <p:spPr>
              <a:xfrm>
                <a:off x="2095" y="1773"/>
                <a:ext cx="210"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174" name="Google Shape;1174;p26"/>
              <p:cNvSpPr txBox="1"/>
              <p:nvPr/>
            </p:nvSpPr>
            <p:spPr>
              <a:xfrm>
                <a:off x="2430" y="1773"/>
                <a:ext cx="295"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1175" name="Google Shape;1175;p26"/>
              <p:cNvSpPr txBox="1"/>
              <p:nvPr/>
            </p:nvSpPr>
            <p:spPr>
              <a:xfrm>
                <a:off x="2282" y="1955"/>
                <a:ext cx="295"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176" name="Google Shape;1176;p26"/>
              <p:cNvSpPr txBox="1"/>
              <p:nvPr/>
            </p:nvSpPr>
            <p:spPr>
              <a:xfrm>
                <a:off x="3350" y="2160"/>
                <a:ext cx="188"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1177" name="Google Shape;1177;p26"/>
              <p:cNvSpPr txBox="1"/>
              <p:nvPr/>
            </p:nvSpPr>
            <p:spPr>
              <a:xfrm>
                <a:off x="3176" y="2342"/>
                <a:ext cx="190"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178" name="Google Shape;1178;p26"/>
              <p:cNvSpPr txBox="1"/>
              <p:nvPr/>
            </p:nvSpPr>
            <p:spPr>
              <a:xfrm>
                <a:off x="3574" y="2342"/>
                <a:ext cx="190"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179" name="Google Shape;1179;p26"/>
              <p:cNvSpPr txBox="1"/>
              <p:nvPr/>
            </p:nvSpPr>
            <p:spPr>
              <a:xfrm>
                <a:off x="4437" y="2160"/>
                <a:ext cx="192" cy="238"/>
              </a:xfrm>
              <a:prstGeom prst="rect">
                <a:avLst/>
              </a:prstGeom>
              <a:noFill/>
              <a:ln>
                <a:noFill/>
              </a:ln>
            </p:spPr>
            <p:txBody>
              <a:bodyPr anchorCtr="0" anchor="t" bIns="44450" lIns="90475" spcFirstLastPara="1" rIns="90475" wrap="square" tIns="4445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nvGrpSpPr>
              <p:cNvPr id="1180" name="Google Shape;1180;p26"/>
              <p:cNvGrpSpPr/>
              <p:nvPr/>
            </p:nvGrpSpPr>
            <p:grpSpPr>
              <a:xfrm>
                <a:off x="604" y="1353"/>
                <a:ext cx="4636" cy="1633"/>
                <a:chOff x="604" y="1353"/>
                <a:chExt cx="4636" cy="1633"/>
              </a:xfrm>
            </p:grpSpPr>
            <p:grpSp>
              <p:nvGrpSpPr>
                <p:cNvPr id="1181" name="Google Shape;1181;p26"/>
                <p:cNvGrpSpPr/>
                <p:nvPr/>
              </p:nvGrpSpPr>
              <p:grpSpPr>
                <a:xfrm>
                  <a:off x="604" y="1353"/>
                  <a:ext cx="4636" cy="1633"/>
                  <a:chOff x="604" y="1353"/>
                  <a:chExt cx="4636" cy="1633"/>
                </a:xfrm>
              </p:grpSpPr>
              <p:cxnSp>
                <p:nvCxnSpPr>
                  <p:cNvPr id="1182" name="Google Shape;1182;p26"/>
                  <p:cNvCxnSpPr/>
                  <p:nvPr/>
                </p:nvCxnSpPr>
                <p:spPr>
                  <a:xfrm>
                    <a:off x="2395" y="1490"/>
                    <a:ext cx="444" cy="569"/>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83" name="Google Shape;1183;p26"/>
                  <p:cNvCxnSpPr/>
                  <p:nvPr/>
                </p:nvCxnSpPr>
                <p:spPr>
                  <a:xfrm>
                    <a:off x="2922" y="2176"/>
                    <a:ext cx="444" cy="569"/>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84" name="Google Shape;1184;p26"/>
                  <p:cNvCxnSpPr/>
                  <p:nvPr/>
                </p:nvCxnSpPr>
                <p:spPr>
                  <a:xfrm flipH="1" rot="10800000">
                    <a:off x="3492" y="2274"/>
                    <a:ext cx="435" cy="551"/>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85" name="Google Shape;1185;p26"/>
                  <p:cNvCxnSpPr/>
                  <p:nvPr/>
                </p:nvCxnSpPr>
                <p:spPr>
                  <a:xfrm flipH="1" rot="10800000">
                    <a:off x="1840" y="1591"/>
                    <a:ext cx="444" cy="551"/>
                  </a:xfrm>
                  <a:prstGeom prst="straightConnector1">
                    <a:avLst/>
                  </a:prstGeom>
                  <a:noFill/>
                  <a:ln cap="flat" cmpd="sng" w="57150">
                    <a:solidFill>
                      <a:schemeClr val="folHlink"/>
                    </a:solidFill>
                    <a:prstDash val="solid"/>
                    <a:miter lim="800000"/>
                    <a:headEnd len="sm" w="sm" type="none"/>
                    <a:tailEnd len="med" w="med" type="triangle"/>
                  </a:ln>
                </p:spPr>
              </p:cxnSp>
              <p:grpSp>
                <p:nvGrpSpPr>
                  <p:cNvPr id="1186" name="Google Shape;1186;p26"/>
                  <p:cNvGrpSpPr/>
                  <p:nvPr/>
                </p:nvGrpSpPr>
                <p:grpSpPr>
                  <a:xfrm>
                    <a:off x="604" y="2038"/>
                    <a:ext cx="4636" cy="265"/>
                    <a:chOff x="604" y="2038"/>
                    <a:chExt cx="4636" cy="265"/>
                  </a:xfrm>
                </p:grpSpPr>
                <p:cxnSp>
                  <p:nvCxnSpPr>
                    <p:cNvPr id="1187" name="Google Shape;1187;p26"/>
                    <p:cNvCxnSpPr/>
                    <p:nvPr/>
                  </p:nvCxnSpPr>
                  <p:spPr>
                    <a:xfrm>
                      <a:off x="4017" y="2171"/>
                      <a:ext cx="933" cy="0"/>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88" name="Google Shape;1188;p26"/>
                    <p:cNvCxnSpPr/>
                    <p:nvPr/>
                  </p:nvCxnSpPr>
                  <p:spPr>
                    <a:xfrm>
                      <a:off x="2931" y="2170"/>
                      <a:ext cx="916" cy="0"/>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89" name="Google Shape;1189;p26"/>
                    <p:cNvCxnSpPr/>
                    <p:nvPr/>
                  </p:nvCxnSpPr>
                  <p:spPr>
                    <a:xfrm>
                      <a:off x="1833" y="2170"/>
                      <a:ext cx="943" cy="0"/>
                    </a:xfrm>
                    <a:prstGeom prst="straightConnector1">
                      <a:avLst/>
                    </a:prstGeom>
                    <a:noFill/>
                    <a:ln cap="flat" cmpd="sng" w="57150">
                      <a:solidFill>
                        <a:schemeClr val="folHlink"/>
                      </a:solidFill>
                      <a:prstDash val="solid"/>
                      <a:miter lim="800000"/>
                      <a:headEnd len="sm" w="sm" type="none"/>
                      <a:tailEnd len="med" w="med" type="triangle"/>
                    </a:ln>
                  </p:spPr>
                </p:cxnSp>
                <p:cxnSp>
                  <p:nvCxnSpPr>
                    <p:cNvPr id="1190" name="Google Shape;1190;p26"/>
                    <p:cNvCxnSpPr/>
                    <p:nvPr/>
                  </p:nvCxnSpPr>
                  <p:spPr>
                    <a:xfrm>
                      <a:off x="755" y="2171"/>
                      <a:ext cx="925" cy="0"/>
                    </a:xfrm>
                    <a:prstGeom prst="straightConnector1">
                      <a:avLst/>
                    </a:prstGeom>
                    <a:noFill/>
                    <a:ln cap="flat" cmpd="sng" w="57150">
                      <a:solidFill>
                        <a:schemeClr val="folHlink"/>
                      </a:solidFill>
                      <a:prstDash val="solid"/>
                      <a:miter lim="800000"/>
                      <a:headEnd len="sm" w="sm" type="none"/>
                      <a:tailEnd len="med" w="med" type="triangle"/>
                    </a:ln>
                  </p:spPr>
                </p:cxnSp>
                <p:grpSp>
                  <p:nvGrpSpPr>
                    <p:cNvPr id="1191" name="Google Shape;1191;p26"/>
                    <p:cNvGrpSpPr/>
                    <p:nvPr/>
                  </p:nvGrpSpPr>
                  <p:grpSpPr>
                    <a:xfrm>
                      <a:off x="604" y="2038"/>
                      <a:ext cx="4636" cy="265"/>
                      <a:chOff x="604" y="2038"/>
                      <a:chExt cx="4636" cy="265"/>
                    </a:xfrm>
                  </p:grpSpPr>
                  <p:sp>
                    <p:nvSpPr>
                      <p:cNvPr id="1192" name="Google Shape;1192;p26"/>
                      <p:cNvSpPr/>
                      <p:nvPr/>
                    </p:nvSpPr>
                    <p:spPr>
                      <a:xfrm>
                        <a:off x="604" y="2038"/>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193" name="Google Shape;1193;p26"/>
                      <p:cNvSpPr/>
                      <p:nvPr/>
                    </p:nvSpPr>
                    <p:spPr>
                      <a:xfrm>
                        <a:off x="1693" y="2038"/>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194" name="Google Shape;1194;p26"/>
                      <p:cNvSpPr/>
                      <p:nvPr/>
                    </p:nvSpPr>
                    <p:spPr>
                      <a:xfrm>
                        <a:off x="2782" y="2038"/>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195" name="Google Shape;1195;p26"/>
                      <p:cNvSpPr/>
                      <p:nvPr/>
                    </p:nvSpPr>
                    <p:spPr>
                      <a:xfrm>
                        <a:off x="3871" y="2038"/>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sp>
                    <p:nvSpPr>
                      <p:cNvPr id="1196" name="Google Shape;1196;p26"/>
                      <p:cNvSpPr/>
                      <p:nvPr/>
                    </p:nvSpPr>
                    <p:spPr>
                      <a:xfrm>
                        <a:off x="4960" y="2038"/>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p:txBody>
                  </p:sp>
                </p:grpSp>
              </p:grpSp>
              <p:sp>
                <p:nvSpPr>
                  <p:cNvPr id="1197" name="Google Shape;1197;p26"/>
                  <p:cNvSpPr/>
                  <p:nvPr/>
                </p:nvSpPr>
                <p:spPr>
                  <a:xfrm>
                    <a:off x="2237" y="1353"/>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1198" name="Google Shape;1198;p26"/>
                  <p:cNvSpPr/>
                  <p:nvPr/>
                </p:nvSpPr>
                <p:spPr>
                  <a:xfrm>
                    <a:off x="3326" y="2721"/>
                    <a:ext cx="280" cy="265"/>
                  </a:xfrm>
                  <a:prstGeom prst="ellipse">
                    <a:avLst/>
                  </a:prstGeom>
                  <a:solidFill>
                    <a:srgbClr val="E6B380"/>
                  </a:solidFill>
                  <a:ln cap="flat" cmpd="sng" w="12700">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grpSp>
            <p:sp>
              <p:nvSpPr>
                <p:cNvPr id="1199" name="Google Shape;1199;p26"/>
                <p:cNvSpPr txBox="1"/>
                <p:nvPr/>
              </p:nvSpPr>
              <p:spPr>
                <a:xfrm>
                  <a:off x="1301" y="1483"/>
                  <a:ext cx="862" cy="41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Lay foundation</a:t>
                  </a:r>
                  <a:endParaRPr b="0" i="0" sz="1400" u="none" cap="none" strike="noStrike">
                    <a:solidFill>
                      <a:srgbClr val="000000"/>
                    </a:solidFill>
                    <a:latin typeface="Arial"/>
                    <a:ea typeface="Arial"/>
                    <a:cs typeface="Arial"/>
                    <a:sym typeface="Arial"/>
                  </a:endParaRPr>
                </a:p>
              </p:txBody>
            </p:sp>
            <p:sp>
              <p:nvSpPr>
                <p:cNvPr id="1200" name="Google Shape;1200;p26"/>
                <p:cNvSpPr txBox="1"/>
                <p:nvPr/>
              </p:nvSpPr>
              <p:spPr>
                <a:xfrm>
                  <a:off x="810" y="2218"/>
                  <a:ext cx="973" cy="588"/>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Design house and obtain financing</a:t>
                  </a:r>
                  <a:endParaRPr b="0" i="0" sz="1400" u="none" cap="none" strike="noStrike">
                    <a:solidFill>
                      <a:srgbClr val="000000"/>
                    </a:solidFill>
                    <a:latin typeface="Arial"/>
                    <a:ea typeface="Arial"/>
                    <a:cs typeface="Arial"/>
                    <a:sym typeface="Arial"/>
                  </a:endParaRPr>
                </a:p>
              </p:txBody>
            </p:sp>
            <p:sp>
              <p:nvSpPr>
                <p:cNvPr id="1201" name="Google Shape;1201;p26"/>
                <p:cNvSpPr txBox="1"/>
                <p:nvPr/>
              </p:nvSpPr>
              <p:spPr>
                <a:xfrm>
                  <a:off x="1900" y="2218"/>
                  <a:ext cx="770" cy="588"/>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Order and receive materials</a:t>
                  </a:r>
                  <a:endParaRPr b="0" i="0" sz="1400" u="none" cap="none" strike="noStrike">
                    <a:solidFill>
                      <a:srgbClr val="000000"/>
                    </a:solidFill>
                    <a:latin typeface="Arial"/>
                    <a:ea typeface="Arial"/>
                    <a:cs typeface="Arial"/>
                    <a:sym typeface="Arial"/>
                  </a:endParaRPr>
                </a:p>
              </p:txBody>
            </p:sp>
            <p:sp>
              <p:nvSpPr>
                <p:cNvPr id="1202" name="Google Shape;1202;p26"/>
                <p:cNvSpPr txBox="1"/>
                <p:nvPr/>
              </p:nvSpPr>
              <p:spPr>
                <a:xfrm>
                  <a:off x="2560" y="1483"/>
                  <a:ext cx="699" cy="239"/>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Dummy</a:t>
                  </a:r>
                  <a:endParaRPr b="0" i="0" sz="1400" u="none" cap="none" strike="noStrike">
                    <a:solidFill>
                      <a:srgbClr val="000000"/>
                    </a:solidFill>
                    <a:latin typeface="Arial"/>
                    <a:ea typeface="Arial"/>
                    <a:cs typeface="Arial"/>
                    <a:sym typeface="Arial"/>
                  </a:endParaRPr>
                </a:p>
              </p:txBody>
            </p:sp>
            <p:sp>
              <p:nvSpPr>
                <p:cNvPr id="1203" name="Google Shape;1203;p26"/>
                <p:cNvSpPr txBox="1"/>
                <p:nvPr/>
              </p:nvSpPr>
              <p:spPr>
                <a:xfrm>
                  <a:off x="4232" y="1758"/>
                  <a:ext cx="618" cy="41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Finish work</a:t>
                  </a:r>
                  <a:endParaRPr b="0" i="0" sz="1400" u="none" cap="none" strike="noStrike">
                    <a:solidFill>
                      <a:srgbClr val="000000"/>
                    </a:solidFill>
                    <a:latin typeface="Arial"/>
                    <a:ea typeface="Arial"/>
                    <a:cs typeface="Arial"/>
                    <a:sym typeface="Arial"/>
                  </a:endParaRPr>
                </a:p>
              </p:txBody>
            </p:sp>
            <p:sp>
              <p:nvSpPr>
                <p:cNvPr id="1204" name="Google Shape;1204;p26"/>
                <p:cNvSpPr txBox="1"/>
                <p:nvPr/>
              </p:nvSpPr>
              <p:spPr>
                <a:xfrm>
                  <a:off x="3790" y="2407"/>
                  <a:ext cx="699" cy="41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Select carpet</a:t>
                  </a:r>
                  <a:endParaRPr b="0" i="0" sz="1400" u="none" cap="none" strike="noStrike">
                    <a:solidFill>
                      <a:srgbClr val="000000"/>
                    </a:solidFill>
                    <a:latin typeface="Arial"/>
                    <a:ea typeface="Arial"/>
                    <a:cs typeface="Arial"/>
                    <a:sym typeface="Arial"/>
                  </a:endParaRPr>
                </a:p>
              </p:txBody>
            </p:sp>
            <p:sp>
              <p:nvSpPr>
                <p:cNvPr id="1205" name="Google Shape;1205;p26"/>
                <p:cNvSpPr txBox="1"/>
                <p:nvPr/>
              </p:nvSpPr>
              <p:spPr>
                <a:xfrm>
                  <a:off x="2654" y="2407"/>
                  <a:ext cx="628" cy="414"/>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Select paint</a:t>
                  </a:r>
                  <a:endParaRPr b="0" i="0" sz="1400" u="none" cap="none" strike="noStrike">
                    <a:solidFill>
                      <a:srgbClr val="000000"/>
                    </a:solidFill>
                    <a:latin typeface="Arial"/>
                    <a:ea typeface="Arial"/>
                    <a:cs typeface="Arial"/>
                    <a:sym typeface="Arial"/>
                  </a:endParaRPr>
                </a:p>
              </p:txBody>
            </p:sp>
            <p:sp>
              <p:nvSpPr>
                <p:cNvPr id="1206" name="Google Shape;1206;p26"/>
                <p:cNvSpPr txBox="1"/>
                <p:nvPr/>
              </p:nvSpPr>
              <p:spPr>
                <a:xfrm>
                  <a:off x="3147" y="1758"/>
                  <a:ext cx="627" cy="41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Build house</a:t>
                  </a:r>
                  <a:endParaRPr b="0" i="0" sz="1400" u="none" cap="none" strike="noStrike">
                    <a:solidFill>
                      <a:srgbClr val="000000"/>
                    </a:solidFill>
                    <a:latin typeface="Arial"/>
                    <a:ea typeface="Arial"/>
                    <a:cs typeface="Arial"/>
                    <a:sym typeface="Arial"/>
                  </a:endParaRPr>
                </a:p>
              </p:txBody>
            </p:sp>
          </p:grpSp>
        </p:grpSp>
      </p:grpSp>
      <p:sp>
        <p:nvSpPr>
          <p:cNvPr id="1207" name="Google Shape;1207;p26"/>
          <p:cNvSpPr txBox="1"/>
          <p:nvPr/>
        </p:nvSpPr>
        <p:spPr>
          <a:xfrm>
            <a:off x="309562" y="3373437"/>
            <a:ext cx="84582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Times New Roman"/>
              <a:buNone/>
            </a:pPr>
            <a:r>
              <a:rPr b="0" i="0" lang="en-US" sz="3200" u="none" cap="none" strike="noStrike">
                <a:solidFill>
                  <a:schemeClr val="dk2"/>
                </a:solidFill>
                <a:latin typeface="Times New Roman"/>
                <a:ea typeface="Times New Roman"/>
                <a:cs typeface="Times New Roman"/>
                <a:sym typeface="Times New Roman"/>
              </a:rPr>
              <a:t>AON Project Network for House</a:t>
            </a:r>
            <a:endParaRPr b="0" i="0" sz="1400" u="none" cap="none" strike="noStrike">
              <a:solidFill>
                <a:srgbClr val="000000"/>
              </a:solidFill>
              <a:latin typeface="Arial"/>
              <a:ea typeface="Arial"/>
              <a:cs typeface="Arial"/>
              <a:sym typeface="Arial"/>
            </a:endParaRPr>
          </a:p>
        </p:txBody>
      </p:sp>
      <p:grpSp>
        <p:nvGrpSpPr>
          <p:cNvPr id="1208" name="Google Shape;1208;p26"/>
          <p:cNvGrpSpPr/>
          <p:nvPr/>
        </p:nvGrpSpPr>
        <p:grpSpPr>
          <a:xfrm>
            <a:off x="309550" y="3908000"/>
            <a:ext cx="8604068" cy="3096518"/>
            <a:chOff x="528" y="1440"/>
            <a:chExt cx="4992" cy="2424"/>
          </a:xfrm>
        </p:grpSpPr>
        <p:sp>
          <p:nvSpPr>
            <p:cNvPr id="1209" name="Google Shape;1209;p26"/>
            <p:cNvSpPr/>
            <p:nvPr/>
          </p:nvSpPr>
          <p:spPr>
            <a:xfrm>
              <a:off x="528" y="1440"/>
              <a:ext cx="4800" cy="230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210" name="Google Shape;1210;p26"/>
            <p:cNvGrpSpPr/>
            <p:nvPr/>
          </p:nvGrpSpPr>
          <p:grpSpPr>
            <a:xfrm>
              <a:off x="1440" y="2256"/>
              <a:ext cx="433" cy="492"/>
              <a:chOff x="672" y="1920"/>
              <a:chExt cx="433" cy="492"/>
            </a:xfrm>
          </p:grpSpPr>
          <p:grpSp>
            <p:nvGrpSpPr>
              <p:cNvPr id="1211" name="Google Shape;1211;p26"/>
              <p:cNvGrpSpPr/>
              <p:nvPr/>
            </p:nvGrpSpPr>
            <p:grpSpPr>
              <a:xfrm>
                <a:off x="672" y="1920"/>
                <a:ext cx="433" cy="432"/>
                <a:chOff x="672" y="1920"/>
                <a:chExt cx="433" cy="432"/>
              </a:xfrm>
            </p:grpSpPr>
            <p:sp>
              <p:nvSpPr>
                <p:cNvPr id="1212" name="Google Shape;1212;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13" name="Google Shape;1213;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14" name="Google Shape;1214;p26"/>
              <p:cNvSpPr txBox="1"/>
              <p:nvPr/>
            </p:nvSpPr>
            <p:spPr>
              <a:xfrm>
                <a:off x="767"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215" name="Google Shape;1215;p26"/>
              <p:cNvSpPr txBox="1"/>
              <p:nvPr/>
            </p:nvSpPr>
            <p:spPr>
              <a:xfrm>
                <a:off x="767"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grpSp>
        <p:grpSp>
          <p:nvGrpSpPr>
            <p:cNvPr id="1216" name="Google Shape;1216;p26"/>
            <p:cNvGrpSpPr/>
            <p:nvPr/>
          </p:nvGrpSpPr>
          <p:grpSpPr>
            <a:xfrm>
              <a:off x="2304" y="1728"/>
              <a:ext cx="433" cy="492"/>
              <a:chOff x="672" y="1920"/>
              <a:chExt cx="433" cy="492"/>
            </a:xfrm>
          </p:grpSpPr>
          <p:grpSp>
            <p:nvGrpSpPr>
              <p:cNvPr id="1217" name="Google Shape;1217;p26"/>
              <p:cNvGrpSpPr/>
              <p:nvPr/>
            </p:nvGrpSpPr>
            <p:grpSpPr>
              <a:xfrm>
                <a:off x="672" y="1920"/>
                <a:ext cx="433" cy="432"/>
                <a:chOff x="672" y="1920"/>
                <a:chExt cx="433" cy="432"/>
              </a:xfrm>
            </p:grpSpPr>
            <p:sp>
              <p:nvSpPr>
                <p:cNvPr id="1218" name="Google Shape;1218;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19" name="Google Shape;1219;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20" name="Google Shape;1220;p26"/>
              <p:cNvSpPr txBox="1"/>
              <p:nvPr/>
            </p:nvSpPr>
            <p:spPr>
              <a:xfrm>
                <a:off x="767"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sp>
            <p:nvSpPr>
              <p:cNvPr id="1221" name="Google Shape;1221;p26"/>
              <p:cNvSpPr txBox="1"/>
              <p:nvPr/>
            </p:nvSpPr>
            <p:spPr>
              <a:xfrm>
                <a:off x="767"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grpSp>
        <p:grpSp>
          <p:nvGrpSpPr>
            <p:cNvPr id="1222" name="Google Shape;1222;p26"/>
            <p:cNvGrpSpPr/>
            <p:nvPr/>
          </p:nvGrpSpPr>
          <p:grpSpPr>
            <a:xfrm>
              <a:off x="3552" y="1680"/>
              <a:ext cx="433" cy="492"/>
              <a:chOff x="672" y="1920"/>
              <a:chExt cx="433" cy="492"/>
            </a:xfrm>
          </p:grpSpPr>
          <p:grpSp>
            <p:nvGrpSpPr>
              <p:cNvPr id="1223" name="Google Shape;1223;p26"/>
              <p:cNvGrpSpPr/>
              <p:nvPr/>
            </p:nvGrpSpPr>
            <p:grpSpPr>
              <a:xfrm>
                <a:off x="672" y="1920"/>
                <a:ext cx="433" cy="432"/>
                <a:chOff x="672" y="1920"/>
                <a:chExt cx="433" cy="432"/>
              </a:xfrm>
            </p:grpSpPr>
            <p:sp>
              <p:nvSpPr>
                <p:cNvPr id="1224" name="Google Shape;1224;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25" name="Google Shape;1225;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26" name="Google Shape;1226;p26"/>
              <p:cNvSpPr txBox="1"/>
              <p:nvPr/>
            </p:nvSpPr>
            <p:spPr>
              <a:xfrm>
                <a:off x="767"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sp>
            <p:nvSpPr>
              <p:cNvPr id="1227" name="Google Shape;1227;p26"/>
              <p:cNvSpPr txBox="1"/>
              <p:nvPr/>
            </p:nvSpPr>
            <p:spPr>
              <a:xfrm>
                <a:off x="767"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grpSp>
        <p:grpSp>
          <p:nvGrpSpPr>
            <p:cNvPr id="1228" name="Google Shape;1228;p26"/>
            <p:cNvGrpSpPr/>
            <p:nvPr/>
          </p:nvGrpSpPr>
          <p:grpSpPr>
            <a:xfrm>
              <a:off x="2256" y="2784"/>
              <a:ext cx="433" cy="492"/>
              <a:chOff x="672" y="1920"/>
              <a:chExt cx="433" cy="492"/>
            </a:xfrm>
          </p:grpSpPr>
          <p:grpSp>
            <p:nvGrpSpPr>
              <p:cNvPr id="1229" name="Google Shape;1229;p26"/>
              <p:cNvGrpSpPr/>
              <p:nvPr/>
            </p:nvGrpSpPr>
            <p:grpSpPr>
              <a:xfrm>
                <a:off x="672" y="1920"/>
                <a:ext cx="433" cy="432"/>
                <a:chOff x="672" y="1920"/>
                <a:chExt cx="433" cy="432"/>
              </a:xfrm>
            </p:grpSpPr>
            <p:sp>
              <p:nvSpPr>
                <p:cNvPr id="1230" name="Google Shape;1230;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31" name="Google Shape;1231;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32" name="Google Shape;1232;p26"/>
              <p:cNvSpPr txBox="1"/>
              <p:nvPr/>
            </p:nvSpPr>
            <p:spPr>
              <a:xfrm>
                <a:off x="768" y="1921"/>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sp>
            <p:nvSpPr>
              <p:cNvPr id="1233" name="Google Shape;1233;p26"/>
              <p:cNvSpPr txBox="1"/>
              <p:nvPr/>
            </p:nvSpPr>
            <p:spPr>
              <a:xfrm>
                <a:off x="768"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1234" name="Google Shape;1234;p26"/>
            <p:cNvGrpSpPr/>
            <p:nvPr/>
          </p:nvGrpSpPr>
          <p:grpSpPr>
            <a:xfrm>
              <a:off x="3168" y="2928"/>
              <a:ext cx="433" cy="492"/>
              <a:chOff x="672" y="1920"/>
              <a:chExt cx="433" cy="492"/>
            </a:xfrm>
          </p:grpSpPr>
          <p:grpSp>
            <p:nvGrpSpPr>
              <p:cNvPr id="1235" name="Google Shape;1235;p26"/>
              <p:cNvGrpSpPr/>
              <p:nvPr/>
            </p:nvGrpSpPr>
            <p:grpSpPr>
              <a:xfrm>
                <a:off x="672" y="1920"/>
                <a:ext cx="433" cy="432"/>
                <a:chOff x="672" y="1920"/>
                <a:chExt cx="433" cy="432"/>
              </a:xfrm>
            </p:grpSpPr>
            <p:sp>
              <p:nvSpPr>
                <p:cNvPr id="1236" name="Google Shape;1236;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37" name="Google Shape;1237;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38" name="Google Shape;1238;p26"/>
              <p:cNvSpPr txBox="1"/>
              <p:nvPr/>
            </p:nvSpPr>
            <p:spPr>
              <a:xfrm>
                <a:off x="768"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sp>
            <p:nvSpPr>
              <p:cNvPr id="1239" name="Google Shape;1239;p26"/>
              <p:cNvSpPr txBox="1"/>
              <p:nvPr/>
            </p:nvSpPr>
            <p:spPr>
              <a:xfrm>
                <a:off x="768"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1240" name="Google Shape;1240;p26"/>
            <p:cNvGrpSpPr/>
            <p:nvPr/>
          </p:nvGrpSpPr>
          <p:grpSpPr>
            <a:xfrm>
              <a:off x="4032" y="2736"/>
              <a:ext cx="433" cy="492"/>
              <a:chOff x="672" y="1920"/>
              <a:chExt cx="433" cy="492"/>
            </a:xfrm>
          </p:grpSpPr>
          <p:grpSp>
            <p:nvGrpSpPr>
              <p:cNvPr id="1241" name="Google Shape;1241;p26"/>
              <p:cNvGrpSpPr/>
              <p:nvPr/>
            </p:nvGrpSpPr>
            <p:grpSpPr>
              <a:xfrm>
                <a:off x="672" y="1920"/>
                <a:ext cx="433" cy="432"/>
                <a:chOff x="672" y="1920"/>
                <a:chExt cx="433" cy="432"/>
              </a:xfrm>
            </p:grpSpPr>
            <p:sp>
              <p:nvSpPr>
                <p:cNvPr id="1242" name="Google Shape;1242;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43" name="Google Shape;1243;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44" name="Google Shape;1244;p26"/>
              <p:cNvSpPr txBox="1"/>
              <p:nvPr/>
            </p:nvSpPr>
            <p:spPr>
              <a:xfrm>
                <a:off x="768"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p:txBody>
          </p:sp>
          <p:sp>
            <p:nvSpPr>
              <p:cNvPr id="1245" name="Google Shape;1245;p26"/>
              <p:cNvSpPr txBox="1"/>
              <p:nvPr/>
            </p:nvSpPr>
            <p:spPr>
              <a:xfrm>
                <a:off x="768"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1246" name="Google Shape;1246;p26"/>
            <p:cNvGrpSpPr/>
            <p:nvPr/>
          </p:nvGrpSpPr>
          <p:grpSpPr>
            <a:xfrm>
              <a:off x="4752" y="2112"/>
              <a:ext cx="433" cy="492"/>
              <a:chOff x="672" y="1920"/>
              <a:chExt cx="433" cy="492"/>
            </a:xfrm>
          </p:grpSpPr>
          <p:grpSp>
            <p:nvGrpSpPr>
              <p:cNvPr id="1247" name="Google Shape;1247;p26"/>
              <p:cNvGrpSpPr/>
              <p:nvPr/>
            </p:nvGrpSpPr>
            <p:grpSpPr>
              <a:xfrm>
                <a:off x="672" y="1920"/>
                <a:ext cx="433" cy="432"/>
                <a:chOff x="672" y="1920"/>
                <a:chExt cx="433" cy="432"/>
              </a:xfrm>
            </p:grpSpPr>
            <p:sp>
              <p:nvSpPr>
                <p:cNvPr id="1248" name="Google Shape;1248;p26"/>
                <p:cNvSpPr/>
                <p:nvPr/>
              </p:nvSpPr>
              <p:spPr>
                <a:xfrm>
                  <a:off x="672" y="1920"/>
                  <a:ext cx="432" cy="432"/>
                </a:xfrm>
                <a:prstGeom prst="ellipse">
                  <a:avLst/>
                </a:prstGeom>
                <a:solidFill>
                  <a:srgbClr val="FFCC99"/>
                </a:solidFill>
                <a:ln cap="flat" cmpd="sng" w="9525">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49" name="Google Shape;1249;p26"/>
                <p:cNvCxnSpPr/>
                <p:nvPr/>
              </p:nvCxnSpPr>
              <p:spPr>
                <a:xfrm>
                  <a:off x="673" y="2136"/>
                  <a:ext cx="432" cy="0"/>
                </a:xfrm>
                <a:prstGeom prst="straightConnector1">
                  <a:avLst/>
                </a:prstGeom>
                <a:noFill/>
                <a:ln cap="flat" cmpd="sng" w="9525">
                  <a:solidFill>
                    <a:schemeClr val="dk1"/>
                  </a:solidFill>
                  <a:prstDash val="solid"/>
                  <a:miter lim="800000"/>
                  <a:headEnd len="sm" w="sm" type="none"/>
                  <a:tailEnd len="sm" w="sm" type="none"/>
                </a:ln>
              </p:spPr>
            </p:cxnSp>
          </p:grpSp>
          <p:sp>
            <p:nvSpPr>
              <p:cNvPr id="1250" name="Google Shape;1250;p26"/>
              <p:cNvSpPr txBox="1"/>
              <p:nvPr/>
            </p:nvSpPr>
            <p:spPr>
              <a:xfrm>
                <a:off x="768" y="1920"/>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3300"/>
                  </a:buClr>
                  <a:buSzPts val="2000"/>
                  <a:buFont typeface="Times New Roman"/>
                  <a:buNone/>
                </a:pPr>
                <a:r>
                  <a:rPr b="1" i="0" lang="en-US" sz="2000" u="none" cap="none" strike="noStrike">
                    <a:solidFill>
                      <a:srgbClr val="FF3300"/>
                    </a:solidFill>
                    <a:latin typeface="Times New Roman"/>
                    <a:ea typeface="Times New Roman"/>
                    <a:cs typeface="Times New Roman"/>
                    <a:sym typeface="Times New Roman"/>
                  </a:rPr>
                  <a:t>7</a:t>
                </a:r>
                <a:endParaRPr b="0" i="0" sz="1400" u="none" cap="none" strike="noStrike">
                  <a:solidFill>
                    <a:srgbClr val="000000"/>
                  </a:solidFill>
                  <a:latin typeface="Arial"/>
                  <a:ea typeface="Arial"/>
                  <a:cs typeface="Arial"/>
                  <a:sym typeface="Arial"/>
                </a:endParaRPr>
              </a:p>
            </p:txBody>
          </p:sp>
          <p:sp>
            <p:nvSpPr>
              <p:cNvPr id="1251" name="Google Shape;1251;p26"/>
              <p:cNvSpPr txBox="1"/>
              <p:nvPr/>
            </p:nvSpPr>
            <p:spPr>
              <a:xfrm>
                <a:off x="768" y="21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1" i="0" lang="en-US" sz="20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1252" name="Google Shape;1252;p26"/>
            <p:cNvGrpSpPr/>
            <p:nvPr/>
          </p:nvGrpSpPr>
          <p:grpSpPr>
            <a:xfrm>
              <a:off x="672" y="2256"/>
              <a:ext cx="600" cy="384"/>
              <a:chOff x="144" y="2256"/>
              <a:chExt cx="600" cy="384"/>
            </a:xfrm>
          </p:grpSpPr>
          <p:sp>
            <p:nvSpPr>
              <p:cNvPr id="1253" name="Google Shape;1253;p26"/>
              <p:cNvSpPr/>
              <p:nvPr/>
            </p:nvSpPr>
            <p:spPr>
              <a:xfrm>
                <a:off x="144" y="2256"/>
                <a:ext cx="480" cy="384"/>
              </a:xfrm>
              <a:prstGeom prst="rect">
                <a:avLst/>
              </a:prstGeom>
              <a:solidFill>
                <a:srgbClr val="990033"/>
              </a:solidFill>
              <a:ln cap="flat" cmpd="sng" w="25400">
                <a:solidFill>
                  <a:schemeClr val="dk1"/>
                </a:solidFill>
                <a:prstDash val="solid"/>
                <a:miter lim="800000"/>
                <a:headEnd len="sm" w="sm" type="none"/>
                <a:tailEnd len="sm" w="sm" type="none"/>
              </a:ln>
              <a:effectLst>
                <a:outerShdw blurRad="63500" dir="2700000" dist="35921">
                  <a:schemeClr val="dk2">
                    <a:alpha val="48235"/>
                  </a:scheme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54" name="Google Shape;1254;p26"/>
              <p:cNvSpPr txBox="1"/>
              <p:nvPr/>
            </p:nvSpPr>
            <p:spPr>
              <a:xfrm>
                <a:off x="144" y="2305"/>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000"/>
                  <a:buFont typeface="Times New Roman"/>
                  <a:buNone/>
                </a:pPr>
                <a:r>
                  <a:rPr b="1" i="0" lang="en-US" sz="2000" u="none" cap="none" strike="noStrike">
                    <a:solidFill>
                      <a:schemeClr val="lt1"/>
                    </a:solidFill>
                    <a:latin typeface="Times New Roman"/>
                    <a:ea typeface="Times New Roman"/>
                    <a:cs typeface="Times New Roman"/>
                    <a:sym typeface="Times New Roman"/>
                  </a:rPr>
                  <a:t>Start</a:t>
                </a:r>
                <a:endParaRPr b="0" i="0" sz="1400" u="none" cap="none" strike="noStrike">
                  <a:solidFill>
                    <a:srgbClr val="000000"/>
                  </a:solidFill>
                  <a:latin typeface="Arial"/>
                  <a:ea typeface="Arial"/>
                  <a:cs typeface="Arial"/>
                  <a:sym typeface="Arial"/>
                </a:endParaRPr>
              </a:p>
            </p:txBody>
          </p:sp>
        </p:grpSp>
        <p:cxnSp>
          <p:nvCxnSpPr>
            <p:cNvPr id="1255" name="Google Shape;1255;p26"/>
            <p:cNvCxnSpPr/>
            <p:nvPr/>
          </p:nvCxnSpPr>
          <p:spPr>
            <a:xfrm>
              <a:off x="1152" y="2448"/>
              <a:ext cx="288" cy="0"/>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56" name="Google Shape;1256;p26"/>
            <p:cNvCxnSpPr/>
            <p:nvPr/>
          </p:nvCxnSpPr>
          <p:spPr>
            <a:xfrm flipH="1" rot="10800000">
              <a:off x="1872" y="1920"/>
              <a:ext cx="432" cy="528"/>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57" name="Google Shape;1257;p26"/>
            <p:cNvCxnSpPr/>
            <p:nvPr/>
          </p:nvCxnSpPr>
          <p:spPr>
            <a:xfrm>
              <a:off x="1872" y="2448"/>
              <a:ext cx="384" cy="528"/>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58" name="Google Shape;1258;p26"/>
            <p:cNvCxnSpPr/>
            <p:nvPr/>
          </p:nvCxnSpPr>
          <p:spPr>
            <a:xfrm flipH="1" rot="10800000">
              <a:off x="2688" y="1968"/>
              <a:ext cx="864" cy="1008"/>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59" name="Google Shape;1259;p26"/>
            <p:cNvCxnSpPr/>
            <p:nvPr/>
          </p:nvCxnSpPr>
          <p:spPr>
            <a:xfrm>
              <a:off x="2736" y="1872"/>
              <a:ext cx="816" cy="0"/>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60" name="Google Shape;1260;p26"/>
            <p:cNvCxnSpPr/>
            <p:nvPr/>
          </p:nvCxnSpPr>
          <p:spPr>
            <a:xfrm>
              <a:off x="3984" y="1872"/>
              <a:ext cx="768" cy="384"/>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61" name="Google Shape;1261;p26"/>
            <p:cNvCxnSpPr/>
            <p:nvPr/>
          </p:nvCxnSpPr>
          <p:spPr>
            <a:xfrm>
              <a:off x="2736" y="2016"/>
              <a:ext cx="528" cy="960"/>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62" name="Google Shape;1262;p26"/>
            <p:cNvCxnSpPr/>
            <p:nvPr/>
          </p:nvCxnSpPr>
          <p:spPr>
            <a:xfrm>
              <a:off x="2688" y="3072"/>
              <a:ext cx="480" cy="0"/>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63" name="Google Shape;1263;p26"/>
            <p:cNvCxnSpPr/>
            <p:nvPr/>
          </p:nvCxnSpPr>
          <p:spPr>
            <a:xfrm flipH="1" rot="10800000">
              <a:off x="4464" y="2496"/>
              <a:ext cx="384" cy="336"/>
            </a:xfrm>
            <a:prstGeom prst="straightConnector1">
              <a:avLst/>
            </a:prstGeom>
            <a:noFill/>
            <a:ln cap="flat" cmpd="sng" w="25400">
              <a:solidFill>
                <a:schemeClr val="folHlink"/>
              </a:solidFill>
              <a:prstDash val="solid"/>
              <a:miter lim="800000"/>
              <a:headEnd len="sm" w="sm" type="none"/>
              <a:tailEnd len="med" w="med" type="triangle"/>
            </a:ln>
          </p:spPr>
        </p:cxnSp>
        <p:cxnSp>
          <p:nvCxnSpPr>
            <p:cNvPr id="1264" name="Google Shape;1264;p26"/>
            <p:cNvCxnSpPr/>
            <p:nvPr/>
          </p:nvCxnSpPr>
          <p:spPr>
            <a:xfrm>
              <a:off x="3600" y="3072"/>
              <a:ext cx="480" cy="0"/>
            </a:xfrm>
            <a:prstGeom prst="straightConnector1">
              <a:avLst/>
            </a:prstGeom>
            <a:noFill/>
            <a:ln cap="flat" cmpd="sng" w="25400">
              <a:solidFill>
                <a:schemeClr val="folHlink"/>
              </a:solidFill>
              <a:prstDash val="solid"/>
              <a:miter lim="800000"/>
              <a:headEnd len="sm" w="sm" type="none"/>
              <a:tailEnd len="med" w="med" type="triangle"/>
            </a:ln>
          </p:spPr>
        </p:cxnSp>
        <p:sp>
          <p:nvSpPr>
            <p:cNvPr id="1265" name="Google Shape;1265;p26"/>
            <p:cNvSpPr txBox="1"/>
            <p:nvPr/>
          </p:nvSpPr>
          <p:spPr>
            <a:xfrm>
              <a:off x="1008" y="2736"/>
              <a:ext cx="9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Design house and obtain financing</a:t>
              </a:r>
              <a:endParaRPr b="0" i="0" sz="1400" u="none" cap="none" strike="noStrike">
                <a:solidFill>
                  <a:srgbClr val="000000"/>
                </a:solidFill>
                <a:latin typeface="Arial"/>
                <a:ea typeface="Arial"/>
                <a:cs typeface="Arial"/>
                <a:sym typeface="Arial"/>
              </a:endParaRPr>
            </a:p>
          </p:txBody>
        </p:sp>
        <p:sp>
          <p:nvSpPr>
            <p:cNvPr id="1266" name="Google Shape;1266;p26"/>
            <p:cNvSpPr txBox="1"/>
            <p:nvPr/>
          </p:nvSpPr>
          <p:spPr>
            <a:xfrm>
              <a:off x="1824" y="3264"/>
              <a:ext cx="1200" cy="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Order and receive materials</a:t>
              </a:r>
              <a:endParaRPr b="0" i="0" sz="1400" u="none" cap="none" strike="noStrike">
                <a:solidFill>
                  <a:srgbClr val="000000"/>
                </a:solidFill>
                <a:latin typeface="Arial"/>
                <a:ea typeface="Arial"/>
                <a:cs typeface="Arial"/>
                <a:sym typeface="Arial"/>
              </a:endParaRPr>
            </a:p>
          </p:txBody>
        </p:sp>
        <p:sp>
          <p:nvSpPr>
            <p:cNvPr id="1267" name="Google Shape;1267;p26"/>
            <p:cNvSpPr txBox="1"/>
            <p:nvPr/>
          </p:nvSpPr>
          <p:spPr>
            <a:xfrm>
              <a:off x="2928" y="3360"/>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Select paint</a:t>
              </a:r>
              <a:endParaRPr b="0" i="0" sz="1400" u="none" cap="none" strike="noStrike">
                <a:solidFill>
                  <a:srgbClr val="000000"/>
                </a:solidFill>
                <a:latin typeface="Arial"/>
                <a:ea typeface="Arial"/>
                <a:cs typeface="Arial"/>
                <a:sym typeface="Arial"/>
              </a:endParaRPr>
            </a:p>
          </p:txBody>
        </p:sp>
        <p:sp>
          <p:nvSpPr>
            <p:cNvPr id="1268" name="Google Shape;1268;p26"/>
            <p:cNvSpPr txBox="1"/>
            <p:nvPr/>
          </p:nvSpPr>
          <p:spPr>
            <a:xfrm>
              <a:off x="3744" y="316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Select carpet</a:t>
              </a:r>
              <a:endParaRPr b="0" i="0" sz="1400" u="none" cap="none" strike="noStrike">
                <a:solidFill>
                  <a:srgbClr val="000000"/>
                </a:solidFill>
                <a:latin typeface="Arial"/>
                <a:ea typeface="Arial"/>
                <a:cs typeface="Arial"/>
                <a:sym typeface="Arial"/>
              </a:endParaRPr>
            </a:p>
          </p:txBody>
        </p:sp>
        <p:sp>
          <p:nvSpPr>
            <p:cNvPr id="1269" name="Google Shape;1269;p26"/>
            <p:cNvSpPr txBox="1"/>
            <p:nvPr/>
          </p:nvSpPr>
          <p:spPr>
            <a:xfrm>
              <a:off x="1872" y="1440"/>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Lay foundations</a:t>
              </a:r>
              <a:endParaRPr b="0" i="0" sz="1400" u="none" cap="none" strike="noStrike">
                <a:solidFill>
                  <a:srgbClr val="000000"/>
                </a:solidFill>
                <a:latin typeface="Arial"/>
                <a:ea typeface="Arial"/>
                <a:cs typeface="Arial"/>
                <a:sym typeface="Arial"/>
              </a:endParaRPr>
            </a:p>
          </p:txBody>
        </p:sp>
        <p:sp>
          <p:nvSpPr>
            <p:cNvPr id="1270" name="Google Shape;1270;p26"/>
            <p:cNvSpPr txBox="1"/>
            <p:nvPr/>
          </p:nvSpPr>
          <p:spPr>
            <a:xfrm>
              <a:off x="3312" y="1488"/>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Build house</a:t>
              </a:r>
              <a:endParaRPr b="0" i="0" sz="1400" u="none" cap="none" strike="noStrike">
                <a:solidFill>
                  <a:srgbClr val="000000"/>
                </a:solidFill>
                <a:latin typeface="Arial"/>
                <a:ea typeface="Arial"/>
                <a:cs typeface="Arial"/>
                <a:sym typeface="Arial"/>
              </a:endParaRPr>
            </a:p>
          </p:txBody>
        </p:sp>
        <p:sp>
          <p:nvSpPr>
            <p:cNvPr id="1271" name="Google Shape;1271;p26"/>
            <p:cNvSpPr txBox="1"/>
            <p:nvPr/>
          </p:nvSpPr>
          <p:spPr>
            <a:xfrm>
              <a:off x="4320" y="1824"/>
              <a:ext cx="12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Finish work</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07"/>
                                        </p:tgtEl>
                                        <p:attrNameLst>
                                          <p:attrName>style.visibility</p:attrName>
                                        </p:attrNameLst>
                                      </p:cBhvr>
                                      <p:to>
                                        <p:strVal val="visible"/>
                                      </p:to>
                                    </p:set>
                                    <p:anim calcmode="lin" valueType="num">
                                      <p:cBhvr additive="base">
                                        <p:cTn dur="500"/>
                                        <p:tgtEl>
                                          <p:spTgt spid="120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5" name="Shape 1275"/>
        <p:cNvGrpSpPr/>
        <p:nvPr/>
      </p:nvGrpSpPr>
      <p:grpSpPr>
        <a:xfrm>
          <a:off x="0" y="0"/>
          <a:ext cx="0" cy="0"/>
          <a:chOff x="0" y="0"/>
          <a:chExt cx="0" cy="0"/>
        </a:xfrm>
      </p:grpSpPr>
      <p:sp>
        <p:nvSpPr>
          <p:cNvPr id="1276" name="Google Shape;1276;p27"/>
          <p:cNvSpPr txBox="1"/>
          <p:nvPr>
            <p:ph type="title"/>
          </p:nvPr>
        </p:nvSpPr>
        <p:spPr>
          <a:xfrm>
            <a:off x="685800" y="0"/>
            <a:ext cx="7772400" cy="457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Situations in network diagram</a:t>
            </a:r>
            <a:endParaRPr/>
          </a:p>
        </p:txBody>
      </p:sp>
      <p:grpSp>
        <p:nvGrpSpPr>
          <p:cNvPr id="1277" name="Google Shape;1277;p27"/>
          <p:cNvGrpSpPr/>
          <p:nvPr/>
        </p:nvGrpSpPr>
        <p:grpSpPr>
          <a:xfrm>
            <a:off x="533400" y="533400"/>
            <a:ext cx="2971800" cy="1447800"/>
            <a:chOff x="336" y="336"/>
            <a:chExt cx="1872" cy="912"/>
          </a:xfrm>
        </p:grpSpPr>
        <p:sp>
          <p:nvSpPr>
            <p:cNvPr id="1278" name="Google Shape;1278;p27"/>
            <p:cNvSpPr/>
            <p:nvPr/>
          </p:nvSpPr>
          <p:spPr>
            <a:xfrm>
              <a:off x="1056" y="672"/>
              <a:ext cx="336" cy="336"/>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79" name="Google Shape;1279;p27"/>
            <p:cNvCxnSpPr/>
            <p:nvPr/>
          </p:nvCxnSpPr>
          <p:spPr>
            <a:xfrm>
              <a:off x="384" y="864"/>
              <a:ext cx="672" cy="0"/>
            </a:xfrm>
            <a:prstGeom prst="straightConnector1">
              <a:avLst/>
            </a:prstGeom>
            <a:noFill/>
            <a:ln cap="flat" cmpd="sng" w="38100">
              <a:solidFill>
                <a:schemeClr val="dk1"/>
              </a:solidFill>
              <a:prstDash val="solid"/>
              <a:miter lim="800000"/>
              <a:headEnd len="sm" w="sm" type="none"/>
              <a:tailEnd len="med" w="med" type="triangle"/>
            </a:ln>
          </p:spPr>
        </p:cxnSp>
        <p:cxnSp>
          <p:nvCxnSpPr>
            <p:cNvPr id="1280" name="Google Shape;1280;p27"/>
            <p:cNvCxnSpPr/>
            <p:nvPr/>
          </p:nvCxnSpPr>
          <p:spPr>
            <a:xfrm flipH="1" rot="10800000">
              <a:off x="1392" y="528"/>
              <a:ext cx="576" cy="240"/>
            </a:xfrm>
            <a:prstGeom prst="straightConnector1">
              <a:avLst/>
            </a:prstGeom>
            <a:noFill/>
            <a:ln cap="flat" cmpd="sng" w="38100">
              <a:solidFill>
                <a:schemeClr val="dk1"/>
              </a:solidFill>
              <a:prstDash val="solid"/>
              <a:miter lim="800000"/>
              <a:headEnd len="sm" w="sm" type="none"/>
              <a:tailEnd len="med" w="med" type="triangle"/>
            </a:ln>
          </p:spPr>
        </p:cxnSp>
        <p:cxnSp>
          <p:nvCxnSpPr>
            <p:cNvPr id="1281" name="Google Shape;1281;p27"/>
            <p:cNvCxnSpPr/>
            <p:nvPr/>
          </p:nvCxnSpPr>
          <p:spPr>
            <a:xfrm>
              <a:off x="1392" y="864"/>
              <a:ext cx="480" cy="288"/>
            </a:xfrm>
            <a:prstGeom prst="straightConnector1">
              <a:avLst/>
            </a:prstGeom>
            <a:noFill/>
            <a:ln cap="flat" cmpd="sng" w="38100">
              <a:solidFill>
                <a:schemeClr val="dk1"/>
              </a:solidFill>
              <a:prstDash val="solid"/>
              <a:miter lim="800000"/>
              <a:headEnd len="sm" w="sm" type="none"/>
              <a:tailEnd len="med" w="med" type="triangle"/>
            </a:ln>
          </p:spPr>
        </p:cxnSp>
        <p:sp>
          <p:nvSpPr>
            <p:cNvPr id="1282" name="Google Shape;1282;p27"/>
            <p:cNvSpPr txBox="1"/>
            <p:nvPr/>
          </p:nvSpPr>
          <p:spPr>
            <a:xfrm>
              <a:off x="336" y="480"/>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283" name="Google Shape;1283;p27"/>
            <p:cNvSpPr txBox="1"/>
            <p:nvPr/>
          </p:nvSpPr>
          <p:spPr>
            <a:xfrm>
              <a:off x="1536" y="336"/>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284" name="Google Shape;1284;p27"/>
            <p:cNvSpPr txBox="1"/>
            <p:nvPr/>
          </p:nvSpPr>
          <p:spPr>
            <a:xfrm>
              <a:off x="1872" y="960"/>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sp>
        <p:nvSpPr>
          <p:cNvPr id="1285" name="Google Shape;1285;p27"/>
          <p:cNvSpPr txBox="1"/>
          <p:nvPr/>
        </p:nvSpPr>
        <p:spPr>
          <a:xfrm>
            <a:off x="3581400" y="914400"/>
            <a:ext cx="5562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 must finish before either B or C can start</a:t>
            </a:r>
            <a:endParaRPr b="0" i="0" sz="1400" u="none" cap="none" strike="noStrike">
              <a:solidFill>
                <a:srgbClr val="000000"/>
              </a:solidFill>
              <a:latin typeface="Arial"/>
              <a:ea typeface="Arial"/>
              <a:cs typeface="Arial"/>
              <a:sym typeface="Arial"/>
            </a:endParaRPr>
          </a:p>
        </p:txBody>
      </p:sp>
      <p:grpSp>
        <p:nvGrpSpPr>
          <p:cNvPr id="1286" name="Google Shape;1286;p27"/>
          <p:cNvGrpSpPr/>
          <p:nvPr/>
        </p:nvGrpSpPr>
        <p:grpSpPr>
          <a:xfrm>
            <a:off x="457200" y="1828800"/>
            <a:ext cx="2819400" cy="1295400"/>
            <a:chOff x="336" y="1488"/>
            <a:chExt cx="1776" cy="816"/>
          </a:xfrm>
        </p:grpSpPr>
        <p:sp>
          <p:nvSpPr>
            <p:cNvPr id="1287" name="Google Shape;1287;p27"/>
            <p:cNvSpPr/>
            <p:nvPr/>
          </p:nvSpPr>
          <p:spPr>
            <a:xfrm>
              <a:off x="1152" y="1776"/>
              <a:ext cx="336" cy="384"/>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88" name="Google Shape;1288;p27"/>
            <p:cNvCxnSpPr/>
            <p:nvPr/>
          </p:nvCxnSpPr>
          <p:spPr>
            <a:xfrm>
              <a:off x="672" y="1584"/>
              <a:ext cx="480" cy="288"/>
            </a:xfrm>
            <a:prstGeom prst="straightConnector1">
              <a:avLst/>
            </a:prstGeom>
            <a:noFill/>
            <a:ln cap="flat" cmpd="sng" w="38100">
              <a:solidFill>
                <a:schemeClr val="dk1"/>
              </a:solidFill>
              <a:prstDash val="solid"/>
              <a:miter lim="800000"/>
              <a:headEnd len="sm" w="sm" type="none"/>
              <a:tailEnd len="med" w="med" type="triangle"/>
            </a:ln>
          </p:spPr>
        </p:cxnSp>
        <p:cxnSp>
          <p:nvCxnSpPr>
            <p:cNvPr id="1289" name="Google Shape;1289;p27"/>
            <p:cNvCxnSpPr/>
            <p:nvPr/>
          </p:nvCxnSpPr>
          <p:spPr>
            <a:xfrm flipH="1" rot="10800000">
              <a:off x="624" y="1968"/>
              <a:ext cx="528" cy="192"/>
            </a:xfrm>
            <a:prstGeom prst="straightConnector1">
              <a:avLst/>
            </a:prstGeom>
            <a:noFill/>
            <a:ln cap="flat" cmpd="sng" w="38100">
              <a:solidFill>
                <a:schemeClr val="dk1"/>
              </a:solidFill>
              <a:prstDash val="solid"/>
              <a:miter lim="800000"/>
              <a:headEnd len="sm" w="sm" type="none"/>
              <a:tailEnd len="med" w="med" type="triangle"/>
            </a:ln>
          </p:spPr>
        </p:cxnSp>
        <p:cxnSp>
          <p:nvCxnSpPr>
            <p:cNvPr id="1290" name="Google Shape;1290;p27"/>
            <p:cNvCxnSpPr/>
            <p:nvPr/>
          </p:nvCxnSpPr>
          <p:spPr>
            <a:xfrm>
              <a:off x="1488" y="1968"/>
              <a:ext cx="576" cy="0"/>
            </a:xfrm>
            <a:prstGeom prst="straightConnector1">
              <a:avLst/>
            </a:prstGeom>
            <a:noFill/>
            <a:ln cap="flat" cmpd="sng" w="38100">
              <a:solidFill>
                <a:schemeClr val="dk1"/>
              </a:solidFill>
              <a:prstDash val="solid"/>
              <a:miter lim="800000"/>
              <a:headEnd len="sm" w="sm" type="none"/>
              <a:tailEnd len="med" w="med" type="triangle"/>
            </a:ln>
          </p:spPr>
        </p:cxnSp>
        <p:sp>
          <p:nvSpPr>
            <p:cNvPr id="1291" name="Google Shape;1291;p27"/>
            <p:cNvSpPr txBox="1"/>
            <p:nvPr/>
          </p:nvSpPr>
          <p:spPr>
            <a:xfrm>
              <a:off x="384" y="1488"/>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292" name="Google Shape;1292;p27"/>
            <p:cNvSpPr txBox="1"/>
            <p:nvPr/>
          </p:nvSpPr>
          <p:spPr>
            <a:xfrm>
              <a:off x="336" y="2016"/>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293" name="Google Shape;1293;p27"/>
            <p:cNvSpPr txBox="1"/>
            <p:nvPr/>
          </p:nvSpPr>
          <p:spPr>
            <a:xfrm>
              <a:off x="1776" y="1680"/>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grpSp>
      <p:sp>
        <p:nvSpPr>
          <p:cNvPr id="1294" name="Google Shape;1294;p27"/>
          <p:cNvSpPr txBox="1"/>
          <p:nvPr/>
        </p:nvSpPr>
        <p:spPr>
          <a:xfrm>
            <a:off x="3581400" y="2209800"/>
            <a:ext cx="5562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both A and B must finish before C can start</a:t>
            </a:r>
            <a:endParaRPr b="0" i="0" sz="1400" u="none" cap="none" strike="noStrike">
              <a:solidFill>
                <a:srgbClr val="000000"/>
              </a:solidFill>
              <a:latin typeface="Arial"/>
              <a:ea typeface="Arial"/>
              <a:cs typeface="Arial"/>
              <a:sym typeface="Arial"/>
            </a:endParaRPr>
          </a:p>
        </p:txBody>
      </p:sp>
      <p:grpSp>
        <p:nvGrpSpPr>
          <p:cNvPr id="1295" name="Google Shape;1295;p27"/>
          <p:cNvGrpSpPr/>
          <p:nvPr/>
        </p:nvGrpSpPr>
        <p:grpSpPr>
          <a:xfrm>
            <a:off x="533400" y="3200400"/>
            <a:ext cx="2971800" cy="1295400"/>
            <a:chOff x="384" y="2448"/>
            <a:chExt cx="1872" cy="816"/>
          </a:xfrm>
        </p:grpSpPr>
        <p:sp>
          <p:nvSpPr>
            <p:cNvPr id="1296" name="Google Shape;1296;p27"/>
            <p:cNvSpPr/>
            <p:nvPr/>
          </p:nvSpPr>
          <p:spPr>
            <a:xfrm>
              <a:off x="1152" y="2640"/>
              <a:ext cx="336" cy="336"/>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297" name="Google Shape;1297;p27"/>
            <p:cNvCxnSpPr/>
            <p:nvPr/>
          </p:nvCxnSpPr>
          <p:spPr>
            <a:xfrm flipH="1" rot="10800000">
              <a:off x="672" y="2880"/>
              <a:ext cx="528" cy="144"/>
            </a:xfrm>
            <a:prstGeom prst="straightConnector1">
              <a:avLst/>
            </a:prstGeom>
            <a:noFill/>
            <a:ln cap="flat" cmpd="sng" w="38100">
              <a:solidFill>
                <a:schemeClr val="dk1"/>
              </a:solidFill>
              <a:prstDash val="solid"/>
              <a:miter lim="800000"/>
              <a:headEnd len="sm" w="sm" type="none"/>
              <a:tailEnd len="med" w="med" type="triangle"/>
            </a:ln>
          </p:spPr>
        </p:cxnSp>
        <p:cxnSp>
          <p:nvCxnSpPr>
            <p:cNvPr id="1298" name="Google Shape;1298;p27"/>
            <p:cNvCxnSpPr/>
            <p:nvPr/>
          </p:nvCxnSpPr>
          <p:spPr>
            <a:xfrm>
              <a:off x="768" y="2592"/>
              <a:ext cx="384" cy="192"/>
            </a:xfrm>
            <a:prstGeom prst="straightConnector1">
              <a:avLst/>
            </a:prstGeom>
            <a:noFill/>
            <a:ln cap="flat" cmpd="sng" w="38100">
              <a:solidFill>
                <a:schemeClr val="dk1"/>
              </a:solidFill>
              <a:prstDash val="solid"/>
              <a:miter lim="800000"/>
              <a:headEnd len="sm" w="sm" type="none"/>
              <a:tailEnd len="med" w="med" type="triangle"/>
            </a:ln>
          </p:spPr>
        </p:cxnSp>
        <p:cxnSp>
          <p:nvCxnSpPr>
            <p:cNvPr id="1299" name="Google Shape;1299;p27"/>
            <p:cNvCxnSpPr/>
            <p:nvPr/>
          </p:nvCxnSpPr>
          <p:spPr>
            <a:xfrm flipH="1" rot="10800000">
              <a:off x="1488" y="2640"/>
              <a:ext cx="384" cy="144"/>
            </a:xfrm>
            <a:prstGeom prst="straightConnector1">
              <a:avLst/>
            </a:prstGeom>
            <a:noFill/>
            <a:ln cap="flat" cmpd="sng" w="38100">
              <a:solidFill>
                <a:schemeClr val="dk1"/>
              </a:solidFill>
              <a:prstDash val="solid"/>
              <a:miter lim="800000"/>
              <a:headEnd len="sm" w="sm" type="none"/>
              <a:tailEnd len="med" w="med" type="triangle"/>
            </a:ln>
          </p:spPr>
        </p:cxnSp>
        <p:cxnSp>
          <p:nvCxnSpPr>
            <p:cNvPr id="1300" name="Google Shape;1300;p27"/>
            <p:cNvCxnSpPr/>
            <p:nvPr/>
          </p:nvCxnSpPr>
          <p:spPr>
            <a:xfrm>
              <a:off x="1488" y="2832"/>
              <a:ext cx="432" cy="240"/>
            </a:xfrm>
            <a:prstGeom prst="straightConnector1">
              <a:avLst/>
            </a:prstGeom>
            <a:noFill/>
            <a:ln cap="flat" cmpd="sng" w="38100">
              <a:solidFill>
                <a:schemeClr val="dk1"/>
              </a:solidFill>
              <a:prstDash val="solid"/>
              <a:miter lim="800000"/>
              <a:headEnd len="sm" w="sm" type="none"/>
              <a:tailEnd len="med" w="med" type="triangle"/>
            </a:ln>
          </p:spPr>
        </p:cxnSp>
        <p:sp>
          <p:nvSpPr>
            <p:cNvPr id="1301" name="Google Shape;1301;p27"/>
            <p:cNvSpPr txBox="1"/>
            <p:nvPr/>
          </p:nvSpPr>
          <p:spPr>
            <a:xfrm>
              <a:off x="1920" y="2976"/>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1302" name="Google Shape;1302;p27"/>
            <p:cNvSpPr txBox="1"/>
            <p:nvPr/>
          </p:nvSpPr>
          <p:spPr>
            <a:xfrm>
              <a:off x="1872" y="2544"/>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1303" name="Google Shape;1303;p27"/>
            <p:cNvSpPr txBox="1"/>
            <p:nvPr/>
          </p:nvSpPr>
          <p:spPr>
            <a:xfrm>
              <a:off x="384" y="2880"/>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304" name="Google Shape;1304;p27"/>
            <p:cNvSpPr txBox="1"/>
            <p:nvPr/>
          </p:nvSpPr>
          <p:spPr>
            <a:xfrm>
              <a:off x="480" y="2448"/>
              <a:ext cx="33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grpSp>
      <p:sp>
        <p:nvSpPr>
          <p:cNvPr id="1305" name="Google Shape;1305;p27"/>
          <p:cNvSpPr txBox="1"/>
          <p:nvPr/>
        </p:nvSpPr>
        <p:spPr>
          <a:xfrm>
            <a:off x="3657600" y="3429000"/>
            <a:ext cx="54864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both A and C must finish before either of B or D can start</a:t>
            </a:r>
            <a:endParaRPr b="0" i="0" sz="1400" u="none" cap="none" strike="noStrike">
              <a:solidFill>
                <a:srgbClr val="000000"/>
              </a:solidFill>
              <a:latin typeface="Arial"/>
              <a:ea typeface="Arial"/>
              <a:cs typeface="Arial"/>
              <a:sym typeface="Arial"/>
            </a:endParaRPr>
          </a:p>
        </p:txBody>
      </p:sp>
      <p:grpSp>
        <p:nvGrpSpPr>
          <p:cNvPr id="1306" name="Google Shape;1306;p27"/>
          <p:cNvGrpSpPr/>
          <p:nvPr/>
        </p:nvGrpSpPr>
        <p:grpSpPr>
          <a:xfrm>
            <a:off x="304800" y="4648200"/>
            <a:ext cx="2819400" cy="2209800"/>
            <a:chOff x="192" y="2928"/>
            <a:chExt cx="1776" cy="1392"/>
          </a:xfrm>
        </p:grpSpPr>
        <p:sp>
          <p:nvSpPr>
            <p:cNvPr id="1307" name="Google Shape;1307;p27"/>
            <p:cNvSpPr/>
            <p:nvPr/>
          </p:nvSpPr>
          <p:spPr>
            <a:xfrm>
              <a:off x="816" y="3120"/>
              <a:ext cx="336" cy="336"/>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308" name="Google Shape;1308;p27"/>
            <p:cNvSpPr/>
            <p:nvPr/>
          </p:nvSpPr>
          <p:spPr>
            <a:xfrm>
              <a:off x="1200" y="3792"/>
              <a:ext cx="336" cy="336"/>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309" name="Google Shape;1309;p27"/>
            <p:cNvCxnSpPr/>
            <p:nvPr/>
          </p:nvCxnSpPr>
          <p:spPr>
            <a:xfrm>
              <a:off x="288" y="3312"/>
              <a:ext cx="528" cy="0"/>
            </a:xfrm>
            <a:prstGeom prst="straightConnector1">
              <a:avLst/>
            </a:prstGeom>
            <a:noFill/>
            <a:ln cap="flat" cmpd="sng" w="38100">
              <a:solidFill>
                <a:schemeClr val="dk1"/>
              </a:solidFill>
              <a:prstDash val="solid"/>
              <a:miter lim="800000"/>
              <a:headEnd len="sm" w="sm" type="none"/>
              <a:tailEnd len="med" w="med" type="triangle"/>
            </a:ln>
          </p:spPr>
        </p:cxnSp>
        <p:cxnSp>
          <p:nvCxnSpPr>
            <p:cNvPr id="1310" name="Google Shape;1310;p27"/>
            <p:cNvCxnSpPr/>
            <p:nvPr/>
          </p:nvCxnSpPr>
          <p:spPr>
            <a:xfrm>
              <a:off x="1152" y="3312"/>
              <a:ext cx="624" cy="0"/>
            </a:xfrm>
            <a:prstGeom prst="straightConnector1">
              <a:avLst/>
            </a:prstGeom>
            <a:noFill/>
            <a:ln cap="flat" cmpd="sng" w="38100">
              <a:solidFill>
                <a:schemeClr val="dk1"/>
              </a:solidFill>
              <a:prstDash val="solid"/>
              <a:miter lim="800000"/>
              <a:headEnd len="sm" w="sm" type="none"/>
              <a:tailEnd len="med" w="med" type="triangle"/>
            </a:ln>
          </p:spPr>
        </p:cxnSp>
        <p:cxnSp>
          <p:nvCxnSpPr>
            <p:cNvPr id="1311" name="Google Shape;1311;p27"/>
            <p:cNvCxnSpPr/>
            <p:nvPr/>
          </p:nvCxnSpPr>
          <p:spPr>
            <a:xfrm>
              <a:off x="528" y="3984"/>
              <a:ext cx="672" cy="0"/>
            </a:xfrm>
            <a:prstGeom prst="straightConnector1">
              <a:avLst/>
            </a:prstGeom>
            <a:noFill/>
            <a:ln cap="flat" cmpd="sng" w="38100">
              <a:solidFill>
                <a:schemeClr val="dk1"/>
              </a:solidFill>
              <a:prstDash val="solid"/>
              <a:miter lim="800000"/>
              <a:headEnd len="sm" w="sm" type="none"/>
              <a:tailEnd len="med" w="med" type="triangle"/>
            </a:ln>
          </p:spPr>
        </p:cxnSp>
        <p:cxnSp>
          <p:nvCxnSpPr>
            <p:cNvPr id="1312" name="Google Shape;1312;p27"/>
            <p:cNvCxnSpPr/>
            <p:nvPr/>
          </p:nvCxnSpPr>
          <p:spPr>
            <a:xfrm>
              <a:off x="1536" y="3984"/>
              <a:ext cx="384" cy="0"/>
            </a:xfrm>
            <a:prstGeom prst="straightConnector1">
              <a:avLst/>
            </a:prstGeom>
            <a:noFill/>
            <a:ln cap="flat" cmpd="sng" w="38100">
              <a:solidFill>
                <a:schemeClr val="dk1"/>
              </a:solidFill>
              <a:prstDash val="solid"/>
              <a:miter lim="800000"/>
              <a:headEnd len="sm" w="sm" type="none"/>
              <a:tailEnd len="med" w="med" type="triangle"/>
            </a:ln>
          </p:spPr>
        </p:cxnSp>
        <p:cxnSp>
          <p:nvCxnSpPr>
            <p:cNvPr id="1313" name="Google Shape;1313;p27"/>
            <p:cNvCxnSpPr/>
            <p:nvPr/>
          </p:nvCxnSpPr>
          <p:spPr>
            <a:xfrm>
              <a:off x="1056" y="3456"/>
              <a:ext cx="240" cy="336"/>
            </a:xfrm>
            <a:prstGeom prst="straightConnector1">
              <a:avLst/>
            </a:prstGeom>
            <a:noFill/>
            <a:ln cap="flat" cmpd="sng" w="38100">
              <a:solidFill>
                <a:schemeClr val="dk1"/>
              </a:solidFill>
              <a:prstDash val="solid"/>
              <a:miter lim="800000"/>
              <a:headEnd len="sm" w="sm" type="none"/>
              <a:tailEnd len="med" w="med" type="triangle"/>
            </a:ln>
          </p:spPr>
        </p:cxnSp>
        <p:sp>
          <p:nvSpPr>
            <p:cNvPr id="1314" name="Google Shape;1314;p27"/>
            <p:cNvSpPr txBox="1"/>
            <p:nvPr/>
          </p:nvSpPr>
          <p:spPr>
            <a:xfrm>
              <a:off x="192" y="2928"/>
              <a:ext cx="288"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a:t>
              </a:r>
              <a:endParaRPr b="0" i="0" sz="1400" u="none" cap="none" strike="noStrike">
                <a:solidFill>
                  <a:srgbClr val="000000"/>
                </a:solidFill>
                <a:latin typeface="Arial"/>
                <a:ea typeface="Arial"/>
                <a:cs typeface="Arial"/>
                <a:sym typeface="Arial"/>
              </a:endParaRPr>
            </a:p>
          </p:txBody>
        </p:sp>
        <p:sp>
          <p:nvSpPr>
            <p:cNvPr id="1315" name="Google Shape;1315;p27"/>
            <p:cNvSpPr txBox="1"/>
            <p:nvPr/>
          </p:nvSpPr>
          <p:spPr>
            <a:xfrm>
              <a:off x="192" y="3840"/>
              <a:ext cx="288"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p:txBody>
        </p:sp>
        <p:sp>
          <p:nvSpPr>
            <p:cNvPr id="1316" name="Google Shape;1316;p27"/>
            <p:cNvSpPr txBox="1"/>
            <p:nvPr/>
          </p:nvSpPr>
          <p:spPr>
            <a:xfrm>
              <a:off x="1344" y="3024"/>
              <a:ext cx="288"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a:t>
              </a:r>
              <a:endParaRPr b="0" i="0" sz="1400" u="none" cap="none" strike="noStrike">
                <a:solidFill>
                  <a:srgbClr val="000000"/>
                </a:solidFill>
                <a:latin typeface="Arial"/>
                <a:ea typeface="Arial"/>
                <a:cs typeface="Arial"/>
                <a:sym typeface="Arial"/>
              </a:endParaRPr>
            </a:p>
          </p:txBody>
        </p:sp>
        <p:sp>
          <p:nvSpPr>
            <p:cNvPr id="1317" name="Google Shape;1317;p27"/>
            <p:cNvSpPr txBox="1"/>
            <p:nvPr/>
          </p:nvSpPr>
          <p:spPr>
            <a:xfrm>
              <a:off x="1680" y="4032"/>
              <a:ext cx="288"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a:t>
              </a:r>
              <a:endParaRPr b="0" i="0" sz="1400" u="none" cap="none" strike="noStrike">
                <a:solidFill>
                  <a:srgbClr val="000000"/>
                </a:solidFill>
                <a:latin typeface="Arial"/>
                <a:ea typeface="Arial"/>
                <a:cs typeface="Arial"/>
                <a:sym typeface="Arial"/>
              </a:endParaRPr>
            </a:p>
          </p:txBody>
        </p:sp>
        <p:sp>
          <p:nvSpPr>
            <p:cNvPr id="1318" name="Google Shape;1318;p27"/>
            <p:cNvSpPr txBox="1"/>
            <p:nvPr/>
          </p:nvSpPr>
          <p:spPr>
            <a:xfrm>
              <a:off x="1180" y="3442"/>
              <a:ext cx="768"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Dummy</a:t>
              </a:r>
              <a:endParaRPr b="0" i="0" sz="1400" u="none" cap="none" strike="noStrike">
                <a:solidFill>
                  <a:srgbClr val="000000"/>
                </a:solidFill>
                <a:latin typeface="Arial"/>
                <a:ea typeface="Arial"/>
                <a:cs typeface="Arial"/>
                <a:sym typeface="Arial"/>
              </a:endParaRPr>
            </a:p>
          </p:txBody>
        </p:sp>
      </p:grpSp>
      <p:sp>
        <p:nvSpPr>
          <p:cNvPr id="1319" name="Google Shape;1319;p27"/>
          <p:cNvSpPr txBox="1"/>
          <p:nvPr/>
        </p:nvSpPr>
        <p:spPr>
          <a:xfrm>
            <a:off x="3352800" y="5029200"/>
            <a:ext cx="5791200" cy="1004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 must finish before B can start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both A and C must finish before D can start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85"/>
                                        </p:tgtEl>
                                        <p:attrNameLst>
                                          <p:attrName>style.visibility</p:attrName>
                                        </p:attrNameLst>
                                      </p:cBhvr>
                                      <p:to>
                                        <p:strVal val="visible"/>
                                      </p:to>
                                    </p:set>
                                    <p:anim calcmode="lin" valueType="num">
                                      <p:cBhvr additive="base">
                                        <p:cTn dur="500"/>
                                        <p:tgtEl>
                                          <p:spTgt spid="128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94"/>
                                        </p:tgtEl>
                                        <p:attrNameLst>
                                          <p:attrName>style.visibility</p:attrName>
                                        </p:attrNameLst>
                                      </p:cBhvr>
                                      <p:to>
                                        <p:strVal val="visible"/>
                                      </p:to>
                                    </p:set>
                                    <p:anim calcmode="lin" valueType="num">
                                      <p:cBhvr additive="base">
                                        <p:cTn dur="500"/>
                                        <p:tgtEl>
                                          <p:spTgt spid="129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05"/>
                                        </p:tgtEl>
                                        <p:attrNameLst>
                                          <p:attrName>style.visibility</p:attrName>
                                        </p:attrNameLst>
                                      </p:cBhvr>
                                      <p:to>
                                        <p:strVal val="visible"/>
                                      </p:to>
                                    </p:set>
                                    <p:anim calcmode="lin" valueType="num">
                                      <p:cBhvr additive="base">
                                        <p:cTn dur="500"/>
                                        <p:tgtEl>
                                          <p:spTgt spid="13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19"/>
                                        </p:tgtEl>
                                        <p:attrNameLst>
                                          <p:attrName>style.visibility</p:attrName>
                                        </p:attrNameLst>
                                      </p:cBhvr>
                                      <p:to>
                                        <p:strVal val="visible"/>
                                      </p:to>
                                    </p:set>
                                    <p:anim calcmode="lin" valueType="num">
                                      <p:cBhvr additive="base">
                                        <p:cTn dur="500"/>
                                        <p:tgtEl>
                                          <p:spTgt spid="131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3" name="Shape 1323"/>
        <p:cNvGrpSpPr/>
        <p:nvPr/>
      </p:nvGrpSpPr>
      <p:grpSpPr>
        <a:xfrm>
          <a:off x="0" y="0"/>
          <a:ext cx="0" cy="0"/>
          <a:chOff x="0" y="0"/>
          <a:chExt cx="0" cy="0"/>
        </a:xfrm>
      </p:grpSpPr>
      <p:sp>
        <p:nvSpPr>
          <p:cNvPr id="1324" name="Google Shape;1324;p28"/>
          <p:cNvSpPr txBox="1"/>
          <p:nvPr>
            <p:ph type="title"/>
          </p:nvPr>
        </p:nvSpPr>
        <p:spPr>
          <a:xfrm>
            <a:off x="304800" y="152400"/>
            <a:ext cx="86106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CPM calculation</a:t>
            </a:r>
            <a:endParaRPr/>
          </a:p>
        </p:txBody>
      </p:sp>
      <p:sp>
        <p:nvSpPr>
          <p:cNvPr id="1325" name="Google Shape;1325;p28"/>
          <p:cNvSpPr txBox="1"/>
          <p:nvPr>
            <p:ph idx="1" type="body"/>
          </p:nvPr>
        </p:nvSpPr>
        <p:spPr>
          <a:xfrm>
            <a:off x="457200" y="990600"/>
            <a:ext cx="8229600" cy="41910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sng" cap="none" strike="noStrike">
                <a:solidFill>
                  <a:schemeClr val="dk1"/>
                </a:solidFill>
                <a:latin typeface="Garamond"/>
                <a:ea typeface="Garamond"/>
                <a:cs typeface="Garamond"/>
                <a:sym typeface="Garamond"/>
              </a:rPr>
              <a:t>Path</a:t>
            </a:r>
            <a:endParaRPr b="0" i="0" sz="2800" u="none" cap="none" strike="noStrike">
              <a:solidFill>
                <a:schemeClr val="dk1"/>
              </a:solidFill>
              <a:latin typeface="Garamond"/>
              <a:ea typeface="Garamond"/>
              <a:cs typeface="Garamond"/>
              <a:sym typeface="Garamond"/>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A connected sequence of activities leading from the starting event to the ending event</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sng" cap="none" strike="noStrike">
                <a:solidFill>
                  <a:schemeClr val="dk1"/>
                </a:solidFill>
                <a:latin typeface="Garamond"/>
                <a:ea typeface="Garamond"/>
                <a:cs typeface="Garamond"/>
                <a:sym typeface="Garamond"/>
              </a:rPr>
              <a:t>Critical Path</a:t>
            </a:r>
            <a:endParaRPr b="0" i="0" sz="2800" u="none" cap="none" strike="noStrike">
              <a:solidFill>
                <a:schemeClr val="dk1"/>
              </a:solidFill>
              <a:latin typeface="Garamond"/>
              <a:ea typeface="Garamond"/>
              <a:cs typeface="Garamond"/>
              <a:sym typeface="Garamond"/>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The longest path (time); determines the project duration</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sng" cap="none" strike="noStrike">
                <a:solidFill>
                  <a:schemeClr val="dk1"/>
                </a:solidFill>
                <a:latin typeface="Garamond"/>
                <a:ea typeface="Garamond"/>
                <a:cs typeface="Garamond"/>
                <a:sym typeface="Garamond"/>
              </a:rPr>
              <a:t>Critical Activities</a:t>
            </a:r>
            <a:endParaRPr b="0" i="0" sz="2800" u="none" cap="none" strike="noStrike">
              <a:solidFill>
                <a:schemeClr val="dk1"/>
              </a:solidFill>
              <a:latin typeface="Garamond"/>
              <a:ea typeface="Garamond"/>
              <a:cs typeface="Garamond"/>
              <a:sym typeface="Garamond"/>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All of the activities that make up the critical path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0" st="0"/>
                                            </p:txEl>
                                          </p:spTgt>
                                        </p:tgtEl>
                                        <p:attrNameLst>
                                          <p:attrName>style.visibility</p:attrName>
                                        </p:attrNameLst>
                                      </p:cBhvr>
                                      <p:to>
                                        <p:strVal val="visible"/>
                                      </p:to>
                                    </p:set>
                                    <p:anim calcmode="lin" valueType="num">
                                      <p:cBhvr additive="base">
                                        <p:cTn dur="500"/>
                                        <p:tgtEl>
                                          <p:spTgt spid="132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1" st="1"/>
                                            </p:txEl>
                                          </p:spTgt>
                                        </p:tgtEl>
                                        <p:attrNameLst>
                                          <p:attrName>style.visibility</p:attrName>
                                        </p:attrNameLst>
                                      </p:cBhvr>
                                      <p:to>
                                        <p:strVal val="visible"/>
                                      </p:to>
                                    </p:set>
                                    <p:anim calcmode="lin" valueType="num">
                                      <p:cBhvr additive="base">
                                        <p:cTn dur="500"/>
                                        <p:tgtEl>
                                          <p:spTgt spid="132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2" st="2"/>
                                            </p:txEl>
                                          </p:spTgt>
                                        </p:tgtEl>
                                        <p:attrNameLst>
                                          <p:attrName>style.visibility</p:attrName>
                                        </p:attrNameLst>
                                      </p:cBhvr>
                                      <p:to>
                                        <p:strVal val="visible"/>
                                      </p:to>
                                    </p:set>
                                    <p:anim calcmode="lin" valueType="num">
                                      <p:cBhvr additive="base">
                                        <p:cTn dur="500"/>
                                        <p:tgtEl>
                                          <p:spTgt spid="132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3" st="3"/>
                                            </p:txEl>
                                          </p:spTgt>
                                        </p:tgtEl>
                                        <p:attrNameLst>
                                          <p:attrName>style.visibility</p:attrName>
                                        </p:attrNameLst>
                                      </p:cBhvr>
                                      <p:to>
                                        <p:strVal val="visible"/>
                                      </p:to>
                                    </p:set>
                                    <p:anim calcmode="lin" valueType="num">
                                      <p:cBhvr additive="base">
                                        <p:cTn dur="500"/>
                                        <p:tgtEl>
                                          <p:spTgt spid="132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4" st="4"/>
                                            </p:txEl>
                                          </p:spTgt>
                                        </p:tgtEl>
                                        <p:attrNameLst>
                                          <p:attrName>style.visibility</p:attrName>
                                        </p:attrNameLst>
                                      </p:cBhvr>
                                      <p:to>
                                        <p:strVal val="visible"/>
                                      </p:to>
                                    </p:set>
                                    <p:anim calcmode="lin" valueType="num">
                                      <p:cBhvr additive="base">
                                        <p:cTn dur="500"/>
                                        <p:tgtEl>
                                          <p:spTgt spid="132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25">
                                            <p:txEl>
                                              <p:pRg end="5" st="5"/>
                                            </p:txEl>
                                          </p:spTgt>
                                        </p:tgtEl>
                                        <p:attrNameLst>
                                          <p:attrName>style.visibility</p:attrName>
                                        </p:attrNameLst>
                                      </p:cBhvr>
                                      <p:to>
                                        <p:strVal val="visible"/>
                                      </p:to>
                                    </p:set>
                                    <p:anim calcmode="lin" valueType="num">
                                      <p:cBhvr additive="base">
                                        <p:cTn dur="500"/>
                                        <p:tgtEl>
                                          <p:spTgt spid="1325">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9" name="Shape 1329"/>
        <p:cNvGrpSpPr/>
        <p:nvPr/>
      </p:nvGrpSpPr>
      <p:grpSpPr>
        <a:xfrm>
          <a:off x="0" y="0"/>
          <a:ext cx="0" cy="0"/>
          <a:chOff x="0" y="0"/>
          <a:chExt cx="0" cy="0"/>
        </a:xfrm>
      </p:grpSpPr>
      <p:sp>
        <p:nvSpPr>
          <p:cNvPr id="1330" name="Google Shape;1330;p29"/>
          <p:cNvSpPr txBox="1"/>
          <p:nvPr>
            <p:ph type="title"/>
          </p:nvPr>
        </p:nvSpPr>
        <p:spPr>
          <a:xfrm>
            <a:off x="152400" y="0"/>
            <a:ext cx="7772400" cy="381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Forward Pass</a:t>
            </a:r>
            <a:endParaRPr/>
          </a:p>
        </p:txBody>
      </p:sp>
      <p:sp>
        <p:nvSpPr>
          <p:cNvPr id="1331" name="Google Shape;1331;p29"/>
          <p:cNvSpPr txBox="1"/>
          <p:nvPr>
            <p:ph idx="1" type="body"/>
          </p:nvPr>
        </p:nvSpPr>
        <p:spPr>
          <a:xfrm>
            <a:off x="190500" y="457200"/>
            <a:ext cx="8763000" cy="2667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Earliest Start Time (ES)</a:t>
            </a:r>
            <a:endParaRPr/>
          </a:p>
          <a:p>
            <a:pPr indent="-285750" lvl="1" marL="74295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earliest time an activity can start </a:t>
            </a:r>
            <a:endParaRPr/>
          </a:p>
          <a:p>
            <a:pPr indent="-285750" lvl="1" marL="74295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ES = maximum EF of immediate predecessors</a:t>
            </a:r>
            <a:endParaRPr/>
          </a:p>
          <a:p>
            <a:pPr indent="-342900" lvl="0" marL="34290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Earliest finish time (EF)</a:t>
            </a:r>
            <a:endParaRPr/>
          </a:p>
          <a:p>
            <a:pPr indent="-285750" lvl="1" marL="74295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earliest time an activity can finish</a:t>
            </a:r>
            <a:endParaRPr/>
          </a:p>
          <a:p>
            <a:pPr indent="-285750" lvl="1" marL="742950" marR="0" rtl="0" algn="l">
              <a:lnSpc>
                <a:spcPct val="90000"/>
              </a:lnSpc>
              <a:spcBef>
                <a:spcPts val="4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earliest start time plus  activity time</a:t>
            </a:r>
            <a:endParaRPr/>
          </a:p>
          <a:p>
            <a:pPr indent="-228600" lvl="2" marL="1143000" marR="0" rtl="0" algn="ctr">
              <a:lnSpc>
                <a:spcPct val="90000"/>
              </a:lnSpc>
              <a:spcBef>
                <a:spcPts val="40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EF= ES + </a:t>
            </a:r>
            <a:r>
              <a:rPr b="0" i="1" lang="en-US" sz="2000" u="none" cap="none" strike="noStrike">
                <a:solidFill>
                  <a:schemeClr val="dk1"/>
                </a:solidFill>
                <a:latin typeface="Garamond"/>
                <a:ea typeface="Garamond"/>
                <a:cs typeface="Garamond"/>
                <a:sym typeface="Garamond"/>
              </a:rPr>
              <a:t>t</a:t>
            </a:r>
            <a:endParaRPr/>
          </a:p>
        </p:txBody>
      </p:sp>
      <p:sp>
        <p:nvSpPr>
          <p:cNvPr id="1332" name="Google Shape;1332;p29"/>
          <p:cNvSpPr txBox="1"/>
          <p:nvPr/>
        </p:nvSpPr>
        <p:spPr>
          <a:xfrm>
            <a:off x="190500" y="3516312"/>
            <a:ext cx="8763000" cy="3341687"/>
          </a:xfrm>
          <a:prstGeom prst="rect">
            <a:avLst/>
          </a:prstGeom>
          <a:noFill/>
          <a:ln>
            <a:noFill/>
          </a:ln>
        </p:spPr>
        <p:txBody>
          <a:bodyPr anchorCtr="0" anchor="t" bIns="45700" lIns="91425" spcFirstLastPara="1" rIns="91425" wrap="square" tIns="45700">
            <a:spAutoFit/>
          </a:bodyPr>
          <a:lstStyle/>
          <a:p>
            <a:pPr indent="-152400" lvl="0" marL="0" marR="0" rtl="0" algn="l">
              <a:lnSpc>
                <a:spcPct val="80000"/>
              </a:lnSpc>
              <a:spcBef>
                <a:spcPts val="0"/>
              </a:spcBef>
              <a:spcAft>
                <a:spcPts val="0"/>
              </a:spcAft>
              <a:buClr>
                <a:schemeClr val="accent2"/>
              </a:buClr>
              <a:buSzPts val="2400"/>
              <a:buFont typeface="Noto Sans Symbols"/>
              <a:buChar char="⬥"/>
            </a:pPr>
            <a:r>
              <a:rPr b="0" i="0" lang="en-US" sz="2400" u="none" cap="none" strike="noStrike">
                <a:solidFill>
                  <a:schemeClr val="dk1"/>
                </a:solidFill>
                <a:latin typeface="Helvetica Neue"/>
                <a:ea typeface="Helvetica Neue"/>
                <a:cs typeface="Helvetica Neue"/>
                <a:sym typeface="Helvetica Neue"/>
              </a:rPr>
              <a:t>Latest Start Time (LS)</a:t>
            </a:r>
            <a:endParaRPr b="0" i="0" sz="1400" u="none" cap="none" strike="noStrike">
              <a:solidFill>
                <a:srgbClr val="000000"/>
              </a:solidFill>
              <a:latin typeface="Arial"/>
              <a:ea typeface="Arial"/>
              <a:cs typeface="Arial"/>
              <a:sym typeface="Arial"/>
            </a:endParaRPr>
          </a:p>
          <a:p>
            <a:pPr indent="0" lvl="1" marL="457200" marR="0" rtl="0" algn="l">
              <a:lnSpc>
                <a:spcPct val="80000"/>
              </a:lnSpc>
              <a:spcBef>
                <a:spcPts val="1200"/>
              </a:spcBef>
              <a:spcAft>
                <a:spcPts val="0"/>
              </a:spcAft>
              <a:buClr>
                <a:schemeClr val="dk1"/>
              </a:buClr>
              <a:buSzPts val="2400"/>
              <a:buFont typeface="Helvetica Neue"/>
              <a:buNone/>
            </a:pPr>
            <a:r>
              <a:rPr b="0" i="0" lang="en-US" sz="2400" u="none" cap="none" strike="noStrike">
                <a:solidFill>
                  <a:schemeClr val="dk1"/>
                </a:solidFill>
                <a:latin typeface="Helvetica Neue"/>
                <a:ea typeface="Helvetica Neue"/>
                <a:cs typeface="Helvetica Neue"/>
                <a:sym typeface="Helvetica Neue"/>
              </a:rPr>
              <a:t>Latest time an activity can start without delaying critical path time </a:t>
            </a:r>
            <a:endParaRPr b="0" i="0" sz="1400" u="none" cap="none" strike="noStrike">
              <a:solidFill>
                <a:srgbClr val="000000"/>
              </a:solidFill>
              <a:latin typeface="Arial"/>
              <a:ea typeface="Arial"/>
              <a:cs typeface="Arial"/>
              <a:sym typeface="Arial"/>
            </a:endParaRPr>
          </a:p>
          <a:p>
            <a:pPr indent="0" lvl="2" marL="914400" marR="0" rtl="0" algn="l">
              <a:lnSpc>
                <a:spcPct val="80000"/>
              </a:lnSpc>
              <a:spcBef>
                <a:spcPts val="1200"/>
              </a:spcBef>
              <a:spcAft>
                <a:spcPts val="0"/>
              </a:spcAft>
              <a:buClr>
                <a:schemeClr val="dk1"/>
              </a:buClr>
              <a:buSzPts val="2400"/>
              <a:buFont typeface="Helvetica Neue"/>
              <a:buNone/>
            </a:pPr>
            <a:r>
              <a:rPr b="0" i="0" lang="en-US" sz="2400" u="none" cap="none" strike="noStrike">
                <a:solidFill>
                  <a:schemeClr val="dk1"/>
                </a:solidFill>
                <a:latin typeface="Helvetica Neue"/>
                <a:ea typeface="Helvetica Neue"/>
                <a:cs typeface="Helvetica Neue"/>
                <a:sym typeface="Helvetica Neue"/>
              </a:rPr>
              <a:t>LS= LF - </a:t>
            </a:r>
            <a:r>
              <a:rPr b="0" i="1" lang="en-US" sz="2400" u="none" cap="none" strike="noStrike">
                <a:solidFill>
                  <a:schemeClr val="dk1"/>
                </a:solidFill>
                <a:latin typeface="Helvetica Neue"/>
                <a:ea typeface="Helvetica Neue"/>
                <a:cs typeface="Helvetica Neue"/>
                <a:sym typeface="Helvetica Neue"/>
              </a:rPr>
              <a:t>t</a:t>
            </a:r>
            <a:endParaRPr b="0" i="0" sz="2400" u="none" cap="none" strike="noStrike">
              <a:solidFill>
                <a:schemeClr val="dk1"/>
              </a:solidFill>
              <a:latin typeface="Helvetica Neue"/>
              <a:ea typeface="Helvetica Neue"/>
              <a:cs typeface="Helvetica Neue"/>
              <a:sym typeface="Helvetica Neue"/>
            </a:endParaRPr>
          </a:p>
          <a:p>
            <a:pPr indent="-152400" lvl="0" marL="0" marR="0" rtl="0" algn="l">
              <a:lnSpc>
                <a:spcPct val="80000"/>
              </a:lnSpc>
              <a:spcBef>
                <a:spcPts val="1200"/>
              </a:spcBef>
              <a:spcAft>
                <a:spcPts val="0"/>
              </a:spcAft>
              <a:buClr>
                <a:schemeClr val="accent2"/>
              </a:buClr>
              <a:buSzPts val="2400"/>
              <a:buFont typeface="Noto Sans Symbols"/>
              <a:buChar char="⬥"/>
            </a:pPr>
            <a:r>
              <a:rPr b="0" i="0" lang="en-US" sz="2400" u="none" cap="none" strike="noStrike">
                <a:solidFill>
                  <a:schemeClr val="dk1"/>
                </a:solidFill>
                <a:latin typeface="Helvetica Neue"/>
                <a:ea typeface="Helvetica Neue"/>
                <a:cs typeface="Helvetica Neue"/>
                <a:sym typeface="Helvetica Neue"/>
              </a:rPr>
              <a:t>Latest finish time (LF)</a:t>
            </a:r>
            <a:endParaRPr b="0" i="0" sz="1400" u="none" cap="none" strike="noStrike">
              <a:solidFill>
                <a:srgbClr val="000000"/>
              </a:solidFill>
              <a:latin typeface="Arial"/>
              <a:ea typeface="Arial"/>
              <a:cs typeface="Arial"/>
              <a:sym typeface="Arial"/>
            </a:endParaRPr>
          </a:p>
          <a:p>
            <a:pPr indent="0" lvl="1" marL="457200" marR="0" rtl="0" algn="l">
              <a:lnSpc>
                <a:spcPct val="80000"/>
              </a:lnSpc>
              <a:spcBef>
                <a:spcPts val="1200"/>
              </a:spcBef>
              <a:spcAft>
                <a:spcPts val="0"/>
              </a:spcAft>
              <a:buClr>
                <a:schemeClr val="dk1"/>
              </a:buClr>
              <a:buSzPts val="2400"/>
              <a:buFont typeface="Helvetica Neue"/>
              <a:buNone/>
            </a:pPr>
            <a:r>
              <a:rPr b="0" i="0" lang="en-US" sz="2400" u="none" cap="none" strike="noStrike">
                <a:solidFill>
                  <a:schemeClr val="dk1"/>
                </a:solidFill>
                <a:latin typeface="Helvetica Neue"/>
                <a:ea typeface="Helvetica Neue"/>
                <a:cs typeface="Helvetica Neue"/>
                <a:sym typeface="Helvetica Neue"/>
              </a:rPr>
              <a:t>latest time an activity can be completed without delaying critical path time</a:t>
            </a:r>
            <a:endParaRPr b="0" i="0" sz="1400" u="none" cap="none" strike="noStrike">
              <a:solidFill>
                <a:srgbClr val="000000"/>
              </a:solidFill>
              <a:latin typeface="Arial"/>
              <a:ea typeface="Arial"/>
              <a:cs typeface="Arial"/>
              <a:sym typeface="Arial"/>
            </a:endParaRPr>
          </a:p>
          <a:p>
            <a:pPr indent="0" lvl="1" marL="457200" marR="0" rtl="0" algn="l">
              <a:lnSpc>
                <a:spcPct val="80000"/>
              </a:lnSpc>
              <a:spcBef>
                <a:spcPts val="1200"/>
              </a:spcBef>
              <a:spcAft>
                <a:spcPts val="0"/>
              </a:spcAft>
              <a:buClr>
                <a:schemeClr val="dk1"/>
              </a:buClr>
              <a:buSzPts val="2400"/>
              <a:buFont typeface="Helvetica Neue"/>
              <a:buNone/>
            </a:pPr>
            <a:r>
              <a:rPr b="0" i="0" lang="en-US" sz="2400" u="none" cap="none" strike="noStrike">
                <a:solidFill>
                  <a:schemeClr val="dk1"/>
                </a:solidFill>
                <a:latin typeface="Helvetica Neue"/>
                <a:ea typeface="Helvetica Neue"/>
                <a:cs typeface="Helvetica Neue"/>
                <a:sym typeface="Helvetica Neue"/>
              </a:rPr>
              <a:t>LS = minimum LS of immediate predecessors</a:t>
            </a:r>
            <a:endParaRPr b="0" i="0" sz="1400" u="none" cap="none" strike="noStrike">
              <a:solidFill>
                <a:srgbClr val="000000"/>
              </a:solidFill>
              <a:latin typeface="Arial"/>
              <a:ea typeface="Arial"/>
              <a:cs typeface="Arial"/>
              <a:sym typeface="Arial"/>
            </a:endParaRPr>
          </a:p>
        </p:txBody>
      </p:sp>
      <p:sp>
        <p:nvSpPr>
          <p:cNvPr id="1333" name="Google Shape;1333;p29"/>
          <p:cNvSpPr txBox="1"/>
          <p:nvPr/>
        </p:nvSpPr>
        <p:spPr>
          <a:xfrm>
            <a:off x="0" y="2971800"/>
            <a:ext cx="7772400" cy="609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200"/>
              <a:buFont typeface="Times New Roman"/>
              <a:buNone/>
            </a:pPr>
            <a:r>
              <a:rPr b="0" i="0" lang="en-US" sz="3200" u="none" cap="none" strike="noStrike">
                <a:solidFill>
                  <a:schemeClr val="dk2"/>
                </a:solidFill>
                <a:latin typeface="Times New Roman"/>
                <a:ea typeface="Times New Roman"/>
                <a:cs typeface="Times New Roman"/>
                <a:sym typeface="Times New Roman"/>
              </a:rPr>
              <a:t>Backward Pass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0" st="0"/>
                                            </p:txEl>
                                          </p:spTgt>
                                        </p:tgtEl>
                                        <p:attrNameLst>
                                          <p:attrName>style.visibility</p:attrName>
                                        </p:attrNameLst>
                                      </p:cBhvr>
                                      <p:to>
                                        <p:strVal val="visible"/>
                                      </p:to>
                                    </p:set>
                                    <p:anim calcmode="lin" valueType="num">
                                      <p:cBhvr additive="base">
                                        <p:cTn dur="500"/>
                                        <p:tgtEl>
                                          <p:spTgt spid="1331">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1" st="1"/>
                                            </p:txEl>
                                          </p:spTgt>
                                        </p:tgtEl>
                                        <p:attrNameLst>
                                          <p:attrName>style.visibility</p:attrName>
                                        </p:attrNameLst>
                                      </p:cBhvr>
                                      <p:to>
                                        <p:strVal val="visible"/>
                                      </p:to>
                                    </p:set>
                                    <p:anim calcmode="lin" valueType="num">
                                      <p:cBhvr additive="base">
                                        <p:cTn dur="500"/>
                                        <p:tgtEl>
                                          <p:spTgt spid="1331">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2" st="2"/>
                                            </p:txEl>
                                          </p:spTgt>
                                        </p:tgtEl>
                                        <p:attrNameLst>
                                          <p:attrName>style.visibility</p:attrName>
                                        </p:attrNameLst>
                                      </p:cBhvr>
                                      <p:to>
                                        <p:strVal val="visible"/>
                                      </p:to>
                                    </p:set>
                                    <p:anim calcmode="lin" valueType="num">
                                      <p:cBhvr additive="base">
                                        <p:cTn dur="500"/>
                                        <p:tgtEl>
                                          <p:spTgt spid="1331">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3" st="3"/>
                                            </p:txEl>
                                          </p:spTgt>
                                        </p:tgtEl>
                                        <p:attrNameLst>
                                          <p:attrName>style.visibility</p:attrName>
                                        </p:attrNameLst>
                                      </p:cBhvr>
                                      <p:to>
                                        <p:strVal val="visible"/>
                                      </p:to>
                                    </p:set>
                                    <p:anim calcmode="lin" valueType="num">
                                      <p:cBhvr additive="base">
                                        <p:cTn dur="500"/>
                                        <p:tgtEl>
                                          <p:spTgt spid="1331">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4" st="4"/>
                                            </p:txEl>
                                          </p:spTgt>
                                        </p:tgtEl>
                                        <p:attrNameLst>
                                          <p:attrName>style.visibility</p:attrName>
                                        </p:attrNameLst>
                                      </p:cBhvr>
                                      <p:to>
                                        <p:strVal val="visible"/>
                                      </p:to>
                                    </p:set>
                                    <p:anim calcmode="lin" valueType="num">
                                      <p:cBhvr additive="base">
                                        <p:cTn dur="500"/>
                                        <p:tgtEl>
                                          <p:spTgt spid="1331">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5" st="5"/>
                                            </p:txEl>
                                          </p:spTgt>
                                        </p:tgtEl>
                                        <p:attrNameLst>
                                          <p:attrName>style.visibility</p:attrName>
                                        </p:attrNameLst>
                                      </p:cBhvr>
                                      <p:to>
                                        <p:strVal val="visible"/>
                                      </p:to>
                                    </p:set>
                                    <p:anim calcmode="lin" valueType="num">
                                      <p:cBhvr additive="base">
                                        <p:cTn dur="500"/>
                                        <p:tgtEl>
                                          <p:spTgt spid="1331">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1">
                                            <p:txEl>
                                              <p:pRg end="6" st="6"/>
                                            </p:txEl>
                                          </p:spTgt>
                                        </p:tgtEl>
                                        <p:attrNameLst>
                                          <p:attrName>style.visibility</p:attrName>
                                        </p:attrNameLst>
                                      </p:cBhvr>
                                      <p:to>
                                        <p:strVal val="visible"/>
                                      </p:to>
                                    </p:set>
                                    <p:anim calcmode="lin" valueType="num">
                                      <p:cBhvr additive="base">
                                        <p:cTn dur="500"/>
                                        <p:tgtEl>
                                          <p:spTgt spid="1331">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3"/>
                                        </p:tgtEl>
                                        <p:attrNameLst>
                                          <p:attrName>style.visibility</p:attrName>
                                        </p:attrNameLst>
                                      </p:cBhvr>
                                      <p:to>
                                        <p:strVal val="visible"/>
                                      </p:to>
                                    </p:set>
                                    <p:anim calcmode="lin" valueType="num">
                                      <p:cBhvr additive="base">
                                        <p:cTn dur="500"/>
                                        <p:tgtEl>
                                          <p:spTgt spid="13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0" st="0"/>
                                            </p:txEl>
                                          </p:spTgt>
                                        </p:tgtEl>
                                        <p:attrNameLst>
                                          <p:attrName>style.visibility</p:attrName>
                                        </p:attrNameLst>
                                      </p:cBhvr>
                                      <p:to>
                                        <p:strVal val="visible"/>
                                      </p:to>
                                    </p:set>
                                    <p:anim calcmode="lin" valueType="num">
                                      <p:cBhvr additive="base">
                                        <p:cTn dur="500"/>
                                        <p:tgtEl>
                                          <p:spTgt spid="133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1" st="1"/>
                                            </p:txEl>
                                          </p:spTgt>
                                        </p:tgtEl>
                                        <p:attrNameLst>
                                          <p:attrName>style.visibility</p:attrName>
                                        </p:attrNameLst>
                                      </p:cBhvr>
                                      <p:to>
                                        <p:strVal val="visible"/>
                                      </p:to>
                                    </p:set>
                                    <p:anim calcmode="lin" valueType="num">
                                      <p:cBhvr additive="base">
                                        <p:cTn dur="500"/>
                                        <p:tgtEl>
                                          <p:spTgt spid="133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2" st="2"/>
                                            </p:txEl>
                                          </p:spTgt>
                                        </p:tgtEl>
                                        <p:attrNameLst>
                                          <p:attrName>style.visibility</p:attrName>
                                        </p:attrNameLst>
                                      </p:cBhvr>
                                      <p:to>
                                        <p:strVal val="visible"/>
                                      </p:to>
                                    </p:set>
                                    <p:anim calcmode="lin" valueType="num">
                                      <p:cBhvr additive="base">
                                        <p:cTn dur="500"/>
                                        <p:tgtEl>
                                          <p:spTgt spid="133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3" st="3"/>
                                            </p:txEl>
                                          </p:spTgt>
                                        </p:tgtEl>
                                        <p:attrNameLst>
                                          <p:attrName>style.visibility</p:attrName>
                                        </p:attrNameLst>
                                      </p:cBhvr>
                                      <p:to>
                                        <p:strVal val="visible"/>
                                      </p:to>
                                    </p:set>
                                    <p:anim calcmode="lin" valueType="num">
                                      <p:cBhvr additive="base">
                                        <p:cTn dur="500"/>
                                        <p:tgtEl>
                                          <p:spTgt spid="133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4" st="4"/>
                                            </p:txEl>
                                          </p:spTgt>
                                        </p:tgtEl>
                                        <p:attrNameLst>
                                          <p:attrName>style.visibility</p:attrName>
                                        </p:attrNameLst>
                                      </p:cBhvr>
                                      <p:to>
                                        <p:strVal val="visible"/>
                                      </p:to>
                                    </p:set>
                                    <p:anim calcmode="lin" valueType="num">
                                      <p:cBhvr additive="base">
                                        <p:cTn dur="500"/>
                                        <p:tgtEl>
                                          <p:spTgt spid="133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2">
                                            <p:txEl>
                                              <p:pRg end="5" st="5"/>
                                            </p:txEl>
                                          </p:spTgt>
                                        </p:tgtEl>
                                        <p:attrNameLst>
                                          <p:attrName>style.visibility</p:attrName>
                                        </p:attrNameLst>
                                      </p:cBhvr>
                                      <p:to>
                                        <p:strVal val="visible"/>
                                      </p:to>
                                    </p:set>
                                    <p:anim calcmode="lin" valueType="num">
                                      <p:cBhvr additive="base">
                                        <p:cTn dur="500"/>
                                        <p:tgtEl>
                                          <p:spTgt spid="133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7" name="Shape 1337"/>
        <p:cNvGrpSpPr/>
        <p:nvPr/>
      </p:nvGrpSpPr>
      <p:grpSpPr>
        <a:xfrm>
          <a:off x="0" y="0"/>
          <a:ext cx="0" cy="0"/>
          <a:chOff x="0" y="0"/>
          <a:chExt cx="0" cy="0"/>
        </a:xfrm>
      </p:grpSpPr>
      <p:sp>
        <p:nvSpPr>
          <p:cNvPr id="1338" name="Google Shape;1338;p30"/>
          <p:cNvSpPr txBox="1"/>
          <p:nvPr>
            <p:ph type="title"/>
          </p:nvPr>
        </p:nvSpPr>
        <p:spPr>
          <a:xfrm>
            <a:off x="304800" y="228600"/>
            <a:ext cx="7772400" cy="381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CPM analysis</a:t>
            </a:r>
            <a:endParaRPr/>
          </a:p>
        </p:txBody>
      </p:sp>
      <p:sp>
        <p:nvSpPr>
          <p:cNvPr id="1339" name="Google Shape;1339;p30"/>
          <p:cNvSpPr txBox="1"/>
          <p:nvPr>
            <p:ph idx="1" type="body"/>
          </p:nvPr>
        </p:nvSpPr>
        <p:spPr>
          <a:xfrm>
            <a:off x="419100" y="876300"/>
            <a:ext cx="8496300" cy="5105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Draw the CPM network</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Analyze the paths through the network</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Determine the float for each activity</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Compute the activity’s float</a:t>
            </a:r>
            <a:endParaRPr/>
          </a:p>
          <a:p>
            <a:pPr indent="-285750" lvl="1" marL="742950" marR="0" rtl="0" algn="l">
              <a:lnSpc>
                <a:spcPct val="100000"/>
              </a:lnSpc>
              <a:spcBef>
                <a:spcPts val="480"/>
              </a:spcBef>
              <a:spcAft>
                <a:spcPts val="0"/>
              </a:spcAft>
              <a:buClr>
                <a:schemeClr val="dk1"/>
              </a:buClr>
              <a:buSzPts val="2400"/>
              <a:buFont typeface="Garamond"/>
              <a:buNone/>
            </a:pPr>
            <a:r>
              <a:rPr b="0" i="0" lang="en-US" sz="2400" u="none" cap="none" strike="noStrike">
                <a:solidFill>
                  <a:schemeClr val="dk1"/>
                </a:solidFill>
                <a:latin typeface="Garamond"/>
                <a:ea typeface="Garamond"/>
                <a:cs typeface="Garamond"/>
                <a:sym typeface="Garamond"/>
              </a:rPr>
              <a:t>			  float = LS - ES = LF - EF</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Float is the maximum amount of time that this activity can be delay in its completion before it becomes a critical activity, i.e., delays completion of the project</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Find the critical path is that the sequence of activities and events where there is no “slack”  i.e..   </a:t>
            </a:r>
            <a:r>
              <a:rPr b="0" i="0" lang="en-US" sz="2400" u="none" cap="none" strike="noStrike">
                <a:solidFill>
                  <a:schemeClr val="dk2"/>
                </a:solidFill>
                <a:latin typeface="Garamond"/>
                <a:ea typeface="Garamond"/>
                <a:cs typeface="Garamond"/>
                <a:sym typeface="Garamond"/>
              </a:rPr>
              <a:t>Zero slack</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Longest path through a network</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Find the project duration is minimum project completion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0" st="0"/>
                                            </p:txEl>
                                          </p:spTgt>
                                        </p:tgtEl>
                                        <p:attrNameLst>
                                          <p:attrName>style.visibility</p:attrName>
                                        </p:attrNameLst>
                                      </p:cBhvr>
                                      <p:to>
                                        <p:strVal val="visible"/>
                                      </p:to>
                                    </p:set>
                                    <p:anim calcmode="lin" valueType="num">
                                      <p:cBhvr additive="base">
                                        <p:cTn dur="500"/>
                                        <p:tgtEl>
                                          <p:spTgt spid="133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1" st="1"/>
                                            </p:txEl>
                                          </p:spTgt>
                                        </p:tgtEl>
                                        <p:attrNameLst>
                                          <p:attrName>style.visibility</p:attrName>
                                        </p:attrNameLst>
                                      </p:cBhvr>
                                      <p:to>
                                        <p:strVal val="visible"/>
                                      </p:to>
                                    </p:set>
                                    <p:anim calcmode="lin" valueType="num">
                                      <p:cBhvr additive="base">
                                        <p:cTn dur="500"/>
                                        <p:tgtEl>
                                          <p:spTgt spid="133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2" st="2"/>
                                            </p:txEl>
                                          </p:spTgt>
                                        </p:tgtEl>
                                        <p:attrNameLst>
                                          <p:attrName>style.visibility</p:attrName>
                                        </p:attrNameLst>
                                      </p:cBhvr>
                                      <p:to>
                                        <p:strVal val="visible"/>
                                      </p:to>
                                    </p:set>
                                    <p:anim calcmode="lin" valueType="num">
                                      <p:cBhvr additive="base">
                                        <p:cTn dur="500"/>
                                        <p:tgtEl>
                                          <p:spTgt spid="133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3" st="3"/>
                                            </p:txEl>
                                          </p:spTgt>
                                        </p:tgtEl>
                                        <p:attrNameLst>
                                          <p:attrName>style.visibility</p:attrName>
                                        </p:attrNameLst>
                                      </p:cBhvr>
                                      <p:to>
                                        <p:strVal val="visible"/>
                                      </p:to>
                                    </p:set>
                                    <p:anim calcmode="lin" valueType="num">
                                      <p:cBhvr additive="base">
                                        <p:cTn dur="500"/>
                                        <p:tgtEl>
                                          <p:spTgt spid="133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4" st="4"/>
                                            </p:txEl>
                                          </p:spTgt>
                                        </p:tgtEl>
                                        <p:attrNameLst>
                                          <p:attrName>style.visibility</p:attrName>
                                        </p:attrNameLst>
                                      </p:cBhvr>
                                      <p:to>
                                        <p:strVal val="visible"/>
                                      </p:to>
                                    </p:set>
                                    <p:anim calcmode="lin" valueType="num">
                                      <p:cBhvr additive="base">
                                        <p:cTn dur="500"/>
                                        <p:tgtEl>
                                          <p:spTgt spid="133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5" st="5"/>
                                            </p:txEl>
                                          </p:spTgt>
                                        </p:tgtEl>
                                        <p:attrNameLst>
                                          <p:attrName>style.visibility</p:attrName>
                                        </p:attrNameLst>
                                      </p:cBhvr>
                                      <p:to>
                                        <p:strVal val="visible"/>
                                      </p:to>
                                    </p:set>
                                    <p:anim calcmode="lin" valueType="num">
                                      <p:cBhvr additive="base">
                                        <p:cTn dur="500"/>
                                        <p:tgtEl>
                                          <p:spTgt spid="1339">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6" st="6"/>
                                            </p:txEl>
                                          </p:spTgt>
                                        </p:tgtEl>
                                        <p:attrNameLst>
                                          <p:attrName>style.visibility</p:attrName>
                                        </p:attrNameLst>
                                      </p:cBhvr>
                                      <p:to>
                                        <p:strVal val="visible"/>
                                      </p:to>
                                    </p:set>
                                    <p:anim calcmode="lin" valueType="num">
                                      <p:cBhvr additive="base">
                                        <p:cTn dur="500"/>
                                        <p:tgtEl>
                                          <p:spTgt spid="1339">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7" st="7"/>
                                            </p:txEl>
                                          </p:spTgt>
                                        </p:tgtEl>
                                        <p:attrNameLst>
                                          <p:attrName>style.visibility</p:attrName>
                                        </p:attrNameLst>
                                      </p:cBhvr>
                                      <p:to>
                                        <p:strVal val="visible"/>
                                      </p:to>
                                    </p:set>
                                    <p:anim calcmode="lin" valueType="num">
                                      <p:cBhvr additive="base">
                                        <p:cTn dur="500"/>
                                        <p:tgtEl>
                                          <p:spTgt spid="1339">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339">
                                            <p:txEl>
                                              <p:pRg end="8" st="8"/>
                                            </p:txEl>
                                          </p:spTgt>
                                        </p:tgtEl>
                                        <p:attrNameLst>
                                          <p:attrName>style.visibility</p:attrName>
                                        </p:attrNameLst>
                                      </p:cBhvr>
                                      <p:to>
                                        <p:strVal val="visible"/>
                                      </p:to>
                                    </p:set>
                                    <p:anim calcmode="lin" valueType="num">
                                      <p:cBhvr additive="base">
                                        <p:cTn dur="500"/>
                                        <p:tgtEl>
                                          <p:spTgt spid="1339">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3" name="Shape 1343"/>
        <p:cNvGrpSpPr/>
        <p:nvPr/>
      </p:nvGrpSpPr>
      <p:grpSpPr>
        <a:xfrm>
          <a:off x="0" y="0"/>
          <a:ext cx="0" cy="0"/>
          <a:chOff x="0" y="0"/>
          <a:chExt cx="0" cy="0"/>
        </a:xfrm>
      </p:grpSpPr>
      <p:sp>
        <p:nvSpPr>
          <p:cNvPr id="1344" name="Google Shape;1344;p31"/>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Activity-on-Node Fundamentals</a:t>
            </a:r>
            <a:endParaRPr/>
          </a:p>
        </p:txBody>
      </p:sp>
      <p:sp>
        <p:nvSpPr>
          <p:cNvPr id="1345" name="Google Shape;1345;p31"/>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6.2</a:t>
            </a:r>
            <a:endParaRPr b="0" i="0" sz="1400" u="none" cap="none" strike="noStrike">
              <a:solidFill>
                <a:srgbClr val="000000"/>
              </a:solidFill>
              <a:latin typeface="Arial"/>
              <a:ea typeface="Arial"/>
              <a:cs typeface="Arial"/>
              <a:sym typeface="Arial"/>
            </a:endParaRPr>
          </a:p>
        </p:txBody>
      </p:sp>
      <p:pic>
        <p:nvPicPr>
          <p:cNvPr id="1346" name="Google Shape;1346;p31"/>
          <p:cNvPicPr preferRelativeResize="0"/>
          <p:nvPr/>
        </p:nvPicPr>
        <p:blipFill rotWithShape="1">
          <a:blip r:embed="rId3">
            <a:alphaModFix/>
          </a:blip>
          <a:srcRect b="0" l="0" r="0" t="0"/>
          <a:stretch/>
        </p:blipFill>
        <p:spPr>
          <a:xfrm>
            <a:off x="865187" y="1600200"/>
            <a:ext cx="7412037" cy="3629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0" name="Shape 1350"/>
        <p:cNvGrpSpPr/>
        <p:nvPr/>
      </p:nvGrpSpPr>
      <p:grpSpPr>
        <a:xfrm>
          <a:off x="0" y="0"/>
          <a:ext cx="0" cy="0"/>
          <a:chOff x="0" y="0"/>
          <a:chExt cx="0" cy="0"/>
        </a:xfrm>
      </p:grpSpPr>
      <p:sp>
        <p:nvSpPr>
          <p:cNvPr id="1351" name="Google Shape;1351;p32"/>
          <p:cNvSpPr/>
          <p:nvPr>
            <p:ph type="title"/>
          </p:nvPr>
        </p:nvSpPr>
        <p:spPr>
          <a:xfrm>
            <a:off x="92075" y="277812"/>
            <a:ext cx="8961437"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Activity-on-Node Fundamentals (cont’d)</a:t>
            </a:r>
            <a:endParaRPr/>
          </a:p>
        </p:txBody>
      </p:sp>
      <p:sp>
        <p:nvSpPr>
          <p:cNvPr id="1352" name="Google Shape;1352;p32"/>
          <p:cNvSpPr txBox="1"/>
          <p:nvPr/>
        </p:nvSpPr>
        <p:spPr>
          <a:xfrm>
            <a:off x="6675437" y="6134100"/>
            <a:ext cx="2011362"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6.2 (cont’d)</a:t>
            </a:r>
            <a:endParaRPr b="0" i="0" sz="1400" u="none" cap="none" strike="noStrike">
              <a:solidFill>
                <a:srgbClr val="000000"/>
              </a:solidFill>
              <a:latin typeface="Arial"/>
              <a:ea typeface="Arial"/>
              <a:cs typeface="Arial"/>
              <a:sym typeface="Arial"/>
            </a:endParaRPr>
          </a:p>
        </p:txBody>
      </p:sp>
      <p:pic>
        <p:nvPicPr>
          <p:cNvPr id="1353" name="Google Shape;1353;p32"/>
          <p:cNvPicPr preferRelativeResize="0"/>
          <p:nvPr/>
        </p:nvPicPr>
        <p:blipFill rotWithShape="1">
          <a:blip r:embed="rId3">
            <a:alphaModFix/>
          </a:blip>
          <a:srcRect b="0" l="0" r="0" t="0"/>
          <a:stretch/>
        </p:blipFill>
        <p:spPr>
          <a:xfrm>
            <a:off x="890587" y="1343025"/>
            <a:ext cx="7361237" cy="4829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7" name="Shape 1357"/>
        <p:cNvGrpSpPr/>
        <p:nvPr/>
      </p:nvGrpSpPr>
      <p:grpSpPr>
        <a:xfrm>
          <a:off x="0" y="0"/>
          <a:ext cx="0" cy="0"/>
          <a:chOff x="0" y="0"/>
          <a:chExt cx="0" cy="0"/>
        </a:xfrm>
      </p:grpSpPr>
      <p:sp>
        <p:nvSpPr>
          <p:cNvPr id="1358" name="Google Shape;1358;p33"/>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Network Information</a:t>
            </a:r>
            <a:endParaRPr/>
          </a:p>
        </p:txBody>
      </p:sp>
      <p:sp>
        <p:nvSpPr>
          <p:cNvPr id="1359" name="Google Shape;1359;p33"/>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TABLE 6.1</a:t>
            </a:r>
            <a:endParaRPr b="0" i="0" sz="1400" u="none" cap="none" strike="noStrike">
              <a:solidFill>
                <a:srgbClr val="000000"/>
              </a:solidFill>
              <a:latin typeface="Arial"/>
              <a:ea typeface="Arial"/>
              <a:cs typeface="Arial"/>
              <a:sym typeface="Arial"/>
            </a:endParaRPr>
          </a:p>
        </p:txBody>
      </p:sp>
      <p:pic>
        <p:nvPicPr>
          <p:cNvPr id="1360" name="Google Shape;1360;p33"/>
          <p:cNvPicPr preferRelativeResize="0"/>
          <p:nvPr/>
        </p:nvPicPr>
        <p:blipFill rotWithShape="1">
          <a:blip r:embed="rId3">
            <a:alphaModFix/>
          </a:blip>
          <a:srcRect b="0" l="0" r="0" t="0"/>
          <a:stretch/>
        </p:blipFill>
        <p:spPr>
          <a:xfrm>
            <a:off x="541337" y="1600200"/>
            <a:ext cx="8059737" cy="3371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60"/>
                                        </p:tgtEl>
                                        <p:attrNameLst>
                                          <p:attrName>style.visibility</p:attrName>
                                        </p:attrNameLst>
                                      </p:cBhvr>
                                      <p:to>
                                        <p:strVal val="visible"/>
                                      </p:to>
                                    </p:set>
                                    <p:animEffect filter="fade" transition="in">
                                      <p:cBhvr>
                                        <p:cTn dur="500"/>
                                        <p:tgtEl>
                                          <p:spTgt spid="1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4" name="Shape 1364"/>
        <p:cNvGrpSpPr/>
        <p:nvPr/>
      </p:nvGrpSpPr>
      <p:grpSpPr>
        <a:xfrm>
          <a:off x="0" y="0"/>
          <a:ext cx="0" cy="0"/>
          <a:chOff x="0" y="0"/>
          <a:chExt cx="0" cy="0"/>
        </a:xfrm>
      </p:grpSpPr>
      <p:sp>
        <p:nvSpPr>
          <p:cNvPr id="1365" name="Google Shape;1365;p34"/>
          <p:cNvSpPr/>
          <p:nvPr>
            <p:ph type="title"/>
          </p:nvPr>
        </p:nvSpPr>
        <p:spPr>
          <a:xfrm>
            <a:off x="274637" y="277812"/>
            <a:ext cx="8688387"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Koll Business Center—Partial Network</a:t>
            </a:r>
            <a:endParaRPr/>
          </a:p>
        </p:txBody>
      </p:sp>
      <p:sp>
        <p:nvSpPr>
          <p:cNvPr id="1366" name="Google Shape;1366;p34"/>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6.3</a:t>
            </a:r>
            <a:endParaRPr b="0" i="0" sz="1400" u="none" cap="none" strike="noStrike">
              <a:solidFill>
                <a:srgbClr val="000000"/>
              </a:solidFill>
              <a:latin typeface="Arial"/>
              <a:ea typeface="Arial"/>
              <a:cs typeface="Arial"/>
              <a:sym typeface="Arial"/>
            </a:endParaRPr>
          </a:p>
        </p:txBody>
      </p:sp>
      <p:pic>
        <p:nvPicPr>
          <p:cNvPr id="1367" name="Google Shape;1367;p34"/>
          <p:cNvPicPr preferRelativeResize="0"/>
          <p:nvPr/>
        </p:nvPicPr>
        <p:blipFill rotWithShape="1">
          <a:blip r:embed="rId3">
            <a:alphaModFix/>
          </a:blip>
          <a:srcRect b="0" l="0" r="0" t="0"/>
          <a:stretch/>
        </p:blipFill>
        <p:spPr>
          <a:xfrm>
            <a:off x="2709862" y="1235075"/>
            <a:ext cx="3724275" cy="4938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67"/>
                                        </p:tgtEl>
                                        <p:attrNameLst>
                                          <p:attrName>style.visibility</p:attrName>
                                        </p:attrNameLst>
                                      </p:cBhvr>
                                      <p:to>
                                        <p:strVal val="visible"/>
                                      </p:to>
                                    </p:set>
                                    <p:animEffect filter="fade" transition="in">
                                      <p:cBhvr>
                                        <p:cTn dur="500"/>
                                        <p:tgtEl>
                                          <p:spTgt spid="13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1" name="Shape 1371"/>
        <p:cNvGrpSpPr/>
        <p:nvPr/>
      </p:nvGrpSpPr>
      <p:grpSpPr>
        <a:xfrm>
          <a:off x="0" y="0"/>
          <a:ext cx="0" cy="0"/>
          <a:chOff x="0" y="0"/>
          <a:chExt cx="0" cy="0"/>
        </a:xfrm>
      </p:grpSpPr>
      <p:pic>
        <p:nvPicPr>
          <p:cNvPr id="1372" name="Google Shape;1372;p35"/>
          <p:cNvPicPr preferRelativeResize="0"/>
          <p:nvPr/>
        </p:nvPicPr>
        <p:blipFill rotWithShape="1">
          <a:blip r:embed="rId3">
            <a:alphaModFix/>
          </a:blip>
          <a:srcRect b="0" l="0" r="0" t="0"/>
          <a:stretch/>
        </p:blipFill>
        <p:spPr>
          <a:xfrm>
            <a:off x="731837" y="1143000"/>
            <a:ext cx="7680325" cy="4899025"/>
          </a:xfrm>
          <a:prstGeom prst="rect">
            <a:avLst/>
          </a:prstGeom>
          <a:noFill/>
          <a:ln>
            <a:noFill/>
          </a:ln>
        </p:spPr>
      </p:pic>
      <p:sp>
        <p:nvSpPr>
          <p:cNvPr id="1373" name="Google Shape;1373;p35"/>
          <p:cNvSpPr/>
          <p:nvPr>
            <p:ph type="title"/>
          </p:nvPr>
        </p:nvSpPr>
        <p:spPr>
          <a:xfrm>
            <a:off x="0" y="277812"/>
            <a:ext cx="9144000"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Koll Business Center—Complete Network</a:t>
            </a:r>
            <a:endParaRPr/>
          </a:p>
        </p:txBody>
      </p:sp>
      <p:sp>
        <p:nvSpPr>
          <p:cNvPr id="1374" name="Google Shape;1374;p35"/>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6.4</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72"/>
                                        </p:tgtEl>
                                        <p:attrNameLst>
                                          <p:attrName>style.visibility</p:attrName>
                                        </p:attrNameLst>
                                      </p:cBhvr>
                                      <p:to>
                                        <p:strVal val="visible"/>
                                      </p:to>
                                    </p:set>
                                    <p:animEffect filter="fade" transition="in">
                                      <p:cBhvr>
                                        <p:cTn dur="500"/>
                                        <p:tgtEl>
                                          <p:spTgt spid="13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8" name="Shape 1378"/>
        <p:cNvGrpSpPr/>
        <p:nvPr/>
      </p:nvGrpSpPr>
      <p:grpSpPr>
        <a:xfrm>
          <a:off x="0" y="0"/>
          <a:ext cx="0" cy="0"/>
          <a:chOff x="0" y="0"/>
          <a:chExt cx="0" cy="0"/>
        </a:xfrm>
      </p:grpSpPr>
      <p:sp>
        <p:nvSpPr>
          <p:cNvPr id="1379" name="Google Shape;1379;p36"/>
          <p:cNvSpPr/>
          <p:nvPr>
            <p:ph type="title"/>
          </p:nvPr>
        </p:nvSpPr>
        <p:spPr>
          <a:xfrm>
            <a:off x="457200" y="136525"/>
            <a:ext cx="8229600" cy="7921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Network Computation Process</a:t>
            </a:r>
            <a:endParaRPr/>
          </a:p>
        </p:txBody>
      </p:sp>
      <p:sp>
        <p:nvSpPr>
          <p:cNvPr id="1380" name="Google Shape;1380;p36"/>
          <p:cNvSpPr txBox="1"/>
          <p:nvPr>
            <p:ph idx="1" type="body"/>
          </p:nvPr>
        </p:nvSpPr>
        <p:spPr>
          <a:xfrm>
            <a:off x="274637" y="1050925"/>
            <a:ext cx="8504237" cy="5121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Forward Pass—Earliest Times</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soon can the activity start? (early start—ES)</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soon can the activity finish? (early finish—EF)</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soon can the project finish? (expected time—ET)</a:t>
            </a:r>
            <a:endParaRPr/>
          </a:p>
          <a:p>
            <a:pPr indent="-342900" lvl="0" marL="342900" marR="0" rtl="0" algn="l">
              <a:lnSpc>
                <a:spcPct val="100000"/>
              </a:lnSpc>
              <a:spcBef>
                <a:spcPts val="600"/>
              </a:spcBef>
              <a:spcAft>
                <a:spcPts val="0"/>
              </a:spcAft>
              <a:buClr>
                <a:schemeClr val="dk1"/>
              </a:buClr>
              <a:buSzPts val="2000"/>
              <a:buFont typeface="Garamond"/>
              <a:buChar char="•"/>
            </a:pPr>
            <a:r>
              <a:rPr b="0" i="0" lang="en-US" sz="2000" u="none" cap="none" strike="noStrike">
                <a:solidFill>
                  <a:schemeClr val="dk1"/>
                </a:solidFill>
                <a:latin typeface="Garamond"/>
                <a:ea typeface="Garamond"/>
                <a:cs typeface="Garamond"/>
                <a:sym typeface="Garamond"/>
              </a:rPr>
              <a:t>Backward Pass—Latest Times</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late can the activity start? (late start—LS)</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late can the activity finish? (late finish—LF)</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Which activities represent the critical path?</a:t>
            </a:r>
            <a:endParaRPr/>
          </a:p>
          <a:p>
            <a:pPr indent="-285750" lvl="1" marL="742950" marR="0" rtl="0" algn="l">
              <a:lnSpc>
                <a:spcPct val="100000"/>
              </a:lnSpc>
              <a:spcBef>
                <a:spcPts val="660"/>
              </a:spcBef>
              <a:spcAft>
                <a:spcPts val="0"/>
              </a:spcAft>
              <a:buClr>
                <a:schemeClr val="dk1"/>
              </a:buClr>
              <a:buSzPts val="2200"/>
              <a:buFont typeface="Garamond"/>
              <a:buChar char="–"/>
            </a:pPr>
            <a:r>
              <a:rPr b="0" i="0" lang="en-US" sz="2200" u="none" cap="none" strike="noStrike">
                <a:solidFill>
                  <a:schemeClr val="dk1"/>
                </a:solidFill>
                <a:latin typeface="Garamond"/>
                <a:ea typeface="Garamond"/>
                <a:cs typeface="Garamond"/>
                <a:sym typeface="Garamond"/>
              </a:rPr>
              <a:t>How long can it be delayed? (slack or float—SL)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4" name="Shape 1384"/>
        <p:cNvGrpSpPr/>
        <p:nvPr/>
      </p:nvGrpSpPr>
      <p:grpSpPr>
        <a:xfrm>
          <a:off x="0" y="0"/>
          <a:ext cx="0" cy="0"/>
          <a:chOff x="0" y="0"/>
          <a:chExt cx="0" cy="0"/>
        </a:xfrm>
      </p:grpSpPr>
      <p:sp>
        <p:nvSpPr>
          <p:cNvPr id="1385" name="Google Shape;1385;p37"/>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Network Information</a:t>
            </a:r>
            <a:endParaRPr/>
          </a:p>
        </p:txBody>
      </p:sp>
      <p:sp>
        <p:nvSpPr>
          <p:cNvPr id="1386" name="Google Shape;1386;p37"/>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TABLE 6.2</a:t>
            </a:r>
            <a:endParaRPr b="0" i="0" sz="1400" u="none" cap="none" strike="noStrike">
              <a:solidFill>
                <a:srgbClr val="000000"/>
              </a:solidFill>
              <a:latin typeface="Arial"/>
              <a:ea typeface="Arial"/>
              <a:cs typeface="Arial"/>
              <a:sym typeface="Arial"/>
            </a:endParaRPr>
          </a:p>
        </p:txBody>
      </p:sp>
      <p:pic>
        <p:nvPicPr>
          <p:cNvPr id="1387" name="Google Shape;1387;p37"/>
          <p:cNvPicPr preferRelativeResize="0"/>
          <p:nvPr/>
        </p:nvPicPr>
        <p:blipFill rotWithShape="1">
          <a:blip r:embed="rId3">
            <a:alphaModFix/>
          </a:blip>
          <a:srcRect b="0" l="0" r="0" t="0"/>
          <a:stretch/>
        </p:blipFill>
        <p:spPr>
          <a:xfrm>
            <a:off x="547687" y="1600200"/>
            <a:ext cx="8047037" cy="3352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1" name="Shape 1391"/>
        <p:cNvGrpSpPr/>
        <p:nvPr/>
      </p:nvGrpSpPr>
      <p:grpSpPr>
        <a:xfrm>
          <a:off x="0" y="0"/>
          <a:ext cx="0" cy="0"/>
          <a:chOff x="0" y="0"/>
          <a:chExt cx="0" cy="0"/>
        </a:xfrm>
      </p:grpSpPr>
      <p:pic>
        <p:nvPicPr>
          <p:cNvPr id="1392" name="Google Shape;1392;p38"/>
          <p:cNvPicPr preferRelativeResize="0"/>
          <p:nvPr/>
        </p:nvPicPr>
        <p:blipFill rotWithShape="1">
          <a:blip r:embed="rId3">
            <a:alphaModFix/>
          </a:blip>
          <a:srcRect b="0" l="0" r="0" t="0"/>
          <a:stretch/>
        </p:blipFill>
        <p:spPr>
          <a:xfrm>
            <a:off x="828675" y="1584325"/>
            <a:ext cx="7485062" cy="4587875"/>
          </a:xfrm>
          <a:prstGeom prst="rect">
            <a:avLst/>
          </a:prstGeom>
          <a:noFill/>
          <a:ln>
            <a:noFill/>
          </a:ln>
        </p:spPr>
      </p:pic>
      <p:sp>
        <p:nvSpPr>
          <p:cNvPr id="1393" name="Google Shape;1393;p38"/>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Activity-on-Node Network</a:t>
            </a:r>
            <a:endParaRPr/>
          </a:p>
        </p:txBody>
      </p:sp>
      <p:sp>
        <p:nvSpPr>
          <p:cNvPr id="1394" name="Google Shape;1394;p38"/>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6.5</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500"/>
                                        <p:tgtEl>
                                          <p:spTgt spid="1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8" name="Shape 1398"/>
        <p:cNvGrpSpPr/>
        <p:nvPr/>
      </p:nvGrpSpPr>
      <p:grpSpPr>
        <a:xfrm>
          <a:off x="0" y="0"/>
          <a:ext cx="0" cy="0"/>
          <a:chOff x="0" y="0"/>
          <a:chExt cx="0" cy="0"/>
        </a:xfrm>
      </p:grpSpPr>
      <p:sp>
        <p:nvSpPr>
          <p:cNvPr id="1399" name="Google Shape;1399;p39"/>
          <p:cNvSpPr/>
          <p:nvPr>
            <p:ph type="title"/>
          </p:nvPr>
        </p:nvSpPr>
        <p:spPr>
          <a:xfrm>
            <a:off x="274637" y="277812"/>
            <a:ext cx="8504237"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Activity-on-Node Network Forward Pass</a:t>
            </a:r>
            <a:endParaRPr/>
          </a:p>
        </p:txBody>
      </p:sp>
      <p:sp>
        <p:nvSpPr>
          <p:cNvPr id="1400" name="Google Shape;1400;p39"/>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6.6</a:t>
            </a:r>
            <a:endParaRPr b="0" i="0" sz="1400" u="none" cap="none" strike="noStrike">
              <a:solidFill>
                <a:srgbClr val="000000"/>
              </a:solidFill>
              <a:latin typeface="Arial"/>
              <a:ea typeface="Arial"/>
              <a:cs typeface="Arial"/>
              <a:sym typeface="Arial"/>
            </a:endParaRPr>
          </a:p>
        </p:txBody>
      </p:sp>
      <p:pic>
        <p:nvPicPr>
          <p:cNvPr id="1401" name="Google Shape;1401;p39"/>
          <p:cNvPicPr preferRelativeResize="0"/>
          <p:nvPr/>
        </p:nvPicPr>
        <p:blipFill rotWithShape="1">
          <a:blip r:embed="rId3">
            <a:alphaModFix/>
          </a:blip>
          <a:srcRect b="0" l="0" r="0" t="0"/>
          <a:stretch/>
        </p:blipFill>
        <p:spPr>
          <a:xfrm>
            <a:off x="752475" y="1660525"/>
            <a:ext cx="7637462" cy="4511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500"/>
                                        <p:tgtEl>
                                          <p:spTgt spid="1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05" name="Shape 1405"/>
        <p:cNvGrpSpPr/>
        <p:nvPr/>
      </p:nvGrpSpPr>
      <p:grpSpPr>
        <a:xfrm>
          <a:off x="0" y="0"/>
          <a:ext cx="0" cy="0"/>
          <a:chOff x="0" y="0"/>
          <a:chExt cx="0" cy="0"/>
        </a:xfrm>
      </p:grpSpPr>
      <p:sp>
        <p:nvSpPr>
          <p:cNvPr id="1406" name="Google Shape;1406;p40"/>
          <p:cNvSpPr/>
          <p:nvPr>
            <p:ph type="title"/>
          </p:nvPr>
        </p:nvSpPr>
        <p:spPr>
          <a:xfrm>
            <a:off x="685800" y="609600"/>
            <a:ext cx="7772400"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Forward Pass Computation</a:t>
            </a:r>
            <a:endParaRPr/>
          </a:p>
        </p:txBody>
      </p:sp>
      <p:sp>
        <p:nvSpPr>
          <p:cNvPr id="1407" name="Google Shape;1407;p40"/>
          <p:cNvSpPr txBox="1"/>
          <p:nvPr>
            <p:ph idx="1" type="body"/>
          </p:nvPr>
        </p:nvSpPr>
        <p:spPr>
          <a:xfrm>
            <a:off x="685800" y="2070100"/>
            <a:ext cx="7772400" cy="4025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Add activity times along each path in the network (ES + Duration = EF).</a:t>
            </a:r>
            <a:endParaRPr/>
          </a:p>
          <a:p>
            <a:pPr indent="-342900" lvl="0" marL="342900" marR="0" rtl="0" algn="l">
              <a:lnSpc>
                <a:spcPct val="100000"/>
              </a:lnSpc>
              <a:spcBef>
                <a:spcPts val="140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Carry the early finish (EF) to the next activity where it becomes its early start (ES) </a:t>
            </a:r>
            <a:r>
              <a:rPr b="1" i="1" lang="en-US" sz="2800" u="none" cap="none" strike="noStrike">
                <a:solidFill>
                  <a:schemeClr val="dk1"/>
                </a:solidFill>
                <a:latin typeface="Garamond"/>
                <a:ea typeface="Garamond"/>
                <a:cs typeface="Garamond"/>
                <a:sym typeface="Garamond"/>
              </a:rPr>
              <a:t>unless…</a:t>
            </a:r>
            <a:endParaRPr/>
          </a:p>
          <a:p>
            <a:pPr indent="-342900" lvl="0" marL="342900" marR="0" rtl="0" algn="l">
              <a:lnSpc>
                <a:spcPct val="100000"/>
              </a:lnSpc>
              <a:spcBef>
                <a:spcPts val="140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The next succeeding activity is a merge activity, in which case the largest EF of all preceding activities is selected.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1" name="Shape 1411"/>
        <p:cNvGrpSpPr/>
        <p:nvPr/>
      </p:nvGrpSpPr>
      <p:grpSpPr>
        <a:xfrm>
          <a:off x="0" y="0"/>
          <a:ext cx="0" cy="0"/>
          <a:chOff x="0" y="0"/>
          <a:chExt cx="0" cy="0"/>
        </a:xfrm>
      </p:grpSpPr>
      <p:sp>
        <p:nvSpPr>
          <p:cNvPr id="1412" name="Google Shape;1412;p41"/>
          <p:cNvSpPr/>
          <p:nvPr>
            <p:ph type="title"/>
          </p:nvPr>
        </p:nvSpPr>
        <p:spPr>
          <a:xfrm>
            <a:off x="182562" y="277812"/>
            <a:ext cx="8869362"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Activity-on-Node Network Backward Pass</a:t>
            </a:r>
            <a:endParaRPr/>
          </a:p>
        </p:txBody>
      </p:sp>
      <p:sp>
        <p:nvSpPr>
          <p:cNvPr id="1413" name="Google Shape;1413;p41"/>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6.7</a:t>
            </a:r>
            <a:endParaRPr b="0" i="0" sz="1400" u="none" cap="none" strike="noStrike">
              <a:solidFill>
                <a:srgbClr val="000000"/>
              </a:solidFill>
              <a:latin typeface="Arial"/>
              <a:ea typeface="Arial"/>
              <a:cs typeface="Arial"/>
              <a:sym typeface="Arial"/>
            </a:endParaRPr>
          </a:p>
        </p:txBody>
      </p:sp>
      <p:pic>
        <p:nvPicPr>
          <p:cNvPr id="1414" name="Google Shape;1414;p41"/>
          <p:cNvPicPr preferRelativeResize="0"/>
          <p:nvPr/>
        </p:nvPicPr>
        <p:blipFill rotWithShape="1">
          <a:blip r:embed="rId3">
            <a:alphaModFix/>
          </a:blip>
          <a:srcRect b="0" l="0" r="0" t="0"/>
          <a:stretch/>
        </p:blipFill>
        <p:spPr>
          <a:xfrm>
            <a:off x="654050" y="1235075"/>
            <a:ext cx="7835900" cy="4625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14"/>
                                        </p:tgtEl>
                                        <p:attrNameLst>
                                          <p:attrName>style.visibility</p:attrName>
                                        </p:attrNameLst>
                                      </p:cBhvr>
                                      <p:to>
                                        <p:strVal val="visible"/>
                                      </p:to>
                                    </p:set>
                                    <p:animEffect filter="fade" transition="in">
                                      <p:cBhvr>
                                        <p:cTn dur="500"/>
                                        <p:tgtEl>
                                          <p:spTgt spid="1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8" name="Shape 1418"/>
        <p:cNvGrpSpPr/>
        <p:nvPr/>
      </p:nvGrpSpPr>
      <p:grpSpPr>
        <a:xfrm>
          <a:off x="0" y="0"/>
          <a:ext cx="0" cy="0"/>
          <a:chOff x="0" y="0"/>
          <a:chExt cx="0" cy="0"/>
        </a:xfrm>
      </p:grpSpPr>
      <p:sp>
        <p:nvSpPr>
          <p:cNvPr id="1419" name="Google Shape;1419;p42"/>
          <p:cNvSpPr/>
          <p:nvPr>
            <p:ph type="title"/>
          </p:nvPr>
        </p:nvSpPr>
        <p:spPr>
          <a:xfrm>
            <a:off x="685800" y="609600"/>
            <a:ext cx="7772400"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Backward Pass Computation</a:t>
            </a:r>
            <a:endParaRPr/>
          </a:p>
        </p:txBody>
      </p:sp>
      <p:sp>
        <p:nvSpPr>
          <p:cNvPr id="1420" name="Google Shape;1420;p42"/>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Subtract activity times along each path in the network (LF - Duration = LS).</a:t>
            </a:r>
            <a:endParaRPr/>
          </a:p>
          <a:p>
            <a:pPr indent="-342900" lvl="0" marL="342900" marR="0" rtl="0" algn="l">
              <a:lnSpc>
                <a:spcPct val="100000"/>
              </a:lnSpc>
              <a:spcBef>
                <a:spcPts val="140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Carry the late start (LS) to the next activity where it becomes its late finish (LF) </a:t>
            </a:r>
            <a:r>
              <a:rPr b="1" i="1" lang="en-US" sz="2800" u="none" cap="none" strike="noStrike">
                <a:solidFill>
                  <a:schemeClr val="dk1"/>
                </a:solidFill>
                <a:latin typeface="Garamond"/>
                <a:ea typeface="Garamond"/>
                <a:cs typeface="Garamond"/>
                <a:sym typeface="Garamond"/>
              </a:rPr>
              <a:t>unless...</a:t>
            </a:r>
            <a:endParaRPr/>
          </a:p>
          <a:p>
            <a:pPr indent="-342900" lvl="0" marL="342900" marR="0" rtl="0" algn="l">
              <a:lnSpc>
                <a:spcPct val="100000"/>
              </a:lnSpc>
              <a:spcBef>
                <a:spcPts val="1400"/>
              </a:spcBef>
              <a:spcAft>
                <a:spcPts val="0"/>
              </a:spcAft>
              <a:buClr>
                <a:schemeClr val="dk1"/>
              </a:buClr>
              <a:buSzPts val="2800"/>
              <a:buFont typeface="Garamond"/>
              <a:buChar char="•"/>
            </a:pPr>
            <a:r>
              <a:rPr b="0" i="0" lang="en-US" sz="2800" u="none" cap="none" strike="noStrike">
                <a:solidFill>
                  <a:schemeClr val="dk1"/>
                </a:solidFill>
                <a:latin typeface="Garamond"/>
                <a:ea typeface="Garamond"/>
                <a:cs typeface="Garamond"/>
                <a:sym typeface="Garamond"/>
              </a:rPr>
              <a:t>The next succeeding activity is a burst activity, in which case the smallest LF of all preceding activities is selected.</a:t>
            </a:r>
            <a:endParaRPr/>
          </a:p>
          <a:p>
            <a:pPr indent="-165100" lvl="0" marL="342900" marR="0" rtl="0" algn="l">
              <a:lnSpc>
                <a:spcPct val="100000"/>
              </a:lnSpc>
              <a:spcBef>
                <a:spcPts val="560"/>
              </a:spcBef>
              <a:spcAft>
                <a:spcPts val="0"/>
              </a:spcAft>
              <a:buClr>
                <a:schemeClr val="dk1"/>
              </a:buClr>
              <a:buSzPts val="2800"/>
              <a:buFont typeface="Garamond"/>
              <a:buNone/>
            </a:pPr>
            <a:r>
              <a:t/>
            </a:r>
            <a:endParaRPr b="0" i="0" sz="2800" u="none">
              <a:solidFill>
                <a:schemeClr val="dk1"/>
              </a:solidFill>
              <a:latin typeface="Garamond"/>
              <a:ea typeface="Garamond"/>
              <a:cs typeface="Garamond"/>
              <a:sym typeface="Garamo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4" name="Shape 1424"/>
        <p:cNvGrpSpPr/>
        <p:nvPr/>
      </p:nvGrpSpPr>
      <p:grpSpPr>
        <a:xfrm>
          <a:off x="0" y="0"/>
          <a:ext cx="0" cy="0"/>
          <a:chOff x="0" y="0"/>
          <a:chExt cx="0" cy="0"/>
        </a:xfrm>
      </p:grpSpPr>
      <p:sp>
        <p:nvSpPr>
          <p:cNvPr id="1425" name="Google Shape;1425;p43"/>
          <p:cNvSpPr/>
          <p:nvPr>
            <p:ph type="title"/>
          </p:nvPr>
        </p:nvSpPr>
        <p:spPr>
          <a:xfrm>
            <a:off x="685800" y="609600"/>
            <a:ext cx="7772400"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Determining Slack (or Float)</a:t>
            </a:r>
            <a:endParaRPr/>
          </a:p>
        </p:txBody>
      </p:sp>
      <p:sp>
        <p:nvSpPr>
          <p:cNvPr id="1426" name="Google Shape;1426;p4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a:solidFill>
                  <a:schemeClr val="dk1"/>
                </a:solidFill>
                <a:latin typeface="Garamond"/>
                <a:ea typeface="Garamond"/>
                <a:cs typeface="Garamond"/>
                <a:sym typeface="Garamond"/>
              </a:rPr>
              <a:t>Free Slack (or Float)</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The amount of time an activity can be delayed without delaying connected successor activities</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a:solidFill>
                  <a:schemeClr val="dk1"/>
                </a:solidFill>
                <a:latin typeface="Garamond"/>
                <a:ea typeface="Garamond"/>
                <a:cs typeface="Garamond"/>
                <a:sym typeface="Garamond"/>
              </a:rPr>
              <a:t>Total Slack</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The amount of time an activity can be delayed without delaying the entire project</a:t>
            </a:r>
            <a:endParaRPr/>
          </a:p>
          <a:p>
            <a:pPr indent="-342900" lvl="0" marL="342900" marR="0" rtl="0" algn="l">
              <a:lnSpc>
                <a:spcPct val="100000"/>
              </a:lnSpc>
              <a:spcBef>
                <a:spcPts val="560"/>
              </a:spcBef>
              <a:spcAft>
                <a:spcPts val="0"/>
              </a:spcAft>
              <a:buClr>
                <a:schemeClr val="dk1"/>
              </a:buClr>
              <a:buSzPts val="2800"/>
              <a:buFont typeface="Garamond"/>
              <a:buChar char="•"/>
            </a:pPr>
            <a:r>
              <a:rPr b="0" i="0" lang="en-US" sz="2800" u="none">
                <a:solidFill>
                  <a:schemeClr val="dk1"/>
                </a:solidFill>
                <a:latin typeface="Garamond"/>
                <a:ea typeface="Garamond"/>
                <a:cs typeface="Garamond"/>
                <a:sym typeface="Garamond"/>
              </a:rPr>
              <a:t>The critical path is the network path(s) that has (have) the least slack in common.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0" name="Shape 1430"/>
        <p:cNvGrpSpPr/>
        <p:nvPr/>
      </p:nvGrpSpPr>
      <p:grpSpPr>
        <a:xfrm>
          <a:off x="0" y="0"/>
          <a:ext cx="0" cy="0"/>
          <a:chOff x="0" y="0"/>
          <a:chExt cx="0" cy="0"/>
        </a:xfrm>
      </p:grpSpPr>
      <p:sp>
        <p:nvSpPr>
          <p:cNvPr id="1431" name="Google Shape;1431;p44"/>
          <p:cNvSpPr/>
          <p:nvPr>
            <p:ph type="title"/>
          </p:nvPr>
        </p:nvSpPr>
        <p:spPr>
          <a:xfrm>
            <a:off x="685800" y="609600"/>
            <a:ext cx="7772400"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Sensitivity of a Network</a:t>
            </a:r>
            <a:endParaRPr/>
          </a:p>
        </p:txBody>
      </p:sp>
      <p:sp>
        <p:nvSpPr>
          <p:cNvPr id="1432" name="Google Shape;1432;p44"/>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Garamond"/>
              <a:buChar char="•"/>
            </a:pPr>
            <a:r>
              <a:rPr b="0" i="0" lang="en-US" sz="2800" u="none">
                <a:solidFill>
                  <a:schemeClr val="dk1"/>
                </a:solidFill>
                <a:latin typeface="Garamond"/>
                <a:ea typeface="Garamond"/>
                <a:cs typeface="Garamond"/>
                <a:sym typeface="Garamond"/>
              </a:rPr>
              <a:t>The likelihood the original critical path(s) will change once the project is initiated.</a:t>
            </a:r>
            <a:endParaRPr/>
          </a:p>
          <a:p>
            <a:pPr indent="-285750" lvl="1" marL="742950" marR="0" rtl="0" algn="l">
              <a:lnSpc>
                <a:spcPct val="100000"/>
              </a:lnSpc>
              <a:spcBef>
                <a:spcPts val="480"/>
              </a:spcBef>
              <a:spcAft>
                <a:spcPts val="0"/>
              </a:spcAft>
              <a:buClr>
                <a:schemeClr val="dk1"/>
              </a:buClr>
              <a:buSzPts val="2400"/>
              <a:buFont typeface="Garamond"/>
              <a:buChar char="–"/>
            </a:pPr>
            <a:r>
              <a:rPr b="1" i="0" lang="en-US" sz="2400" u="none" cap="none" strike="noStrike">
                <a:solidFill>
                  <a:schemeClr val="dk1"/>
                </a:solidFill>
                <a:latin typeface="Garamond"/>
                <a:ea typeface="Garamond"/>
                <a:cs typeface="Garamond"/>
                <a:sym typeface="Garamond"/>
              </a:rPr>
              <a:t>Function of:</a:t>
            </a:r>
            <a:endParaRPr/>
          </a:p>
          <a:p>
            <a:pPr indent="-228600" lvl="2" marL="1143000" marR="0" rtl="0" algn="l">
              <a:lnSpc>
                <a:spcPct val="100000"/>
              </a:lnSpc>
              <a:spcBef>
                <a:spcPts val="480"/>
              </a:spcBef>
              <a:spcAft>
                <a:spcPts val="0"/>
              </a:spcAft>
              <a:buClr>
                <a:schemeClr val="dk1"/>
              </a:buClr>
              <a:buSzPts val="2400"/>
              <a:buFont typeface="Garamond"/>
              <a:buChar char="•"/>
            </a:pPr>
            <a:r>
              <a:rPr b="1" i="0" lang="en-US" sz="2400" u="none" cap="none" strike="noStrike">
                <a:solidFill>
                  <a:schemeClr val="dk1"/>
                </a:solidFill>
                <a:latin typeface="Garamond"/>
                <a:ea typeface="Garamond"/>
                <a:cs typeface="Garamond"/>
                <a:sym typeface="Garamond"/>
              </a:rPr>
              <a:t>The number of critical paths</a:t>
            </a:r>
            <a:endParaRPr/>
          </a:p>
          <a:p>
            <a:pPr indent="-228600" lvl="2" marL="1143000" marR="0" rtl="0" algn="l">
              <a:lnSpc>
                <a:spcPct val="100000"/>
              </a:lnSpc>
              <a:spcBef>
                <a:spcPts val="480"/>
              </a:spcBef>
              <a:spcAft>
                <a:spcPts val="0"/>
              </a:spcAft>
              <a:buClr>
                <a:schemeClr val="dk1"/>
              </a:buClr>
              <a:buSzPts val="2400"/>
              <a:buFont typeface="Garamond"/>
              <a:buChar char="•"/>
            </a:pPr>
            <a:r>
              <a:rPr b="1" i="0" lang="en-US" sz="2400" u="none" cap="none" strike="noStrike">
                <a:solidFill>
                  <a:schemeClr val="dk1"/>
                </a:solidFill>
                <a:latin typeface="Garamond"/>
                <a:ea typeface="Garamond"/>
                <a:cs typeface="Garamond"/>
                <a:sym typeface="Garamond"/>
              </a:rPr>
              <a:t>The amount of slack across near critical activities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6" name="Shape 1436"/>
        <p:cNvGrpSpPr/>
        <p:nvPr/>
      </p:nvGrpSpPr>
      <p:grpSpPr>
        <a:xfrm>
          <a:off x="0" y="0"/>
          <a:ext cx="0" cy="0"/>
          <a:chOff x="0" y="0"/>
          <a:chExt cx="0" cy="0"/>
        </a:xfrm>
      </p:grpSpPr>
      <p:sp>
        <p:nvSpPr>
          <p:cNvPr id="1437" name="Google Shape;1437;p45"/>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Activity-on-Node Network with Slack</a:t>
            </a:r>
            <a:endParaRPr/>
          </a:p>
        </p:txBody>
      </p:sp>
      <p:sp>
        <p:nvSpPr>
          <p:cNvPr id="1438" name="Google Shape;1438;p45"/>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6.8</a:t>
            </a:r>
            <a:endParaRPr b="0" i="0" sz="1400" u="none" cap="none" strike="noStrike">
              <a:solidFill>
                <a:srgbClr val="000000"/>
              </a:solidFill>
              <a:latin typeface="Arial"/>
              <a:ea typeface="Arial"/>
              <a:cs typeface="Arial"/>
              <a:sym typeface="Arial"/>
            </a:endParaRPr>
          </a:p>
        </p:txBody>
      </p:sp>
      <p:pic>
        <p:nvPicPr>
          <p:cNvPr id="1439" name="Google Shape;1439;p45"/>
          <p:cNvPicPr preferRelativeResize="0"/>
          <p:nvPr/>
        </p:nvPicPr>
        <p:blipFill rotWithShape="1">
          <a:blip r:embed="rId3">
            <a:alphaModFix/>
          </a:blip>
          <a:srcRect b="0" l="0" r="0" t="0"/>
          <a:stretch/>
        </p:blipFill>
        <p:spPr>
          <a:xfrm>
            <a:off x="638175" y="1812925"/>
            <a:ext cx="7867650" cy="4664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39"/>
                                        </p:tgtEl>
                                        <p:attrNameLst>
                                          <p:attrName>style.visibility</p:attrName>
                                        </p:attrNameLst>
                                      </p:cBhvr>
                                      <p:to>
                                        <p:strVal val="visible"/>
                                      </p:to>
                                    </p:set>
                                    <p:animEffect filter="fade" transition="in">
                                      <p:cBhvr>
                                        <p:cTn dur="500"/>
                                        <p:tgtEl>
                                          <p:spTgt spid="14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43" name="Shape 1443"/>
        <p:cNvGrpSpPr/>
        <p:nvPr/>
      </p:nvGrpSpPr>
      <p:grpSpPr>
        <a:xfrm>
          <a:off x="0" y="0"/>
          <a:ext cx="0" cy="0"/>
          <a:chOff x="0" y="0"/>
          <a:chExt cx="0" cy="0"/>
        </a:xfrm>
      </p:grpSpPr>
      <p:sp>
        <p:nvSpPr>
          <p:cNvPr id="1444" name="Google Shape;1444;p46"/>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Illogical Loop</a:t>
            </a:r>
            <a:endParaRPr/>
          </a:p>
        </p:txBody>
      </p:sp>
      <p:sp>
        <p:nvSpPr>
          <p:cNvPr id="1445" name="Google Shape;1445;p46"/>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6.9</a:t>
            </a:r>
            <a:endParaRPr b="0" i="0" sz="1400" u="none" cap="none" strike="noStrike">
              <a:solidFill>
                <a:srgbClr val="000000"/>
              </a:solidFill>
              <a:latin typeface="Arial"/>
              <a:ea typeface="Arial"/>
              <a:cs typeface="Arial"/>
              <a:sym typeface="Arial"/>
            </a:endParaRPr>
          </a:p>
        </p:txBody>
      </p:sp>
      <p:pic>
        <p:nvPicPr>
          <p:cNvPr id="1446" name="Google Shape;1446;p46"/>
          <p:cNvPicPr preferRelativeResize="0"/>
          <p:nvPr/>
        </p:nvPicPr>
        <p:blipFill rotWithShape="1">
          <a:blip r:embed="rId3">
            <a:alphaModFix/>
          </a:blip>
          <a:srcRect b="0" l="0" r="0" t="0"/>
          <a:stretch/>
        </p:blipFill>
        <p:spPr>
          <a:xfrm>
            <a:off x="2305050" y="1874837"/>
            <a:ext cx="4735512" cy="374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446"/>
                                        </p:tgtEl>
                                        <p:attrNameLst>
                                          <p:attrName>style.visibility</p:attrName>
                                        </p:attrNameLst>
                                      </p:cBhvr>
                                      <p:to>
                                        <p:strVal val="visible"/>
                                      </p:to>
                                    </p:set>
                                    <p:anim calcmode="lin" valueType="num">
                                      <p:cBhvr additive="base">
                                        <p:cTn dur="500"/>
                                        <p:tgtEl>
                                          <p:spTgt spid="1446"/>
                                        </p:tgtEl>
                                        <p:attrNameLst>
                                          <p:attrName>ppt_w</p:attrName>
                                        </p:attrNameLst>
                                      </p:cBhvr>
                                      <p:tavLst>
                                        <p:tav fmla="" tm="0">
                                          <p:val>
                                            <p:strVal val="0"/>
                                          </p:val>
                                        </p:tav>
                                        <p:tav fmla="" tm="100000">
                                          <p:val>
                                            <p:strVal val="#ppt_w"/>
                                          </p:val>
                                        </p:tav>
                                      </p:tavLst>
                                    </p:anim>
                                    <p:anim calcmode="lin" valueType="num">
                                      <p:cBhvr additive="base">
                                        <p:cTn dur="500"/>
                                        <p:tgtEl>
                                          <p:spTgt spid="144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0" name="Shape 1450"/>
        <p:cNvGrpSpPr/>
        <p:nvPr/>
      </p:nvGrpSpPr>
      <p:grpSpPr>
        <a:xfrm>
          <a:off x="0" y="0"/>
          <a:ext cx="0" cy="0"/>
          <a:chOff x="0" y="0"/>
          <a:chExt cx="0" cy="0"/>
        </a:xfrm>
      </p:grpSpPr>
      <p:pic>
        <p:nvPicPr>
          <p:cNvPr id="1451" name="Google Shape;1451;p47"/>
          <p:cNvPicPr preferRelativeResize="0"/>
          <p:nvPr/>
        </p:nvPicPr>
        <p:blipFill rotWithShape="1">
          <a:blip r:embed="rId3">
            <a:alphaModFix/>
          </a:blip>
          <a:srcRect b="0" l="0" r="0" t="0"/>
          <a:stretch/>
        </p:blipFill>
        <p:spPr>
          <a:xfrm>
            <a:off x="639762" y="136525"/>
            <a:ext cx="8066087" cy="5856287"/>
          </a:xfrm>
          <a:prstGeom prst="rect">
            <a:avLst/>
          </a:prstGeom>
          <a:noFill/>
          <a:ln>
            <a:noFill/>
          </a:ln>
        </p:spPr>
      </p:pic>
      <p:sp>
        <p:nvSpPr>
          <p:cNvPr id="1452" name="Google Shape;1452;p47"/>
          <p:cNvSpPr/>
          <p:nvPr>
            <p:ph type="title"/>
          </p:nvPr>
        </p:nvSpPr>
        <p:spPr>
          <a:xfrm>
            <a:off x="5303837" y="4160837"/>
            <a:ext cx="3340100" cy="1660525"/>
          </a:xfrm>
          <a:prstGeom prst="roundRect">
            <a:avLst>
              <a:gd fmla="val 16667"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New Product Development Process</a:t>
            </a:r>
            <a:endParaRPr/>
          </a:p>
        </p:txBody>
      </p:sp>
      <p:sp>
        <p:nvSpPr>
          <p:cNvPr id="1453" name="Google Shape;1453;p47"/>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6.16</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500"/>
                                        <p:tgtEl>
                                          <p:spTgt spid="1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7" name="Shape 1457"/>
        <p:cNvGrpSpPr/>
        <p:nvPr/>
      </p:nvGrpSpPr>
      <p:grpSpPr>
        <a:xfrm>
          <a:off x="0" y="0"/>
          <a:ext cx="0" cy="0"/>
          <a:chOff x="0" y="0"/>
          <a:chExt cx="0" cy="0"/>
        </a:xfrm>
      </p:grpSpPr>
      <p:sp>
        <p:nvSpPr>
          <p:cNvPr id="1458" name="Google Shape;1458;p48"/>
          <p:cNvSpPr/>
          <p:nvPr>
            <p:ph type="title"/>
          </p:nvPr>
        </p:nvSpPr>
        <p:spPr>
          <a:xfrm>
            <a:off x="685800" y="609600"/>
            <a:ext cx="7772400"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Key Terms</a:t>
            </a:r>
            <a:endParaRPr/>
          </a:p>
        </p:txBody>
      </p:sp>
      <p:sp>
        <p:nvSpPr>
          <p:cNvPr id="1459" name="Google Shape;1459;p48"/>
          <p:cNvSpPr txBox="1"/>
          <p:nvPr/>
        </p:nvSpPr>
        <p:spPr>
          <a:xfrm>
            <a:off x="457200" y="1508125"/>
            <a:ext cx="4206875" cy="2686050"/>
          </a:xfrm>
          <a:prstGeom prst="rect">
            <a:avLst/>
          </a:prstGeom>
          <a:solidFill>
            <a:schemeClr val="lt1"/>
          </a:solidFill>
          <a:ln cap="flat" cmpd="dbl" w="38100">
            <a:solidFill>
              <a:schemeClr val="lt1"/>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Activity</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Activity-on-arrow (AOA)</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Activity-on-node (AON)</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Concurrent engineering</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Critical path</a:t>
            </a:r>
            <a:endParaRPr b="1" i="1" sz="2400" u="none" cap="none" strike="noStrike">
              <a:solidFill>
                <a:schemeClr val="dk1"/>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Early and late times</a:t>
            </a:r>
            <a:endParaRPr b="0" i="0" sz="1400" u="none" cap="none" strike="noStrike">
              <a:solidFill>
                <a:srgbClr val="000000"/>
              </a:solidFill>
              <a:latin typeface="Arial"/>
              <a:ea typeface="Arial"/>
              <a:cs typeface="Arial"/>
              <a:sym typeface="Arial"/>
            </a:endParaRPr>
          </a:p>
        </p:txBody>
      </p:sp>
      <p:sp>
        <p:nvSpPr>
          <p:cNvPr id="1460" name="Google Shape;1460;p48"/>
          <p:cNvSpPr txBox="1"/>
          <p:nvPr/>
        </p:nvSpPr>
        <p:spPr>
          <a:xfrm>
            <a:off x="4389437" y="1508125"/>
            <a:ext cx="4572000" cy="2247900"/>
          </a:xfrm>
          <a:prstGeom prst="rect">
            <a:avLst/>
          </a:prstGeom>
          <a:solidFill>
            <a:schemeClr val="lt1"/>
          </a:solidFill>
          <a:ln cap="flat" cmpd="dbl" w="38100">
            <a:solidFill>
              <a:schemeClr val="lt1"/>
            </a:solidFill>
            <a:prstDash val="solid"/>
            <a:miter lim="800000"/>
            <a:headEnd len="sm" w="sm" type="none"/>
            <a:tailEnd len="sm" w="sm" type="none"/>
          </a:ln>
        </p:spPr>
        <p:txBody>
          <a:bodyPr anchorCtr="1"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Gantt chart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Merge activity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Network sensitivity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Parallel activity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8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Slack/float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59"/>
                                        </p:tgtEl>
                                        <p:attrNameLst>
                                          <p:attrName>style.visibility</p:attrName>
                                        </p:attrNameLst>
                                      </p:cBhvr>
                                      <p:to>
                                        <p:strVal val="visible"/>
                                      </p:to>
                                    </p:set>
                                    <p:animEffect filter="fade" transition="in">
                                      <p:cBhvr>
                                        <p:cTn dur="500"/>
                                        <p:tgtEl>
                                          <p:spTgt spid="145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500"/>
                                        <p:tgtEl>
                                          <p:spTgt spid="14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64" name="Shape 1464"/>
        <p:cNvGrpSpPr/>
        <p:nvPr/>
      </p:nvGrpSpPr>
      <p:grpSpPr>
        <a:xfrm>
          <a:off x="0" y="0"/>
          <a:ext cx="0" cy="0"/>
          <a:chOff x="0" y="0"/>
          <a:chExt cx="0" cy="0"/>
        </a:xfrm>
      </p:grpSpPr>
      <p:sp>
        <p:nvSpPr>
          <p:cNvPr id="1465" name="Google Shape;1465;p49"/>
          <p:cNvSpPr/>
          <p:nvPr>
            <p:ph type="title"/>
          </p:nvPr>
        </p:nvSpPr>
        <p:spPr>
          <a:xfrm>
            <a:off x="455612" y="277812"/>
            <a:ext cx="8232775" cy="1322387"/>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Activity-on-Arrow Network</a:t>
            </a:r>
            <a:br>
              <a:rPr b="0" i="0" lang="en-US" sz="3400" u="none">
                <a:solidFill>
                  <a:schemeClr val="dk2"/>
                </a:solidFill>
                <a:latin typeface="Garamond"/>
                <a:ea typeface="Garamond"/>
                <a:cs typeface="Garamond"/>
                <a:sym typeface="Garamond"/>
              </a:rPr>
            </a:br>
            <a:r>
              <a:rPr b="0" i="0" lang="en-US" sz="3400" u="none">
                <a:solidFill>
                  <a:schemeClr val="dk2"/>
                </a:solidFill>
                <a:latin typeface="Garamond"/>
                <a:ea typeface="Garamond"/>
                <a:cs typeface="Garamond"/>
                <a:sym typeface="Garamond"/>
              </a:rPr>
              <a:t>Building Blocks</a:t>
            </a:r>
            <a:endParaRPr/>
          </a:p>
        </p:txBody>
      </p:sp>
      <p:sp>
        <p:nvSpPr>
          <p:cNvPr id="1466" name="Google Shape;1466;p49"/>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A6.1</a:t>
            </a:r>
            <a:endParaRPr b="0" i="0" sz="1400" u="none" cap="none" strike="noStrike">
              <a:solidFill>
                <a:srgbClr val="000000"/>
              </a:solidFill>
              <a:latin typeface="Arial"/>
              <a:ea typeface="Arial"/>
              <a:cs typeface="Arial"/>
              <a:sym typeface="Arial"/>
            </a:endParaRPr>
          </a:p>
        </p:txBody>
      </p:sp>
      <p:pic>
        <p:nvPicPr>
          <p:cNvPr id="1467" name="Google Shape;1467;p49"/>
          <p:cNvPicPr preferRelativeResize="0"/>
          <p:nvPr/>
        </p:nvPicPr>
        <p:blipFill rotWithShape="1">
          <a:blip r:embed="rId3">
            <a:alphaModFix/>
          </a:blip>
          <a:srcRect b="0" l="0" r="0" t="0"/>
          <a:stretch/>
        </p:blipFill>
        <p:spPr>
          <a:xfrm>
            <a:off x="1638300" y="2514600"/>
            <a:ext cx="5867400" cy="18669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1" name="Shape 1471"/>
        <p:cNvGrpSpPr/>
        <p:nvPr/>
      </p:nvGrpSpPr>
      <p:grpSpPr>
        <a:xfrm>
          <a:off x="0" y="0"/>
          <a:ext cx="0" cy="0"/>
          <a:chOff x="0" y="0"/>
          <a:chExt cx="0" cy="0"/>
        </a:xfrm>
      </p:grpSpPr>
      <p:pic>
        <p:nvPicPr>
          <p:cNvPr id="1472" name="Google Shape;1472;p50"/>
          <p:cNvPicPr preferRelativeResize="0"/>
          <p:nvPr/>
        </p:nvPicPr>
        <p:blipFill rotWithShape="1">
          <a:blip r:embed="rId3">
            <a:alphaModFix/>
          </a:blip>
          <a:srcRect b="0" l="0" r="0" t="0"/>
          <a:stretch/>
        </p:blipFill>
        <p:spPr>
          <a:xfrm>
            <a:off x="1541462" y="1431925"/>
            <a:ext cx="6048375" cy="5105400"/>
          </a:xfrm>
          <a:prstGeom prst="rect">
            <a:avLst/>
          </a:prstGeom>
          <a:noFill/>
          <a:ln>
            <a:noFill/>
          </a:ln>
        </p:spPr>
      </p:pic>
      <p:sp>
        <p:nvSpPr>
          <p:cNvPr id="1473" name="Google Shape;1473;p50"/>
          <p:cNvSpPr/>
          <p:nvPr>
            <p:ph type="title"/>
          </p:nvPr>
        </p:nvSpPr>
        <p:spPr>
          <a:xfrm>
            <a:off x="455612" y="136525"/>
            <a:ext cx="8232775" cy="114300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Activity-on-Arrow Network Fundamentals</a:t>
            </a:r>
            <a:endParaRPr/>
          </a:p>
        </p:txBody>
      </p:sp>
      <p:sp>
        <p:nvSpPr>
          <p:cNvPr id="1474" name="Google Shape;1474;p50"/>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8" name="Shape 1478"/>
        <p:cNvGrpSpPr/>
        <p:nvPr/>
      </p:nvGrpSpPr>
      <p:grpSpPr>
        <a:xfrm>
          <a:off x="0" y="0"/>
          <a:ext cx="0" cy="0"/>
          <a:chOff x="0" y="0"/>
          <a:chExt cx="0" cy="0"/>
        </a:xfrm>
      </p:grpSpPr>
      <p:sp>
        <p:nvSpPr>
          <p:cNvPr id="1479" name="Google Shape;1479;p51"/>
          <p:cNvSpPr/>
          <p:nvPr>
            <p:ph type="title"/>
          </p:nvPr>
        </p:nvSpPr>
        <p:spPr>
          <a:xfrm>
            <a:off x="455612" y="277812"/>
            <a:ext cx="8232775" cy="11398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Activity-on-Arrow Network Fundamentals</a:t>
            </a:r>
            <a:endParaRPr/>
          </a:p>
        </p:txBody>
      </p:sp>
      <p:sp>
        <p:nvSpPr>
          <p:cNvPr id="1480" name="Google Shape;1480;p51"/>
          <p:cNvSpPr txBox="1"/>
          <p:nvPr/>
        </p:nvSpPr>
        <p:spPr>
          <a:xfrm>
            <a:off x="6950075" y="6080125"/>
            <a:ext cx="17367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A6.2 (cont’d)</a:t>
            </a:r>
            <a:endParaRPr b="0" i="0" sz="1400" u="none" cap="none" strike="noStrike">
              <a:solidFill>
                <a:srgbClr val="000000"/>
              </a:solidFill>
              <a:latin typeface="Arial"/>
              <a:ea typeface="Arial"/>
              <a:cs typeface="Arial"/>
              <a:sym typeface="Arial"/>
            </a:endParaRPr>
          </a:p>
        </p:txBody>
      </p:sp>
      <p:pic>
        <p:nvPicPr>
          <p:cNvPr id="1481" name="Google Shape;1481;p51"/>
          <p:cNvPicPr preferRelativeResize="0"/>
          <p:nvPr/>
        </p:nvPicPr>
        <p:blipFill rotWithShape="1">
          <a:blip r:embed="rId3">
            <a:alphaModFix/>
          </a:blip>
          <a:srcRect b="0" l="0" r="0" t="0"/>
          <a:stretch/>
        </p:blipFill>
        <p:spPr>
          <a:xfrm>
            <a:off x="1039812" y="1565275"/>
            <a:ext cx="7040562" cy="433228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5" name="Shape 1485"/>
        <p:cNvGrpSpPr/>
        <p:nvPr/>
      </p:nvGrpSpPr>
      <p:grpSpPr>
        <a:xfrm>
          <a:off x="0" y="0"/>
          <a:ext cx="0" cy="0"/>
          <a:chOff x="0" y="0"/>
          <a:chExt cx="0" cy="0"/>
        </a:xfrm>
      </p:grpSpPr>
      <p:sp>
        <p:nvSpPr>
          <p:cNvPr id="1486" name="Google Shape;1486;p52"/>
          <p:cNvSpPr/>
          <p:nvPr>
            <p:ph type="title"/>
          </p:nvPr>
        </p:nvSpPr>
        <p:spPr>
          <a:xfrm>
            <a:off x="182562" y="277812"/>
            <a:ext cx="8505825"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Koll Center Project: Network Information</a:t>
            </a:r>
            <a:endParaRPr/>
          </a:p>
        </p:txBody>
      </p:sp>
      <p:sp>
        <p:nvSpPr>
          <p:cNvPr id="1487" name="Google Shape;1487;p52"/>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TABLE A6.3</a:t>
            </a:r>
            <a:endParaRPr b="0" i="0" sz="1400" u="none" cap="none" strike="noStrike">
              <a:solidFill>
                <a:srgbClr val="000000"/>
              </a:solidFill>
              <a:latin typeface="Arial"/>
              <a:ea typeface="Arial"/>
              <a:cs typeface="Arial"/>
              <a:sym typeface="Arial"/>
            </a:endParaRPr>
          </a:p>
        </p:txBody>
      </p:sp>
      <p:pic>
        <p:nvPicPr>
          <p:cNvPr id="1488" name="Google Shape;1488;p52"/>
          <p:cNvPicPr preferRelativeResize="0"/>
          <p:nvPr/>
        </p:nvPicPr>
        <p:blipFill rotWithShape="1">
          <a:blip r:embed="rId3">
            <a:alphaModFix/>
          </a:blip>
          <a:srcRect b="0" l="0" r="0" t="0"/>
          <a:stretch/>
        </p:blipFill>
        <p:spPr>
          <a:xfrm>
            <a:off x="550862" y="1346200"/>
            <a:ext cx="8040687" cy="33623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2" name="Shape 1492"/>
        <p:cNvGrpSpPr/>
        <p:nvPr/>
      </p:nvGrpSpPr>
      <p:grpSpPr>
        <a:xfrm>
          <a:off x="0" y="0"/>
          <a:ext cx="0" cy="0"/>
          <a:chOff x="0" y="0"/>
          <a:chExt cx="0" cy="0"/>
        </a:xfrm>
      </p:grpSpPr>
      <p:sp>
        <p:nvSpPr>
          <p:cNvPr id="1493" name="Google Shape;1493;p53"/>
          <p:cNvSpPr/>
          <p:nvPr>
            <p:ph type="title"/>
          </p:nvPr>
        </p:nvSpPr>
        <p:spPr>
          <a:xfrm>
            <a:off x="455612" y="277812"/>
            <a:ext cx="8232775" cy="104775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Partial Koll Business Center</a:t>
            </a:r>
            <a:br>
              <a:rPr b="0" i="0" lang="en-US" sz="3400" u="none">
                <a:solidFill>
                  <a:schemeClr val="dk2"/>
                </a:solidFill>
                <a:latin typeface="Garamond"/>
                <a:ea typeface="Garamond"/>
                <a:cs typeface="Garamond"/>
                <a:sym typeface="Garamond"/>
              </a:rPr>
            </a:br>
            <a:r>
              <a:rPr b="0" i="0" lang="en-US" sz="3400" u="none">
                <a:solidFill>
                  <a:schemeClr val="dk2"/>
                </a:solidFill>
                <a:latin typeface="Garamond"/>
                <a:ea typeface="Garamond"/>
                <a:cs typeface="Garamond"/>
                <a:sym typeface="Garamond"/>
              </a:rPr>
              <a:t>AOA Network</a:t>
            </a:r>
            <a:endParaRPr/>
          </a:p>
        </p:txBody>
      </p:sp>
      <p:sp>
        <p:nvSpPr>
          <p:cNvPr id="1494" name="Google Shape;1494;p53"/>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A6.3</a:t>
            </a:r>
            <a:endParaRPr b="0" i="0" sz="1400" u="none" cap="none" strike="noStrike">
              <a:solidFill>
                <a:srgbClr val="000000"/>
              </a:solidFill>
              <a:latin typeface="Arial"/>
              <a:ea typeface="Arial"/>
              <a:cs typeface="Arial"/>
              <a:sym typeface="Arial"/>
            </a:endParaRPr>
          </a:p>
        </p:txBody>
      </p:sp>
      <p:pic>
        <p:nvPicPr>
          <p:cNvPr id="1495" name="Google Shape;1495;p53"/>
          <p:cNvPicPr preferRelativeResize="0"/>
          <p:nvPr/>
        </p:nvPicPr>
        <p:blipFill rotWithShape="1">
          <a:blip r:embed="rId3">
            <a:alphaModFix/>
          </a:blip>
          <a:srcRect b="0" l="0" r="0" t="0"/>
          <a:stretch/>
        </p:blipFill>
        <p:spPr>
          <a:xfrm>
            <a:off x="1590675" y="1636712"/>
            <a:ext cx="5942012" cy="38036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9" name="Shape 1499"/>
        <p:cNvGrpSpPr/>
        <p:nvPr/>
      </p:nvGrpSpPr>
      <p:grpSpPr>
        <a:xfrm>
          <a:off x="0" y="0"/>
          <a:ext cx="0" cy="0"/>
          <a:chOff x="0" y="0"/>
          <a:chExt cx="0" cy="0"/>
        </a:xfrm>
      </p:grpSpPr>
      <p:pic>
        <p:nvPicPr>
          <p:cNvPr id="1500" name="Google Shape;1500;p54"/>
          <p:cNvPicPr preferRelativeResize="0"/>
          <p:nvPr/>
        </p:nvPicPr>
        <p:blipFill rotWithShape="1">
          <a:blip r:embed="rId3">
            <a:alphaModFix/>
          </a:blip>
          <a:srcRect b="0" l="0" r="0" t="0"/>
          <a:stretch/>
        </p:blipFill>
        <p:spPr>
          <a:xfrm>
            <a:off x="957262" y="898525"/>
            <a:ext cx="7227887" cy="5181600"/>
          </a:xfrm>
          <a:prstGeom prst="rect">
            <a:avLst/>
          </a:prstGeom>
          <a:noFill/>
          <a:ln>
            <a:noFill/>
          </a:ln>
        </p:spPr>
      </p:pic>
      <p:sp>
        <p:nvSpPr>
          <p:cNvPr id="1501" name="Google Shape;1501;p54"/>
          <p:cNvSpPr/>
          <p:nvPr>
            <p:ph type="title"/>
          </p:nvPr>
        </p:nvSpPr>
        <p:spPr>
          <a:xfrm>
            <a:off x="455612" y="136525"/>
            <a:ext cx="8232775" cy="728662"/>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Partial AOA Koll Network</a:t>
            </a:r>
            <a:endParaRPr/>
          </a:p>
        </p:txBody>
      </p:sp>
      <p:sp>
        <p:nvSpPr>
          <p:cNvPr id="1502" name="Google Shape;1502;p54"/>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6" name="Shape 1506"/>
        <p:cNvGrpSpPr/>
        <p:nvPr/>
      </p:nvGrpSpPr>
      <p:grpSpPr>
        <a:xfrm>
          <a:off x="0" y="0"/>
          <a:ext cx="0" cy="0"/>
          <a:chOff x="0" y="0"/>
          <a:chExt cx="0" cy="0"/>
        </a:xfrm>
      </p:grpSpPr>
      <p:pic>
        <p:nvPicPr>
          <p:cNvPr id="1507" name="Google Shape;1507;p55"/>
          <p:cNvPicPr preferRelativeResize="0"/>
          <p:nvPr/>
        </p:nvPicPr>
        <p:blipFill rotWithShape="1">
          <a:blip r:embed="rId3">
            <a:alphaModFix/>
          </a:blip>
          <a:srcRect b="0" l="0" r="0" t="0"/>
          <a:stretch/>
        </p:blipFill>
        <p:spPr>
          <a:xfrm>
            <a:off x="957262" y="1260475"/>
            <a:ext cx="7227887" cy="4819650"/>
          </a:xfrm>
          <a:prstGeom prst="rect">
            <a:avLst/>
          </a:prstGeom>
          <a:noFill/>
          <a:ln>
            <a:noFill/>
          </a:ln>
        </p:spPr>
      </p:pic>
      <p:sp>
        <p:nvSpPr>
          <p:cNvPr id="1508" name="Google Shape;1508;p55"/>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Partial AOA Koll Network (cont’d)</a:t>
            </a:r>
            <a:endParaRPr/>
          </a:p>
        </p:txBody>
      </p:sp>
      <p:sp>
        <p:nvSpPr>
          <p:cNvPr id="1509" name="Google Shape;1509;p55"/>
          <p:cNvSpPr txBox="1"/>
          <p:nvPr/>
        </p:nvSpPr>
        <p:spPr>
          <a:xfrm>
            <a:off x="6765925" y="6080125"/>
            <a:ext cx="192087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A6.4 (cont’d)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3" name="Shape 1513"/>
        <p:cNvGrpSpPr/>
        <p:nvPr/>
      </p:nvGrpSpPr>
      <p:grpSpPr>
        <a:xfrm>
          <a:off x="0" y="0"/>
          <a:ext cx="0" cy="0"/>
          <a:chOff x="0" y="0"/>
          <a:chExt cx="0" cy="0"/>
        </a:xfrm>
      </p:grpSpPr>
      <p:sp>
        <p:nvSpPr>
          <p:cNvPr id="1514" name="Google Shape;1514;p56"/>
          <p:cNvSpPr/>
          <p:nvPr>
            <p:ph type="title"/>
          </p:nvPr>
        </p:nvSpPr>
        <p:spPr>
          <a:xfrm>
            <a:off x="684212" y="614362"/>
            <a:ext cx="7775575" cy="1050925"/>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Activity-on-Arrow Network</a:t>
            </a:r>
            <a:endParaRPr/>
          </a:p>
        </p:txBody>
      </p:sp>
      <p:sp>
        <p:nvSpPr>
          <p:cNvPr id="1515" name="Google Shape;1515;p56"/>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A6.5</a:t>
            </a:r>
            <a:endParaRPr b="0" i="0" sz="1400" u="none" cap="none" strike="noStrike">
              <a:solidFill>
                <a:srgbClr val="000000"/>
              </a:solidFill>
              <a:latin typeface="Arial"/>
              <a:ea typeface="Arial"/>
              <a:cs typeface="Arial"/>
              <a:sym typeface="Arial"/>
            </a:endParaRPr>
          </a:p>
        </p:txBody>
      </p:sp>
      <p:pic>
        <p:nvPicPr>
          <p:cNvPr id="1516" name="Google Shape;1516;p56"/>
          <p:cNvPicPr preferRelativeResize="0"/>
          <p:nvPr/>
        </p:nvPicPr>
        <p:blipFill rotWithShape="1">
          <a:blip r:embed="rId3">
            <a:alphaModFix/>
          </a:blip>
          <a:srcRect b="0" l="0" r="0" t="0"/>
          <a:stretch/>
        </p:blipFill>
        <p:spPr>
          <a:xfrm>
            <a:off x="600075" y="2122487"/>
            <a:ext cx="7942262" cy="261143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0" name="Shape 1520"/>
        <p:cNvGrpSpPr/>
        <p:nvPr/>
      </p:nvGrpSpPr>
      <p:grpSpPr>
        <a:xfrm>
          <a:off x="0" y="0"/>
          <a:ext cx="0" cy="0"/>
          <a:chOff x="0" y="0"/>
          <a:chExt cx="0" cy="0"/>
        </a:xfrm>
      </p:grpSpPr>
      <p:sp>
        <p:nvSpPr>
          <p:cNvPr id="1521" name="Google Shape;1521;p57"/>
          <p:cNvSpPr/>
          <p:nvPr>
            <p:ph type="title"/>
          </p:nvPr>
        </p:nvSpPr>
        <p:spPr>
          <a:xfrm>
            <a:off x="452437" y="228600"/>
            <a:ext cx="8239125" cy="1189037"/>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Activity-on-Arrow Network</a:t>
            </a:r>
            <a:br>
              <a:rPr b="0" i="0" lang="en-US" sz="3600" u="none">
                <a:solidFill>
                  <a:schemeClr val="dk2"/>
                </a:solidFill>
                <a:latin typeface="Garamond"/>
                <a:ea typeface="Garamond"/>
                <a:cs typeface="Garamond"/>
                <a:sym typeface="Garamond"/>
              </a:rPr>
            </a:br>
            <a:r>
              <a:rPr b="0" i="0" lang="en-US" sz="3600" u="none">
                <a:solidFill>
                  <a:schemeClr val="dk2"/>
                </a:solidFill>
                <a:latin typeface="Garamond"/>
                <a:ea typeface="Garamond"/>
                <a:cs typeface="Garamond"/>
                <a:sym typeface="Garamond"/>
              </a:rPr>
              <a:t>Forward Pass</a:t>
            </a:r>
            <a:endParaRPr/>
          </a:p>
        </p:txBody>
      </p:sp>
      <p:sp>
        <p:nvSpPr>
          <p:cNvPr id="1522" name="Google Shape;1522;p57"/>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A6.6</a:t>
            </a:r>
            <a:endParaRPr b="0" i="0" sz="1400" u="none" cap="none" strike="noStrike">
              <a:solidFill>
                <a:srgbClr val="000000"/>
              </a:solidFill>
              <a:latin typeface="Arial"/>
              <a:ea typeface="Arial"/>
              <a:cs typeface="Arial"/>
              <a:sym typeface="Arial"/>
            </a:endParaRPr>
          </a:p>
        </p:txBody>
      </p:sp>
      <p:pic>
        <p:nvPicPr>
          <p:cNvPr id="1523" name="Google Shape;1523;p57"/>
          <p:cNvPicPr preferRelativeResize="0"/>
          <p:nvPr/>
        </p:nvPicPr>
        <p:blipFill rotWithShape="1">
          <a:blip r:embed="rId3">
            <a:alphaModFix/>
          </a:blip>
          <a:srcRect b="0" l="0" r="0" t="0"/>
          <a:stretch/>
        </p:blipFill>
        <p:spPr>
          <a:xfrm>
            <a:off x="506412" y="1573212"/>
            <a:ext cx="8131175" cy="414178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7" name="Shape 1527"/>
        <p:cNvGrpSpPr/>
        <p:nvPr/>
      </p:nvGrpSpPr>
      <p:grpSpPr>
        <a:xfrm>
          <a:off x="0" y="0"/>
          <a:ext cx="0" cy="0"/>
          <a:chOff x="0" y="0"/>
          <a:chExt cx="0" cy="0"/>
        </a:xfrm>
      </p:grpSpPr>
      <p:sp>
        <p:nvSpPr>
          <p:cNvPr id="1528" name="Google Shape;1528;p58"/>
          <p:cNvSpPr/>
          <p:nvPr>
            <p:ph type="title"/>
          </p:nvPr>
        </p:nvSpPr>
        <p:spPr>
          <a:xfrm>
            <a:off x="452437" y="228600"/>
            <a:ext cx="8239125" cy="1189037"/>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Garamond"/>
              <a:buNone/>
            </a:pPr>
            <a:r>
              <a:rPr b="0" i="0" lang="en-US" sz="3600" u="none">
                <a:solidFill>
                  <a:schemeClr val="dk2"/>
                </a:solidFill>
                <a:latin typeface="Garamond"/>
                <a:ea typeface="Garamond"/>
                <a:cs typeface="Garamond"/>
                <a:sym typeface="Garamond"/>
              </a:rPr>
              <a:t>Activity-on-Arrow Network Backward Pass</a:t>
            </a:r>
            <a:endParaRPr/>
          </a:p>
        </p:txBody>
      </p:sp>
      <p:sp>
        <p:nvSpPr>
          <p:cNvPr id="1529" name="Google Shape;1529;p58"/>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A6.7</a:t>
            </a:r>
            <a:endParaRPr b="0" i="0" sz="1400" u="none" cap="none" strike="noStrike">
              <a:solidFill>
                <a:srgbClr val="000000"/>
              </a:solidFill>
              <a:latin typeface="Arial"/>
              <a:ea typeface="Arial"/>
              <a:cs typeface="Arial"/>
              <a:sym typeface="Arial"/>
            </a:endParaRPr>
          </a:p>
        </p:txBody>
      </p:sp>
      <p:pic>
        <p:nvPicPr>
          <p:cNvPr id="1530" name="Google Shape;1530;p58"/>
          <p:cNvPicPr preferRelativeResize="0"/>
          <p:nvPr/>
        </p:nvPicPr>
        <p:blipFill rotWithShape="1">
          <a:blip r:embed="rId3">
            <a:alphaModFix/>
          </a:blip>
          <a:srcRect b="0" l="0" r="0" t="0"/>
          <a:stretch/>
        </p:blipFill>
        <p:spPr>
          <a:xfrm>
            <a:off x="625475" y="1604962"/>
            <a:ext cx="7893050" cy="401796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4" name="Shape 1534"/>
        <p:cNvGrpSpPr/>
        <p:nvPr/>
      </p:nvGrpSpPr>
      <p:grpSpPr>
        <a:xfrm>
          <a:off x="0" y="0"/>
          <a:ext cx="0" cy="0"/>
          <a:chOff x="0" y="0"/>
          <a:chExt cx="0" cy="0"/>
        </a:xfrm>
      </p:grpSpPr>
      <p:pic>
        <p:nvPicPr>
          <p:cNvPr id="1535" name="Google Shape;1535;p59"/>
          <p:cNvPicPr preferRelativeResize="0"/>
          <p:nvPr/>
        </p:nvPicPr>
        <p:blipFill rotWithShape="1">
          <a:blip r:embed="rId3">
            <a:alphaModFix/>
          </a:blip>
          <a:srcRect b="0" l="0" r="0" t="0"/>
          <a:stretch/>
        </p:blipFill>
        <p:spPr>
          <a:xfrm>
            <a:off x="549275" y="1782762"/>
            <a:ext cx="8045450" cy="4094162"/>
          </a:xfrm>
          <a:prstGeom prst="rect">
            <a:avLst/>
          </a:prstGeom>
          <a:noFill/>
          <a:ln>
            <a:noFill/>
          </a:ln>
        </p:spPr>
      </p:pic>
      <p:sp>
        <p:nvSpPr>
          <p:cNvPr id="1536" name="Google Shape;1536;p59"/>
          <p:cNvSpPr/>
          <p:nvPr>
            <p:ph type="title"/>
          </p:nvPr>
        </p:nvSpPr>
        <p:spPr>
          <a:xfrm>
            <a:off x="463550" y="236537"/>
            <a:ext cx="8216900" cy="136525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400"/>
              <a:buFont typeface="Garamond"/>
              <a:buNone/>
            </a:pPr>
            <a:r>
              <a:rPr b="0" i="0" lang="en-US" sz="3400" u="none">
                <a:solidFill>
                  <a:schemeClr val="dk2"/>
                </a:solidFill>
                <a:latin typeface="Garamond"/>
                <a:ea typeface="Garamond"/>
                <a:cs typeface="Garamond"/>
                <a:sym typeface="Garamond"/>
              </a:rPr>
              <a:t>Activity-on-Arrow Network Backward Pass, Forward Pass, and Slack</a:t>
            </a:r>
            <a:endParaRPr/>
          </a:p>
        </p:txBody>
      </p:sp>
      <p:sp>
        <p:nvSpPr>
          <p:cNvPr id="1537" name="Google Shape;1537;p59"/>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1" name="Shape 1541"/>
        <p:cNvGrpSpPr/>
        <p:nvPr/>
      </p:nvGrpSpPr>
      <p:grpSpPr>
        <a:xfrm>
          <a:off x="0" y="0"/>
          <a:ext cx="0" cy="0"/>
          <a:chOff x="0" y="0"/>
          <a:chExt cx="0" cy="0"/>
        </a:xfrm>
      </p:grpSpPr>
      <p:sp>
        <p:nvSpPr>
          <p:cNvPr id="1542" name="Google Shape;1542;p60"/>
          <p:cNvSpPr/>
          <p:nvPr>
            <p:ph type="title"/>
          </p:nvPr>
        </p:nvSpPr>
        <p:spPr>
          <a:xfrm>
            <a:off x="461962" y="236537"/>
            <a:ext cx="8220075" cy="1365250"/>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Garamond"/>
              <a:buNone/>
            </a:pPr>
            <a:r>
              <a:rPr b="0" i="0" lang="en-US" sz="4000" u="none">
                <a:solidFill>
                  <a:schemeClr val="dk2"/>
                </a:solidFill>
                <a:latin typeface="Garamond"/>
                <a:ea typeface="Garamond"/>
                <a:cs typeface="Garamond"/>
                <a:sym typeface="Garamond"/>
              </a:rPr>
              <a:t>Air Control Inc. Custom Order Project—AOA Network Diagram</a:t>
            </a:r>
            <a:endParaRPr/>
          </a:p>
        </p:txBody>
      </p:sp>
      <p:sp>
        <p:nvSpPr>
          <p:cNvPr id="1543" name="Google Shape;1543;p60"/>
          <p:cNvSpPr txBox="1"/>
          <p:nvPr/>
        </p:nvSpPr>
        <p:spPr>
          <a:xfrm>
            <a:off x="7407275" y="6080125"/>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FIGURE A6.9</a:t>
            </a:r>
            <a:endParaRPr b="0" i="0" sz="1400" u="none" cap="none" strike="noStrike">
              <a:solidFill>
                <a:srgbClr val="000000"/>
              </a:solidFill>
              <a:latin typeface="Arial"/>
              <a:ea typeface="Arial"/>
              <a:cs typeface="Arial"/>
              <a:sym typeface="Arial"/>
            </a:endParaRPr>
          </a:p>
        </p:txBody>
      </p:sp>
      <p:pic>
        <p:nvPicPr>
          <p:cNvPr id="1544" name="Google Shape;1544;p60"/>
          <p:cNvPicPr preferRelativeResize="0"/>
          <p:nvPr/>
        </p:nvPicPr>
        <p:blipFill rotWithShape="1">
          <a:blip r:embed="rId3">
            <a:alphaModFix/>
          </a:blip>
          <a:srcRect b="0" l="0" r="0" t="0"/>
          <a:stretch/>
        </p:blipFill>
        <p:spPr>
          <a:xfrm>
            <a:off x="508000" y="2057400"/>
            <a:ext cx="8086725" cy="33750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48" name="Shape 1548"/>
        <p:cNvGrpSpPr/>
        <p:nvPr/>
      </p:nvGrpSpPr>
      <p:grpSpPr>
        <a:xfrm>
          <a:off x="0" y="0"/>
          <a:ext cx="0" cy="0"/>
          <a:chOff x="0" y="0"/>
          <a:chExt cx="0" cy="0"/>
        </a:xfrm>
      </p:grpSpPr>
      <p:pic>
        <p:nvPicPr>
          <p:cNvPr id="1549" name="Google Shape;1549;p61"/>
          <p:cNvPicPr preferRelativeResize="0"/>
          <p:nvPr/>
        </p:nvPicPr>
        <p:blipFill rotWithShape="1">
          <a:blip r:embed="rId3">
            <a:alphaModFix/>
          </a:blip>
          <a:srcRect b="0" l="0" r="0" t="1838"/>
          <a:stretch/>
        </p:blipFill>
        <p:spPr>
          <a:xfrm>
            <a:off x="639762" y="868362"/>
            <a:ext cx="7954962" cy="5710237"/>
          </a:xfrm>
          <a:prstGeom prst="rect">
            <a:avLst/>
          </a:prstGeom>
          <a:noFill/>
          <a:ln>
            <a:noFill/>
          </a:ln>
        </p:spPr>
      </p:pic>
      <p:sp>
        <p:nvSpPr>
          <p:cNvPr id="1550" name="Google Shape;1550;p61"/>
          <p:cNvSpPr/>
          <p:nvPr>
            <p:ph type="title"/>
          </p:nvPr>
        </p:nvSpPr>
        <p:spPr>
          <a:xfrm>
            <a:off x="549275" y="46037"/>
            <a:ext cx="8101012" cy="731837"/>
          </a:xfrm>
          <a:prstGeom prst="roundRect">
            <a:avLst>
              <a:gd fmla="val 16667" name="adj"/>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Comparison of AON and AOA Methods</a:t>
            </a:r>
            <a:endParaRPr/>
          </a:p>
        </p:txBody>
      </p:sp>
      <p:sp>
        <p:nvSpPr>
          <p:cNvPr id="1551" name="Google Shape;1551;p61"/>
          <p:cNvSpPr txBox="1"/>
          <p:nvPr/>
        </p:nvSpPr>
        <p:spPr>
          <a:xfrm>
            <a:off x="6950075" y="6583362"/>
            <a:ext cx="1279525" cy="27463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200"/>
              <a:buFont typeface="Arial"/>
              <a:buNone/>
            </a:pPr>
            <a:r>
              <a:rPr b="1" i="0" lang="en-US" sz="1200" u="none" cap="none" strike="noStrike">
                <a:solidFill>
                  <a:schemeClr val="lt1"/>
                </a:solidFill>
                <a:latin typeface="Arial"/>
                <a:ea typeface="Arial"/>
                <a:cs typeface="Arial"/>
                <a:sym typeface="Arial"/>
              </a:rPr>
              <a:t>TABLE A6.2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5" name="Shape 1555"/>
        <p:cNvGrpSpPr/>
        <p:nvPr/>
      </p:nvGrpSpPr>
      <p:grpSpPr>
        <a:xfrm>
          <a:off x="0" y="0"/>
          <a:ext cx="0" cy="0"/>
          <a:chOff x="0" y="0"/>
          <a:chExt cx="0" cy="0"/>
        </a:xfrm>
      </p:grpSpPr>
      <p:sp>
        <p:nvSpPr>
          <p:cNvPr id="1556" name="Google Shape;1556;p62"/>
          <p:cNvSpPr txBox="1"/>
          <p:nvPr>
            <p:ph type="title"/>
          </p:nvPr>
        </p:nvSpPr>
        <p:spPr>
          <a:xfrm>
            <a:off x="381000" y="152400"/>
            <a:ext cx="86106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PERT </a:t>
            </a:r>
            <a:endParaRPr/>
          </a:p>
        </p:txBody>
      </p:sp>
      <p:sp>
        <p:nvSpPr>
          <p:cNvPr id="1557" name="Google Shape;1557;p62"/>
          <p:cNvSpPr txBox="1"/>
          <p:nvPr>
            <p:ph idx="1" type="body"/>
          </p:nvPr>
        </p:nvSpPr>
        <p:spPr>
          <a:xfrm>
            <a:off x="342900" y="723900"/>
            <a:ext cx="8458200" cy="3848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PERT is based on the assumption that an activity’s duration follows a probability distribution instead of being a single value</a:t>
            </a:r>
            <a:endParaRPr/>
          </a:p>
          <a:p>
            <a:pPr indent="-342900" lvl="0" marL="342900" marR="0" rtl="0" algn="l">
              <a:lnSpc>
                <a:spcPct val="9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Three time estimates are required to compute the parameters of an activity’s duration distribution:</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sng" cap="none" strike="noStrike">
                <a:solidFill>
                  <a:schemeClr val="dk1"/>
                </a:solidFill>
                <a:latin typeface="Garamond"/>
                <a:ea typeface="Garamond"/>
                <a:cs typeface="Garamond"/>
                <a:sym typeface="Garamond"/>
              </a:rPr>
              <a:t>pessimistic time</a:t>
            </a:r>
            <a:r>
              <a:rPr b="0" i="0" lang="en-US" sz="2400" u="none" cap="none" strike="noStrike">
                <a:solidFill>
                  <a:schemeClr val="dk1"/>
                </a:solidFill>
                <a:latin typeface="Garamond"/>
                <a:ea typeface="Garamond"/>
                <a:cs typeface="Garamond"/>
                <a:sym typeface="Garamond"/>
              </a:rPr>
              <a:t> (t</a:t>
            </a:r>
            <a:r>
              <a:rPr b="0" baseline="-25000" i="0" lang="en-US" sz="2400" u="none" cap="none" strike="noStrike">
                <a:solidFill>
                  <a:schemeClr val="dk1"/>
                </a:solidFill>
                <a:latin typeface="Garamond"/>
                <a:ea typeface="Garamond"/>
                <a:cs typeface="Garamond"/>
                <a:sym typeface="Garamond"/>
              </a:rPr>
              <a:t>p </a:t>
            </a:r>
            <a:r>
              <a:rPr b="0" i="0" lang="en-US" sz="2400" u="none" cap="none" strike="noStrike">
                <a:solidFill>
                  <a:schemeClr val="dk1"/>
                </a:solidFill>
                <a:latin typeface="Garamond"/>
                <a:ea typeface="Garamond"/>
                <a:cs typeface="Garamond"/>
                <a:sym typeface="Garamond"/>
              </a:rPr>
              <a:t>) - the time the activity would take if things did not go well</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sng" cap="none" strike="noStrike">
                <a:solidFill>
                  <a:schemeClr val="dk1"/>
                </a:solidFill>
                <a:latin typeface="Garamond"/>
                <a:ea typeface="Garamond"/>
                <a:cs typeface="Garamond"/>
                <a:sym typeface="Garamond"/>
              </a:rPr>
              <a:t>most likely time</a:t>
            </a:r>
            <a:r>
              <a:rPr b="0" i="0" lang="en-US" sz="2400" u="none" cap="none" strike="noStrike">
                <a:solidFill>
                  <a:schemeClr val="dk1"/>
                </a:solidFill>
                <a:latin typeface="Garamond"/>
                <a:ea typeface="Garamond"/>
                <a:cs typeface="Garamond"/>
                <a:sym typeface="Garamond"/>
              </a:rPr>
              <a:t> (t</a:t>
            </a:r>
            <a:r>
              <a:rPr b="0" baseline="-25000" i="0" lang="en-US" sz="2400" u="none" cap="none" strike="noStrike">
                <a:solidFill>
                  <a:schemeClr val="dk1"/>
                </a:solidFill>
                <a:latin typeface="Garamond"/>
                <a:ea typeface="Garamond"/>
                <a:cs typeface="Garamond"/>
                <a:sym typeface="Garamond"/>
              </a:rPr>
              <a:t>m </a:t>
            </a:r>
            <a:r>
              <a:rPr b="0" i="0" lang="en-US" sz="2400" u="none" cap="none" strike="noStrike">
                <a:solidFill>
                  <a:schemeClr val="dk1"/>
                </a:solidFill>
                <a:latin typeface="Garamond"/>
                <a:ea typeface="Garamond"/>
                <a:cs typeface="Garamond"/>
                <a:sym typeface="Garamond"/>
              </a:rPr>
              <a:t>) - the consensus best estimate of the activity’s duration</a:t>
            </a:r>
            <a:endParaRPr/>
          </a:p>
          <a:p>
            <a:pPr indent="-285750" lvl="1" marL="742950" marR="0" rtl="0" algn="l">
              <a:lnSpc>
                <a:spcPct val="90000"/>
              </a:lnSpc>
              <a:spcBef>
                <a:spcPts val="480"/>
              </a:spcBef>
              <a:spcAft>
                <a:spcPts val="0"/>
              </a:spcAft>
              <a:buClr>
                <a:schemeClr val="dk1"/>
              </a:buClr>
              <a:buSzPts val="2400"/>
              <a:buFont typeface="Garamond"/>
              <a:buChar char="–"/>
            </a:pPr>
            <a:r>
              <a:rPr b="0" i="0" lang="en-US" sz="2400" u="sng" cap="none" strike="noStrike">
                <a:solidFill>
                  <a:schemeClr val="dk1"/>
                </a:solidFill>
                <a:latin typeface="Garamond"/>
                <a:ea typeface="Garamond"/>
                <a:cs typeface="Garamond"/>
                <a:sym typeface="Garamond"/>
              </a:rPr>
              <a:t>optimistic time</a:t>
            </a:r>
            <a:r>
              <a:rPr b="0" i="0" lang="en-US" sz="2400" u="none" cap="none" strike="noStrike">
                <a:solidFill>
                  <a:schemeClr val="dk1"/>
                </a:solidFill>
                <a:latin typeface="Garamond"/>
                <a:ea typeface="Garamond"/>
                <a:cs typeface="Garamond"/>
                <a:sym typeface="Garamond"/>
              </a:rPr>
              <a:t> (t</a:t>
            </a:r>
            <a:r>
              <a:rPr b="0" baseline="-25000" i="0" lang="en-US" sz="2400" u="none" cap="none" strike="noStrike">
                <a:solidFill>
                  <a:schemeClr val="dk1"/>
                </a:solidFill>
                <a:latin typeface="Garamond"/>
                <a:ea typeface="Garamond"/>
                <a:cs typeface="Garamond"/>
                <a:sym typeface="Garamond"/>
              </a:rPr>
              <a:t>o </a:t>
            </a:r>
            <a:r>
              <a:rPr b="0" i="0" lang="en-US" sz="2400" u="none" cap="none" strike="noStrike">
                <a:solidFill>
                  <a:schemeClr val="dk1"/>
                </a:solidFill>
                <a:latin typeface="Garamond"/>
                <a:ea typeface="Garamond"/>
                <a:cs typeface="Garamond"/>
                <a:sym typeface="Garamond"/>
              </a:rPr>
              <a:t>) - the time the activity would take if things did go well</a:t>
            </a:r>
            <a:endParaRPr/>
          </a:p>
          <a:p>
            <a:pPr indent="-190500" lvl="0" marL="34290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p:txBody>
      </p:sp>
      <p:grpSp>
        <p:nvGrpSpPr>
          <p:cNvPr id="1558" name="Google Shape;1558;p62"/>
          <p:cNvGrpSpPr/>
          <p:nvPr/>
        </p:nvGrpSpPr>
        <p:grpSpPr>
          <a:xfrm>
            <a:off x="990600" y="4419600"/>
            <a:ext cx="6934200" cy="2357437"/>
            <a:chOff x="864" y="3072"/>
            <a:chExt cx="4224" cy="1248"/>
          </a:xfrm>
        </p:grpSpPr>
        <p:sp>
          <p:nvSpPr>
            <p:cNvPr id="1559" name="Google Shape;1559;p62"/>
            <p:cNvSpPr/>
            <p:nvPr/>
          </p:nvSpPr>
          <p:spPr>
            <a:xfrm>
              <a:off x="864" y="3072"/>
              <a:ext cx="4224" cy="1248"/>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1560" name="Google Shape;1560;p62"/>
            <p:cNvGrpSpPr/>
            <p:nvPr/>
          </p:nvGrpSpPr>
          <p:grpSpPr>
            <a:xfrm>
              <a:off x="1020" y="3120"/>
              <a:ext cx="3774" cy="508"/>
              <a:chOff x="559" y="1918"/>
              <a:chExt cx="3774" cy="508"/>
            </a:xfrm>
          </p:grpSpPr>
          <p:sp>
            <p:nvSpPr>
              <p:cNvPr id="1561" name="Google Shape;1561;p62"/>
              <p:cNvSpPr txBox="1"/>
              <p:nvPr/>
            </p:nvSpPr>
            <p:spPr>
              <a:xfrm>
                <a:off x="559" y="2060"/>
                <a:ext cx="2655" cy="24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Mean (expected time):	 </a:t>
                </a:r>
                <a:r>
                  <a:rPr b="0" i="1" lang="en-US" sz="2400" u="none" cap="none" strike="noStrike">
                    <a:solidFill>
                      <a:schemeClr val="dk1"/>
                    </a:solidFill>
                    <a:latin typeface="Times New Roman"/>
                    <a:ea typeface="Times New Roman"/>
                    <a:cs typeface="Times New Roman"/>
                    <a:sym typeface="Times New Roman"/>
                  </a:rPr>
                  <a:t>t</a:t>
                </a:r>
                <a:r>
                  <a:rPr b="0" baseline="-25000" i="1" lang="en-US" sz="2400" u="none" cap="none" strike="noStrike">
                    <a:solidFill>
                      <a:schemeClr val="dk1"/>
                    </a:solidFill>
                    <a:latin typeface="Times New Roman"/>
                    <a:ea typeface="Times New Roman"/>
                    <a:cs typeface="Times New Roman"/>
                    <a:sym typeface="Times New Roman"/>
                  </a:rPr>
                  <a:t>e</a:t>
                </a:r>
                <a:r>
                  <a:rPr b="0" i="0" lang="en-US" sz="2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nvGrpSpPr>
              <p:cNvPr id="1562" name="Google Shape;1562;p62"/>
              <p:cNvGrpSpPr/>
              <p:nvPr/>
            </p:nvGrpSpPr>
            <p:grpSpPr>
              <a:xfrm>
                <a:off x="3205" y="1918"/>
                <a:ext cx="1128" cy="508"/>
                <a:chOff x="3286" y="1909"/>
                <a:chExt cx="1128" cy="508"/>
              </a:xfrm>
            </p:grpSpPr>
            <p:sp>
              <p:nvSpPr>
                <p:cNvPr id="1563" name="Google Shape;1563;p62"/>
                <p:cNvSpPr txBox="1"/>
                <p:nvPr/>
              </p:nvSpPr>
              <p:spPr>
                <a:xfrm>
                  <a:off x="3286" y="1909"/>
                  <a:ext cx="1128" cy="508"/>
                </a:xfrm>
                <a:prstGeom prst="rect">
                  <a:avLst/>
                </a:prstGeom>
                <a:noFill/>
                <a:ln>
                  <a:noFill/>
                </a:ln>
              </p:spPr>
              <p:txBody>
                <a:bodyPr anchorCtr="0" anchor="t" bIns="44450" lIns="90475" spcFirstLastPara="1" rIns="90475" wrap="square" tIns="44450">
                  <a:spAutoFit/>
                </a:bodyPr>
                <a:lstStyle/>
                <a:p>
                  <a:pPr indent="0" lvl="0" marL="0" marR="0" rtl="0" algn="ctr">
                    <a:lnSpc>
                      <a:spcPct val="11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a:t>
                  </a:r>
                  <a:r>
                    <a:rPr b="0" baseline="-25000" i="0" lang="en-US" sz="28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Arial"/>
                      <a:ea typeface="Arial"/>
                      <a:cs typeface="Arial"/>
                      <a:sym typeface="Arial"/>
                    </a:rPr>
                    <a:t> + 4 </a:t>
                  </a:r>
                  <a:r>
                    <a:rPr b="0" i="0" lang="en-US" sz="2800" u="none" cap="none" strike="noStrike">
                      <a:solidFill>
                        <a:schemeClr val="dk1"/>
                      </a:solidFill>
                      <a:latin typeface="Times New Roman"/>
                      <a:ea typeface="Times New Roman"/>
                      <a:cs typeface="Times New Roman"/>
                      <a:sym typeface="Times New Roman"/>
                    </a:rPr>
                    <a:t>t</a:t>
                  </a:r>
                  <a:r>
                    <a:rPr b="0" baseline="-25000" i="0" lang="en-US" sz="2800" u="none" cap="none" strike="noStrike">
                      <a:solidFill>
                        <a:schemeClr val="dk1"/>
                      </a:solidFill>
                      <a:latin typeface="Times New Roman"/>
                      <a:ea typeface="Times New Roman"/>
                      <a:cs typeface="Times New Roman"/>
                      <a:sym typeface="Times New Roman"/>
                    </a:rPr>
                    <a:t>m</a:t>
                  </a:r>
                  <a:r>
                    <a:rPr b="0" i="0" lang="en-US" sz="2400" u="none" cap="none" strike="noStrike">
                      <a:solidFill>
                        <a:schemeClr val="dk1"/>
                      </a:solidFill>
                      <a:latin typeface="Arial"/>
                      <a:ea typeface="Arial"/>
                      <a:cs typeface="Arial"/>
                      <a:sym typeface="Arial"/>
                    </a:rPr>
                    <a:t> + </a:t>
                  </a:r>
                  <a:r>
                    <a:rPr b="0" i="0" lang="en-US" sz="2800" u="none" cap="none" strike="noStrike">
                      <a:solidFill>
                        <a:schemeClr val="dk1"/>
                      </a:solidFill>
                      <a:latin typeface="Times New Roman"/>
                      <a:ea typeface="Times New Roman"/>
                      <a:cs typeface="Times New Roman"/>
                      <a:sym typeface="Times New Roman"/>
                    </a:rPr>
                    <a:t>t</a:t>
                  </a:r>
                  <a:r>
                    <a:rPr b="0" baseline="-25000" i="0" lang="en-US" sz="2800" u="none" cap="none" strike="noStrike">
                      <a:solidFill>
                        <a:schemeClr val="dk1"/>
                      </a:solidFill>
                      <a:latin typeface="Times New Roman"/>
                      <a:ea typeface="Times New Roman"/>
                      <a:cs typeface="Times New Roman"/>
                      <a:sym typeface="Times New Roman"/>
                    </a:rPr>
                    <a:t>o</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1564" name="Google Shape;1564;p62"/>
                <p:cNvCxnSpPr/>
                <p:nvPr/>
              </p:nvCxnSpPr>
              <p:spPr>
                <a:xfrm rot="10800000">
                  <a:off x="3344" y="2192"/>
                  <a:ext cx="1015" cy="0"/>
                </a:xfrm>
                <a:prstGeom prst="straightConnector1">
                  <a:avLst/>
                </a:prstGeom>
                <a:noFill/>
                <a:ln cap="flat" cmpd="sng" w="28575">
                  <a:solidFill>
                    <a:schemeClr val="dk1"/>
                  </a:solidFill>
                  <a:prstDash val="solid"/>
                  <a:miter lim="800000"/>
                  <a:headEnd len="sm" w="sm" type="none"/>
                  <a:tailEnd len="sm" w="sm" type="none"/>
                </a:ln>
              </p:spPr>
            </p:cxnSp>
          </p:grpSp>
        </p:grpSp>
        <p:grpSp>
          <p:nvGrpSpPr>
            <p:cNvPr id="1565" name="Google Shape;1565;p62"/>
            <p:cNvGrpSpPr/>
            <p:nvPr/>
          </p:nvGrpSpPr>
          <p:grpSpPr>
            <a:xfrm>
              <a:off x="2112" y="3656"/>
              <a:ext cx="2419" cy="618"/>
              <a:chOff x="1582" y="2297"/>
              <a:chExt cx="2419" cy="618"/>
            </a:xfrm>
          </p:grpSpPr>
          <p:sp>
            <p:nvSpPr>
              <p:cNvPr id="1566" name="Google Shape;1566;p62"/>
              <p:cNvSpPr txBox="1"/>
              <p:nvPr/>
            </p:nvSpPr>
            <p:spPr>
              <a:xfrm>
                <a:off x="1582" y="2562"/>
                <a:ext cx="1652" cy="24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Variance: V</a:t>
                </a:r>
                <a:r>
                  <a:rPr b="0" baseline="-25000" i="0" lang="en-US" sz="2400" u="none" cap="none" strike="noStrike">
                    <a:solidFill>
                      <a:schemeClr val="dk1"/>
                    </a:solidFill>
                    <a:latin typeface="Arial"/>
                    <a:ea typeface="Arial"/>
                    <a:cs typeface="Arial"/>
                    <a:sym typeface="Arial"/>
                  </a:rPr>
                  <a:t>t</a:t>
                </a:r>
                <a:r>
                  <a:rPr b="0" i="0" lang="en-US" sz="2400" u="none" cap="none" strike="noStrike">
                    <a:solidFill>
                      <a:schemeClr val="dk1"/>
                    </a:solidFill>
                    <a:latin typeface="Arial"/>
                    <a:ea typeface="Arial"/>
                    <a:cs typeface="Arial"/>
                    <a:sym typeface="Arial"/>
                  </a:rPr>
                  <a:t> =</a:t>
                </a:r>
                <a:r>
                  <a:rPr b="0" i="1" lang="en-US" sz="2400" u="none" cap="none" strike="noStrike">
                    <a:solidFill>
                      <a:schemeClr val="dk1"/>
                    </a:solidFill>
                    <a:latin typeface="Noto Sans Symbols"/>
                    <a:ea typeface="Noto Sans Symbols"/>
                    <a:cs typeface="Noto Sans Symbols"/>
                    <a:sym typeface="Noto Sans Symbols"/>
                  </a:rPr>
                  <a:t>σ</a:t>
                </a:r>
                <a:r>
                  <a:rPr b="0" i="0" lang="en-US" sz="2400" u="none" cap="none" strike="noStrike">
                    <a:solidFill>
                      <a:schemeClr val="dk1"/>
                    </a:solidFill>
                    <a:latin typeface="Noto Sans Symbols"/>
                    <a:ea typeface="Noto Sans Symbols"/>
                    <a:cs typeface="Noto Sans Symbols"/>
                    <a:sym typeface="Noto Sans Symbols"/>
                  </a:rPr>
                  <a:t> </a:t>
                </a:r>
                <a:r>
                  <a:rPr b="0" baseline="30000" i="0" lang="en-US" sz="2400" u="none" cap="none" strike="noStrike">
                    <a:solidFill>
                      <a:schemeClr val="dk1"/>
                    </a:solidFill>
                    <a:latin typeface="Arial"/>
                    <a:ea typeface="Arial"/>
                    <a:cs typeface="Arial"/>
                    <a:sym typeface="Arial"/>
                  </a:rPr>
                  <a:t>2</a:t>
                </a:r>
                <a:r>
                  <a:rPr b="0" i="0" lang="en-US" sz="2400" u="none" cap="none" strike="noStrike">
                    <a:solidFill>
                      <a:schemeClr val="dk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nvGrpSpPr>
              <p:cNvPr id="1567" name="Google Shape;1567;p62"/>
              <p:cNvGrpSpPr/>
              <p:nvPr/>
            </p:nvGrpSpPr>
            <p:grpSpPr>
              <a:xfrm>
                <a:off x="3259" y="2297"/>
                <a:ext cx="742" cy="618"/>
                <a:chOff x="2067" y="2324"/>
                <a:chExt cx="742" cy="618"/>
              </a:xfrm>
            </p:grpSpPr>
            <p:grpSp>
              <p:nvGrpSpPr>
                <p:cNvPr id="1568" name="Google Shape;1568;p62"/>
                <p:cNvGrpSpPr/>
                <p:nvPr/>
              </p:nvGrpSpPr>
              <p:grpSpPr>
                <a:xfrm>
                  <a:off x="2067" y="2426"/>
                  <a:ext cx="542" cy="508"/>
                  <a:chOff x="2067" y="2426"/>
                  <a:chExt cx="542" cy="508"/>
                </a:xfrm>
              </p:grpSpPr>
              <p:sp>
                <p:nvSpPr>
                  <p:cNvPr id="1569" name="Google Shape;1569;p62"/>
                  <p:cNvSpPr txBox="1"/>
                  <p:nvPr/>
                </p:nvSpPr>
                <p:spPr>
                  <a:xfrm>
                    <a:off x="2067" y="2426"/>
                    <a:ext cx="542" cy="508"/>
                  </a:xfrm>
                  <a:prstGeom prst="rect">
                    <a:avLst/>
                  </a:prstGeom>
                  <a:noFill/>
                  <a:ln>
                    <a:noFill/>
                  </a:ln>
                </p:spPr>
                <p:txBody>
                  <a:bodyPr anchorCtr="0" anchor="t" bIns="44450" lIns="90475" spcFirstLastPara="1" rIns="90475" wrap="square" tIns="44450">
                    <a:spAutoFit/>
                  </a:bodyPr>
                  <a:lstStyle/>
                  <a:p>
                    <a:pPr indent="0" lvl="0" marL="0" marR="0" rtl="0" algn="ctr">
                      <a:lnSpc>
                        <a:spcPct val="11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t</a:t>
                    </a:r>
                    <a:r>
                      <a:rPr b="0" baseline="-25000" i="0" lang="en-US" sz="28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Arial"/>
                        <a:ea typeface="Arial"/>
                        <a:cs typeface="Arial"/>
                        <a:sym typeface="Arial"/>
                      </a:rPr>
                      <a:t> - </a:t>
                    </a:r>
                    <a:r>
                      <a:rPr b="0" i="0" lang="en-US" sz="2800" u="none" cap="none" strike="noStrike">
                        <a:solidFill>
                          <a:schemeClr val="dk1"/>
                        </a:solidFill>
                        <a:latin typeface="Times New Roman"/>
                        <a:ea typeface="Times New Roman"/>
                        <a:cs typeface="Times New Roman"/>
                        <a:sym typeface="Times New Roman"/>
                      </a:rPr>
                      <a:t>t</a:t>
                    </a:r>
                    <a:r>
                      <a:rPr b="0" baseline="-25000" i="0" lang="en-US" sz="2800" u="none" cap="none" strike="noStrike">
                        <a:solidFill>
                          <a:schemeClr val="dk1"/>
                        </a:solidFill>
                        <a:latin typeface="Times New Roman"/>
                        <a:ea typeface="Times New Roman"/>
                        <a:cs typeface="Times New Roman"/>
                        <a:sym typeface="Times New Roman"/>
                      </a:rPr>
                      <a:t>o</a:t>
                    </a:r>
                    <a:endParaRPr b="0" i="0" sz="1400" u="none" cap="none" strike="noStrike">
                      <a:solidFill>
                        <a:srgbClr val="000000"/>
                      </a:solidFill>
                      <a:latin typeface="Arial"/>
                      <a:ea typeface="Arial"/>
                      <a:cs typeface="Arial"/>
                      <a:sym typeface="Arial"/>
                    </a:endParaRPr>
                  </a:p>
                  <a:p>
                    <a:pPr indent="0" lvl="0" marL="0" marR="0" rtl="0" algn="ctr">
                      <a:lnSpc>
                        <a:spcPct val="11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cxnSp>
                <p:nvCxnSpPr>
                  <p:cNvPr id="1570" name="Google Shape;1570;p62"/>
                  <p:cNvCxnSpPr/>
                  <p:nvPr/>
                </p:nvCxnSpPr>
                <p:spPr>
                  <a:xfrm rot="10800000">
                    <a:off x="2151" y="2712"/>
                    <a:ext cx="394" cy="0"/>
                  </a:xfrm>
                  <a:prstGeom prst="straightConnector1">
                    <a:avLst/>
                  </a:prstGeom>
                  <a:noFill/>
                  <a:ln cap="flat" cmpd="sng" w="28575">
                    <a:solidFill>
                      <a:schemeClr val="dk1"/>
                    </a:solidFill>
                    <a:prstDash val="solid"/>
                    <a:miter lim="800000"/>
                    <a:headEnd len="sm" w="sm" type="none"/>
                    <a:tailEnd len="sm" w="sm" type="none"/>
                  </a:ln>
                </p:spPr>
              </p:cxnSp>
            </p:grpSp>
            <p:sp>
              <p:nvSpPr>
                <p:cNvPr id="1571" name="Google Shape;1571;p62"/>
                <p:cNvSpPr txBox="1"/>
                <p:nvPr/>
              </p:nvSpPr>
              <p:spPr>
                <a:xfrm>
                  <a:off x="2621" y="2324"/>
                  <a:ext cx="188" cy="193"/>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572" name="Google Shape;1572;p62"/>
                <p:cNvSpPr/>
                <p:nvPr/>
              </p:nvSpPr>
              <p:spPr>
                <a:xfrm>
                  <a:off x="2071" y="2461"/>
                  <a:ext cx="551" cy="481"/>
                </a:xfrm>
                <a:prstGeom prst="bracketPair">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0" st="0"/>
                                            </p:txEl>
                                          </p:spTgt>
                                        </p:tgtEl>
                                        <p:attrNameLst>
                                          <p:attrName>style.visibility</p:attrName>
                                        </p:attrNameLst>
                                      </p:cBhvr>
                                      <p:to>
                                        <p:strVal val="visible"/>
                                      </p:to>
                                    </p:set>
                                    <p:anim calcmode="lin" valueType="num">
                                      <p:cBhvr additive="base">
                                        <p:cTn dur="500"/>
                                        <p:tgtEl>
                                          <p:spTgt spid="155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1" st="1"/>
                                            </p:txEl>
                                          </p:spTgt>
                                        </p:tgtEl>
                                        <p:attrNameLst>
                                          <p:attrName>style.visibility</p:attrName>
                                        </p:attrNameLst>
                                      </p:cBhvr>
                                      <p:to>
                                        <p:strVal val="visible"/>
                                      </p:to>
                                    </p:set>
                                    <p:anim calcmode="lin" valueType="num">
                                      <p:cBhvr additive="base">
                                        <p:cTn dur="500"/>
                                        <p:tgtEl>
                                          <p:spTgt spid="155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2" st="2"/>
                                            </p:txEl>
                                          </p:spTgt>
                                        </p:tgtEl>
                                        <p:attrNameLst>
                                          <p:attrName>style.visibility</p:attrName>
                                        </p:attrNameLst>
                                      </p:cBhvr>
                                      <p:to>
                                        <p:strVal val="visible"/>
                                      </p:to>
                                    </p:set>
                                    <p:anim calcmode="lin" valueType="num">
                                      <p:cBhvr additive="base">
                                        <p:cTn dur="500"/>
                                        <p:tgtEl>
                                          <p:spTgt spid="155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3" st="3"/>
                                            </p:txEl>
                                          </p:spTgt>
                                        </p:tgtEl>
                                        <p:attrNameLst>
                                          <p:attrName>style.visibility</p:attrName>
                                        </p:attrNameLst>
                                      </p:cBhvr>
                                      <p:to>
                                        <p:strVal val="visible"/>
                                      </p:to>
                                    </p:set>
                                    <p:anim calcmode="lin" valueType="num">
                                      <p:cBhvr additive="base">
                                        <p:cTn dur="500"/>
                                        <p:tgtEl>
                                          <p:spTgt spid="155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4" st="4"/>
                                            </p:txEl>
                                          </p:spTgt>
                                        </p:tgtEl>
                                        <p:attrNameLst>
                                          <p:attrName>style.visibility</p:attrName>
                                        </p:attrNameLst>
                                      </p:cBhvr>
                                      <p:to>
                                        <p:strVal val="visible"/>
                                      </p:to>
                                    </p:set>
                                    <p:anim calcmode="lin" valueType="num">
                                      <p:cBhvr additive="base">
                                        <p:cTn dur="500"/>
                                        <p:tgtEl>
                                          <p:spTgt spid="155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57">
                                            <p:txEl>
                                              <p:pRg end="5" st="5"/>
                                            </p:txEl>
                                          </p:spTgt>
                                        </p:tgtEl>
                                        <p:attrNameLst>
                                          <p:attrName>style.visibility</p:attrName>
                                        </p:attrNameLst>
                                      </p:cBhvr>
                                      <p:to>
                                        <p:strVal val="visible"/>
                                      </p:to>
                                    </p:set>
                                    <p:anim calcmode="lin" valueType="num">
                                      <p:cBhvr additive="base">
                                        <p:cTn dur="500"/>
                                        <p:tgtEl>
                                          <p:spTgt spid="1557">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6" name="Shape 1576"/>
        <p:cNvGrpSpPr/>
        <p:nvPr/>
      </p:nvGrpSpPr>
      <p:grpSpPr>
        <a:xfrm>
          <a:off x="0" y="0"/>
          <a:ext cx="0" cy="0"/>
          <a:chOff x="0" y="0"/>
          <a:chExt cx="0" cy="0"/>
        </a:xfrm>
      </p:grpSpPr>
      <p:sp>
        <p:nvSpPr>
          <p:cNvPr id="1577" name="Google Shape;1577;p63"/>
          <p:cNvSpPr txBox="1"/>
          <p:nvPr>
            <p:ph type="title"/>
          </p:nvPr>
        </p:nvSpPr>
        <p:spPr>
          <a:xfrm>
            <a:off x="381000" y="304800"/>
            <a:ext cx="77724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PERT analysis</a:t>
            </a:r>
            <a:endParaRPr/>
          </a:p>
        </p:txBody>
      </p:sp>
      <p:sp>
        <p:nvSpPr>
          <p:cNvPr id="1578" name="Google Shape;1578;p63"/>
          <p:cNvSpPr txBox="1"/>
          <p:nvPr>
            <p:ph idx="1" type="body"/>
          </p:nvPr>
        </p:nvSpPr>
        <p:spPr>
          <a:xfrm>
            <a:off x="228600" y="1066800"/>
            <a:ext cx="86868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Draw the network.</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Analyze the paths through the network and find the critical path.</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The length of the critical path is the mean of the project duration probability distribution which is assumed to be normal</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The standard deviation of the project duration probability distribution is computed by adding the variances of the critical activities (all of the activities that make up the critical path) and taking the square root of that sum</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Probability computations can now be made using the normal distribution table.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8">
                                            <p:txEl>
                                              <p:pRg end="0" st="0"/>
                                            </p:txEl>
                                          </p:spTgt>
                                        </p:tgtEl>
                                        <p:attrNameLst>
                                          <p:attrName>style.visibility</p:attrName>
                                        </p:attrNameLst>
                                      </p:cBhvr>
                                      <p:to>
                                        <p:strVal val="visible"/>
                                      </p:to>
                                    </p:set>
                                    <p:anim calcmode="lin" valueType="num">
                                      <p:cBhvr additive="base">
                                        <p:cTn dur="500"/>
                                        <p:tgtEl>
                                          <p:spTgt spid="157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8">
                                            <p:txEl>
                                              <p:pRg end="1" st="1"/>
                                            </p:txEl>
                                          </p:spTgt>
                                        </p:tgtEl>
                                        <p:attrNameLst>
                                          <p:attrName>style.visibility</p:attrName>
                                        </p:attrNameLst>
                                      </p:cBhvr>
                                      <p:to>
                                        <p:strVal val="visible"/>
                                      </p:to>
                                    </p:set>
                                    <p:anim calcmode="lin" valueType="num">
                                      <p:cBhvr additive="base">
                                        <p:cTn dur="500"/>
                                        <p:tgtEl>
                                          <p:spTgt spid="157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8">
                                            <p:txEl>
                                              <p:pRg end="2" st="2"/>
                                            </p:txEl>
                                          </p:spTgt>
                                        </p:tgtEl>
                                        <p:attrNameLst>
                                          <p:attrName>style.visibility</p:attrName>
                                        </p:attrNameLst>
                                      </p:cBhvr>
                                      <p:to>
                                        <p:strVal val="visible"/>
                                      </p:to>
                                    </p:set>
                                    <p:anim calcmode="lin" valueType="num">
                                      <p:cBhvr additive="base">
                                        <p:cTn dur="500"/>
                                        <p:tgtEl>
                                          <p:spTgt spid="157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8">
                                            <p:txEl>
                                              <p:pRg end="3" st="3"/>
                                            </p:txEl>
                                          </p:spTgt>
                                        </p:tgtEl>
                                        <p:attrNameLst>
                                          <p:attrName>style.visibility</p:attrName>
                                        </p:attrNameLst>
                                      </p:cBhvr>
                                      <p:to>
                                        <p:strVal val="visible"/>
                                      </p:to>
                                    </p:set>
                                    <p:anim calcmode="lin" valueType="num">
                                      <p:cBhvr additive="base">
                                        <p:cTn dur="500"/>
                                        <p:tgtEl>
                                          <p:spTgt spid="157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8">
                                            <p:txEl>
                                              <p:pRg end="4" st="4"/>
                                            </p:txEl>
                                          </p:spTgt>
                                        </p:tgtEl>
                                        <p:attrNameLst>
                                          <p:attrName>style.visibility</p:attrName>
                                        </p:attrNameLst>
                                      </p:cBhvr>
                                      <p:to>
                                        <p:strVal val="visible"/>
                                      </p:to>
                                    </p:set>
                                    <p:anim calcmode="lin" valueType="num">
                                      <p:cBhvr additive="base">
                                        <p:cTn dur="500"/>
                                        <p:tgtEl>
                                          <p:spTgt spid="157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2" name="Shape 1582"/>
        <p:cNvGrpSpPr/>
        <p:nvPr/>
      </p:nvGrpSpPr>
      <p:grpSpPr>
        <a:xfrm>
          <a:off x="0" y="0"/>
          <a:ext cx="0" cy="0"/>
          <a:chOff x="0" y="0"/>
          <a:chExt cx="0" cy="0"/>
        </a:xfrm>
      </p:grpSpPr>
      <p:sp>
        <p:nvSpPr>
          <p:cNvPr id="1583" name="Google Shape;1583;p6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Probability computation</a:t>
            </a:r>
            <a:endParaRPr/>
          </a:p>
        </p:txBody>
      </p:sp>
      <p:sp>
        <p:nvSpPr>
          <p:cNvPr id="1584" name="Google Shape;1584;p64"/>
          <p:cNvSpPr txBox="1"/>
          <p:nvPr/>
        </p:nvSpPr>
        <p:spPr>
          <a:xfrm>
            <a:off x="266700" y="1600200"/>
            <a:ext cx="86106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Determine probability that project is completed within specified time</a:t>
            </a:r>
            <a:endParaRPr b="0" i="0" sz="1400" u="none" cap="none" strike="noStrike">
              <a:solidFill>
                <a:srgbClr val="000000"/>
              </a:solidFill>
              <a:latin typeface="Arial"/>
              <a:ea typeface="Arial"/>
              <a:cs typeface="Arial"/>
              <a:sym typeface="Arial"/>
            </a:endParaRPr>
          </a:p>
        </p:txBody>
      </p:sp>
      <p:grpSp>
        <p:nvGrpSpPr>
          <p:cNvPr id="1585" name="Google Shape;1585;p64"/>
          <p:cNvGrpSpPr/>
          <p:nvPr/>
        </p:nvGrpSpPr>
        <p:grpSpPr>
          <a:xfrm>
            <a:off x="1524000" y="2438400"/>
            <a:ext cx="1828800" cy="990600"/>
            <a:chOff x="960" y="1536"/>
            <a:chExt cx="1152" cy="624"/>
          </a:xfrm>
        </p:grpSpPr>
        <p:sp>
          <p:nvSpPr>
            <p:cNvPr id="1586" name="Google Shape;1586;p64"/>
            <p:cNvSpPr txBox="1"/>
            <p:nvPr/>
          </p:nvSpPr>
          <p:spPr>
            <a:xfrm>
              <a:off x="960" y="1728"/>
              <a:ext cx="43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Z = </a:t>
              </a:r>
              <a:endParaRPr b="0" i="0" sz="1400" u="none" cap="none" strike="noStrike">
                <a:solidFill>
                  <a:srgbClr val="000000"/>
                </a:solidFill>
                <a:latin typeface="Arial"/>
                <a:ea typeface="Arial"/>
                <a:cs typeface="Arial"/>
                <a:sym typeface="Arial"/>
              </a:endParaRPr>
            </a:p>
          </p:txBody>
        </p:sp>
        <p:sp>
          <p:nvSpPr>
            <p:cNvPr id="1587" name="Google Shape;1587;p64"/>
            <p:cNvSpPr txBox="1"/>
            <p:nvPr/>
          </p:nvSpPr>
          <p:spPr>
            <a:xfrm>
              <a:off x="1536" y="1536"/>
              <a:ext cx="483"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x - μ</a:t>
              </a:r>
              <a:endParaRPr b="0" i="0" sz="1400" u="none" cap="none" strike="noStrike">
                <a:solidFill>
                  <a:srgbClr val="000000"/>
                </a:solidFill>
                <a:latin typeface="Arial"/>
                <a:ea typeface="Arial"/>
                <a:cs typeface="Arial"/>
                <a:sym typeface="Arial"/>
              </a:endParaRPr>
            </a:p>
          </p:txBody>
        </p:sp>
        <p:sp>
          <p:nvSpPr>
            <p:cNvPr id="1588" name="Google Shape;1588;p64"/>
            <p:cNvSpPr txBox="1"/>
            <p:nvPr/>
          </p:nvSpPr>
          <p:spPr>
            <a:xfrm>
              <a:off x="1584" y="1872"/>
              <a:ext cx="232"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σ</a:t>
              </a:r>
              <a:endParaRPr b="0" i="0" sz="1400" u="none" cap="none" strike="noStrike">
                <a:solidFill>
                  <a:srgbClr val="000000"/>
                </a:solidFill>
                <a:latin typeface="Arial"/>
                <a:ea typeface="Arial"/>
                <a:cs typeface="Arial"/>
                <a:sym typeface="Arial"/>
              </a:endParaRPr>
            </a:p>
          </p:txBody>
        </p:sp>
        <p:cxnSp>
          <p:nvCxnSpPr>
            <p:cNvPr id="1589" name="Google Shape;1589;p64"/>
            <p:cNvCxnSpPr/>
            <p:nvPr/>
          </p:nvCxnSpPr>
          <p:spPr>
            <a:xfrm>
              <a:off x="1392" y="1872"/>
              <a:ext cx="720" cy="0"/>
            </a:xfrm>
            <a:prstGeom prst="straightConnector1">
              <a:avLst/>
            </a:prstGeom>
            <a:noFill/>
            <a:ln cap="flat" cmpd="sng" w="9525">
              <a:solidFill>
                <a:schemeClr val="dk1"/>
              </a:solidFill>
              <a:prstDash val="solid"/>
              <a:miter lim="800000"/>
              <a:headEnd len="sm" w="sm" type="none"/>
              <a:tailEnd len="sm" w="sm" type="none"/>
            </a:ln>
          </p:spPr>
        </p:cxnSp>
      </p:grpSp>
      <p:sp>
        <p:nvSpPr>
          <p:cNvPr id="1590" name="Google Shape;1590;p64"/>
          <p:cNvSpPr txBox="1"/>
          <p:nvPr/>
        </p:nvSpPr>
        <p:spPr>
          <a:xfrm>
            <a:off x="457200" y="3429000"/>
            <a:ext cx="762000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where μ = t</a:t>
            </a:r>
            <a:r>
              <a:rPr b="0" baseline="-25000" i="0" lang="en-US" sz="2400" u="none" cap="none" strike="noStrike">
                <a:solidFill>
                  <a:schemeClr val="dk1"/>
                </a:solidFill>
                <a:latin typeface="Times New Roman"/>
                <a:ea typeface="Times New Roman"/>
                <a:cs typeface="Times New Roman"/>
                <a:sym typeface="Times New Roman"/>
              </a:rPr>
              <a:t>p</a:t>
            </a:r>
            <a:r>
              <a:rPr b="0" i="0" lang="en-US" sz="2400" u="none" cap="none" strike="noStrike">
                <a:solidFill>
                  <a:schemeClr val="dk1"/>
                </a:solidFill>
                <a:latin typeface="Times New Roman"/>
                <a:ea typeface="Times New Roman"/>
                <a:cs typeface="Times New Roman"/>
                <a:sym typeface="Times New Roman"/>
              </a:rPr>
              <a:t> = project mean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σ = project standard mean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	x = (proposed ) specified time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84"/>
                                        </p:tgtEl>
                                        <p:attrNameLst>
                                          <p:attrName>style.visibility</p:attrName>
                                        </p:attrNameLst>
                                      </p:cBhvr>
                                      <p:to>
                                        <p:strVal val="visible"/>
                                      </p:to>
                                    </p:set>
                                    <p:anim calcmode="lin" valueType="num">
                                      <p:cBhvr additive="base">
                                        <p:cTn dur="500"/>
                                        <p:tgtEl>
                                          <p:spTgt spid="158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0"/>
                                        </p:tgtEl>
                                        <p:attrNameLst>
                                          <p:attrName>style.visibility</p:attrName>
                                        </p:attrNameLst>
                                      </p:cBhvr>
                                      <p:to>
                                        <p:strVal val="visible"/>
                                      </p:to>
                                    </p:set>
                                    <p:anim calcmode="lin" valueType="num">
                                      <p:cBhvr additive="base">
                                        <p:cTn dur="500"/>
                                        <p:tgtEl>
                                          <p:spTgt spid="159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95" name="Shape 1595"/>
        <p:cNvGrpSpPr/>
        <p:nvPr/>
      </p:nvGrpSpPr>
      <p:grpSpPr>
        <a:xfrm>
          <a:off x="0" y="0"/>
          <a:ext cx="0" cy="0"/>
          <a:chOff x="0" y="0"/>
          <a:chExt cx="0" cy="0"/>
        </a:xfrm>
      </p:grpSpPr>
      <p:sp>
        <p:nvSpPr>
          <p:cNvPr id="1596" name="Google Shape;1596;p65"/>
          <p:cNvSpPr txBox="1"/>
          <p:nvPr>
            <p:ph type="title"/>
          </p:nvPr>
        </p:nvSpPr>
        <p:spPr>
          <a:xfrm>
            <a:off x="1031875" y="152400"/>
            <a:ext cx="7078662" cy="611187"/>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PERT Example </a:t>
            </a:r>
            <a:endParaRPr/>
          </a:p>
        </p:txBody>
      </p:sp>
      <p:sp>
        <p:nvSpPr>
          <p:cNvPr id="1597" name="Google Shape;1597;p65"/>
          <p:cNvSpPr txBox="1"/>
          <p:nvPr>
            <p:ph idx="1" type="body"/>
          </p:nvPr>
        </p:nvSpPr>
        <p:spPr>
          <a:xfrm>
            <a:off x="304800" y="838200"/>
            <a:ext cx="8686800" cy="58674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Immed.  Optimistic   Most Likely   Pessimistic</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sng">
                <a:solidFill>
                  <a:schemeClr val="dk1"/>
                </a:solidFill>
                <a:latin typeface="Garamond"/>
                <a:ea typeface="Garamond"/>
                <a:cs typeface="Garamond"/>
                <a:sym typeface="Garamond"/>
              </a:rPr>
              <a:t>Activity</a:t>
            </a:r>
            <a:r>
              <a:rPr b="0" i="0" lang="en-US" sz="2400" u="none">
                <a:solidFill>
                  <a:schemeClr val="dk1"/>
                </a:solidFill>
                <a:latin typeface="Garamond"/>
                <a:ea typeface="Garamond"/>
                <a:cs typeface="Garamond"/>
                <a:sym typeface="Garamond"/>
              </a:rPr>
              <a:t>   </a:t>
            </a:r>
            <a:r>
              <a:rPr b="0" i="0" lang="en-US" sz="2400" u="sng">
                <a:solidFill>
                  <a:schemeClr val="dk1"/>
                </a:solidFill>
                <a:latin typeface="Garamond"/>
                <a:ea typeface="Garamond"/>
                <a:cs typeface="Garamond"/>
                <a:sym typeface="Garamond"/>
              </a:rPr>
              <a:t>Predec.</a:t>
            </a:r>
            <a:r>
              <a:rPr b="0" i="0" lang="en-US" sz="2400" u="none">
                <a:solidFill>
                  <a:schemeClr val="dk1"/>
                </a:solidFill>
                <a:latin typeface="Garamond"/>
                <a:ea typeface="Garamond"/>
                <a:cs typeface="Garamond"/>
                <a:sym typeface="Garamond"/>
              </a:rPr>
              <a:t>   </a:t>
            </a:r>
            <a:r>
              <a:rPr b="0" i="0" lang="en-US" sz="2400" u="sng">
                <a:solidFill>
                  <a:schemeClr val="dk1"/>
                </a:solidFill>
                <a:latin typeface="Garamond"/>
                <a:ea typeface="Garamond"/>
                <a:cs typeface="Garamond"/>
                <a:sym typeface="Garamond"/>
              </a:rPr>
              <a:t>Time (Hr.</a:t>
            </a:r>
            <a:r>
              <a:rPr b="0" i="0" lang="en-US" sz="2400" u="none">
                <a:solidFill>
                  <a:schemeClr val="dk1"/>
                </a:solidFill>
                <a:latin typeface="Garamond"/>
                <a:ea typeface="Garamond"/>
                <a:cs typeface="Garamond"/>
                <a:sym typeface="Garamond"/>
              </a:rPr>
              <a:t>)   </a:t>
            </a:r>
            <a:r>
              <a:rPr b="0" i="0" lang="en-US" sz="2400" u="sng">
                <a:solidFill>
                  <a:schemeClr val="dk1"/>
                </a:solidFill>
                <a:latin typeface="Garamond"/>
                <a:ea typeface="Garamond"/>
                <a:cs typeface="Garamond"/>
                <a:sym typeface="Garamond"/>
              </a:rPr>
              <a:t>Time (Hr.)</a:t>
            </a:r>
            <a:r>
              <a:rPr b="0" i="0" lang="en-US" sz="2400" u="none">
                <a:solidFill>
                  <a:schemeClr val="dk1"/>
                </a:solidFill>
                <a:latin typeface="Garamond"/>
                <a:ea typeface="Garamond"/>
                <a:cs typeface="Garamond"/>
                <a:sym typeface="Garamond"/>
              </a:rPr>
              <a:t>     </a:t>
            </a:r>
            <a:r>
              <a:rPr b="0" i="0" lang="en-US" sz="2400" u="sng">
                <a:solidFill>
                  <a:schemeClr val="dk1"/>
                </a:solidFill>
                <a:latin typeface="Garamond"/>
                <a:ea typeface="Garamond"/>
                <a:cs typeface="Garamond"/>
                <a:sym typeface="Garamond"/>
              </a:rPr>
              <a:t>Time (Hr.)</a:t>
            </a:r>
            <a:r>
              <a:rPr b="0" i="0" lang="en-US" sz="2400" u="none">
                <a:solidFill>
                  <a:schemeClr val="dk1"/>
                </a:solidFill>
                <a:latin typeface="Garamond"/>
                <a:ea typeface="Garamond"/>
                <a:cs typeface="Garamond"/>
                <a:sym typeface="Garamond"/>
              </a:rPr>
              <a:t> </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A            --                4                  6                   8</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B            --                1                 4.5                 5</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C            A                3                  3                   3</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D            A                4                  5                   6 </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E            A               0.5                1                  1.5</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F           B,C              3                  4                   5</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G          B,C              1                 1.5                 5</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H          E,F               5                  6                   7</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I            E,F              2                  5                    8</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J           D,H             2.5              2.75               4.5</a:t>
            </a:r>
            <a:endParaRPr/>
          </a:p>
          <a:p>
            <a:pPr indent="-342900" lvl="0" marL="342900" marR="0" rtl="0" algn="l">
              <a:lnSpc>
                <a:spcPct val="10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K          G,I               3                  5                   7</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0" st="0"/>
                                            </p:txEl>
                                          </p:spTgt>
                                        </p:tgtEl>
                                        <p:attrNameLst>
                                          <p:attrName>style.visibility</p:attrName>
                                        </p:attrNameLst>
                                      </p:cBhvr>
                                      <p:to>
                                        <p:strVal val="visible"/>
                                      </p:to>
                                    </p:set>
                                    <p:anim calcmode="lin" valueType="num">
                                      <p:cBhvr additive="base">
                                        <p:cTn dur="500"/>
                                        <p:tgtEl>
                                          <p:spTgt spid="159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1" st="1"/>
                                            </p:txEl>
                                          </p:spTgt>
                                        </p:tgtEl>
                                        <p:attrNameLst>
                                          <p:attrName>style.visibility</p:attrName>
                                        </p:attrNameLst>
                                      </p:cBhvr>
                                      <p:to>
                                        <p:strVal val="visible"/>
                                      </p:to>
                                    </p:set>
                                    <p:anim calcmode="lin" valueType="num">
                                      <p:cBhvr additive="base">
                                        <p:cTn dur="500"/>
                                        <p:tgtEl>
                                          <p:spTgt spid="159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2" st="2"/>
                                            </p:txEl>
                                          </p:spTgt>
                                        </p:tgtEl>
                                        <p:attrNameLst>
                                          <p:attrName>style.visibility</p:attrName>
                                        </p:attrNameLst>
                                      </p:cBhvr>
                                      <p:to>
                                        <p:strVal val="visible"/>
                                      </p:to>
                                    </p:set>
                                    <p:anim calcmode="lin" valueType="num">
                                      <p:cBhvr additive="base">
                                        <p:cTn dur="500"/>
                                        <p:tgtEl>
                                          <p:spTgt spid="159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3" st="3"/>
                                            </p:txEl>
                                          </p:spTgt>
                                        </p:tgtEl>
                                        <p:attrNameLst>
                                          <p:attrName>style.visibility</p:attrName>
                                        </p:attrNameLst>
                                      </p:cBhvr>
                                      <p:to>
                                        <p:strVal val="visible"/>
                                      </p:to>
                                    </p:set>
                                    <p:anim calcmode="lin" valueType="num">
                                      <p:cBhvr additive="base">
                                        <p:cTn dur="500"/>
                                        <p:tgtEl>
                                          <p:spTgt spid="159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4" st="4"/>
                                            </p:txEl>
                                          </p:spTgt>
                                        </p:tgtEl>
                                        <p:attrNameLst>
                                          <p:attrName>style.visibility</p:attrName>
                                        </p:attrNameLst>
                                      </p:cBhvr>
                                      <p:to>
                                        <p:strVal val="visible"/>
                                      </p:to>
                                    </p:set>
                                    <p:anim calcmode="lin" valueType="num">
                                      <p:cBhvr additive="base">
                                        <p:cTn dur="500"/>
                                        <p:tgtEl>
                                          <p:spTgt spid="159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5" st="5"/>
                                            </p:txEl>
                                          </p:spTgt>
                                        </p:tgtEl>
                                        <p:attrNameLst>
                                          <p:attrName>style.visibility</p:attrName>
                                        </p:attrNameLst>
                                      </p:cBhvr>
                                      <p:to>
                                        <p:strVal val="visible"/>
                                      </p:to>
                                    </p:set>
                                    <p:anim calcmode="lin" valueType="num">
                                      <p:cBhvr additive="base">
                                        <p:cTn dur="500"/>
                                        <p:tgtEl>
                                          <p:spTgt spid="1597">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6" st="6"/>
                                            </p:txEl>
                                          </p:spTgt>
                                        </p:tgtEl>
                                        <p:attrNameLst>
                                          <p:attrName>style.visibility</p:attrName>
                                        </p:attrNameLst>
                                      </p:cBhvr>
                                      <p:to>
                                        <p:strVal val="visible"/>
                                      </p:to>
                                    </p:set>
                                    <p:anim calcmode="lin" valueType="num">
                                      <p:cBhvr additive="base">
                                        <p:cTn dur="500"/>
                                        <p:tgtEl>
                                          <p:spTgt spid="1597">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7" st="7"/>
                                            </p:txEl>
                                          </p:spTgt>
                                        </p:tgtEl>
                                        <p:attrNameLst>
                                          <p:attrName>style.visibility</p:attrName>
                                        </p:attrNameLst>
                                      </p:cBhvr>
                                      <p:to>
                                        <p:strVal val="visible"/>
                                      </p:to>
                                    </p:set>
                                    <p:anim calcmode="lin" valueType="num">
                                      <p:cBhvr additive="base">
                                        <p:cTn dur="500"/>
                                        <p:tgtEl>
                                          <p:spTgt spid="1597">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8" st="8"/>
                                            </p:txEl>
                                          </p:spTgt>
                                        </p:tgtEl>
                                        <p:attrNameLst>
                                          <p:attrName>style.visibility</p:attrName>
                                        </p:attrNameLst>
                                      </p:cBhvr>
                                      <p:to>
                                        <p:strVal val="visible"/>
                                      </p:to>
                                    </p:set>
                                    <p:anim calcmode="lin" valueType="num">
                                      <p:cBhvr additive="base">
                                        <p:cTn dur="500"/>
                                        <p:tgtEl>
                                          <p:spTgt spid="1597">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9" st="9"/>
                                            </p:txEl>
                                          </p:spTgt>
                                        </p:tgtEl>
                                        <p:attrNameLst>
                                          <p:attrName>style.visibility</p:attrName>
                                        </p:attrNameLst>
                                      </p:cBhvr>
                                      <p:to>
                                        <p:strVal val="visible"/>
                                      </p:to>
                                    </p:set>
                                    <p:anim calcmode="lin" valueType="num">
                                      <p:cBhvr additive="base">
                                        <p:cTn dur="500"/>
                                        <p:tgtEl>
                                          <p:spTgt spid="1597">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10" st="10"/>
                                            </p:txEl>
                                          </p:spTgt>
                                        </p:tgtEl>
                                        <p:attrNameLst>
                                          <p:attrName>style.visibility</p:attrName>
                                        </p:attrNameLst>
                                      </p:cBhvr>
                                      <p:to>
                                        <p:strVal val="visible"/>
                                      </p:to>
                                    </p:set>
                                    <p:anim calcmode="lin" valueType="num">
                                      <p:cBhvr additive="base">
                                        <p:cTn dur="500"/>
                                        <p:tgtEl>
                                          <p:spTgt spid="1597">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11" st="11"/>
                                            </p:txEl>
                                          </p:spTgt>
                                        </p:tgtEl>
                                        <p:attrNameLst>
                                          <p:attrName>style.visibility</p:attrName>
                                        </p:attrNameLst>
                                      </p:cBhvr>
                                      <p:to>
                                        <p:strVal val="visible"/>
                                      </p:to>
                                    </p:set>
                                    <p:anim calcmode="lin" valueType="num">
                                      <p:cBhvr additive="base">
                                        <p:cTn dur="500"/>
                                        <p:tgtEl>
                                          <p:spTgt spid="1597">
                                            <p:txEl>
                                              <p:pRg end="11" st="1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97">
                                            <p:txEl>
                                              <p:pRg end="12" st="12"/>
                                            </p:txEl>
                                          </p:spTgt>
                                        </p:tgtEl>
                                        <p:attrNameLst>
                                          <p:attrName>style.visibility</p:attrName>
                                        </p:attrNameLst>
                                      </p:cBhvr>
                                      <p:to>
                                        <p:strVal val="visible"/>
                                      </p:to>
                                    </p:set>
                                    <p:anim calcmode="lin" valueType="num">
                                      <p:cBhvr additive="base">
                                        <p:cTn dur="500"/>
                                        <p:tgtEl>
                                          <p:spTgt spid="1597">
                                            <p:txEl>
                                              <p:pRg end="12" st="1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2" name="Shape 1602"/>
        <p:cNvGrpSpPr/>
        <p:nvPr/>
      </p:nvGrpSpPr>
      <p:grpSpPr>
        <a:xfrm>
          <a:off x="0" y="0"/>
          <a:ext cx="0" cy="0"/>
          <a:chOff x="0" y="0"/>
          <a:chExt cx="0" cy="0"/>
        </a:xfrm>
      </p:grpSpPr>
      <p:sp>
        <p:nvSpPr>
          <p:cNvPr id="1603" name="Google Shape;1603;p66"/>
          <p:cNvSpPr txBox="1"/>
          <p:nvPr>
            <p:ph type="title"/>
          </p:nvPr>
        </p:nvSpPr>
        <p:spPr>
          <a:xfrm>
            <a:off x="762000" y="152400"/>
            <a:ext cx="7078662" cy="611187"/>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PERT Example</a:t>
            </a:r>
            <a:endParaRPr/>
          </a:p>
        </p:txBody>
      </p:sp>
      <p:sp>
        <p:nvSpPr>
          <p:cNvPr id="1604" name="Google Shape;1604;p66"/>
          <p:cNvSpPr/>
          <p:nvPr/>
        </p:nvSpPr>
        <p:spPr>
          <a:xfrm>
            <a:off x="6699250" y="3892550"/>
            <a:ext cx="512762" cy="520700"/>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05" name="Google Shape;1605;p66"/>
          <p:cNvSpPr/>
          <p:nvPr/>
        </p:nvSpPr>
        <p:spPr>
          <a:xfrm>
            <a:off x="2971800" y="1987550"/>
            <a:ext cx="558800" cy="561975"/>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06" name="Google Shape;1606;p66"/>
          <p:cNvSpPr/>
          <p:nvPr/>
        </p:nvSpPr>
        <p:spPr>
          <a:xfrm>
            <a:off x="5646737" y="1987550"/>
            <a:ext cx="595312" cy="561975"/>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07" name="Google Shape;1607;p66"/>
          <p:cNvSpPr/>
          <p:nvPr/>
        </p:nvSpPr>
        <p:spPr>
          <a:xfrm>
            <a:off x="3017837" y="5541962"/>
            <a:ext cx="512762" cy="547687"/>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cxnSp>
        <p:nvCxnSpPr>
          <p:cNvPr id="1608" name="Google Shape;1608;p66"/>
          <p:cNvCxnSpPr/>
          <p:nvPr/>
        </p:nvCxnSpPr>
        <p:spPr>
          <a:xfrm flipH="1" rot="10800000">
            <a:off x="2054225" y="2549525"/>
            <a:ext cx="1127125" cy="1327150"/>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09" name="Google Shape;1609;p66"/>
          <p:cNvCxnSpPr/>
          <p:nvPr/>
        </p:nvCxnSpPr>
        <p:spPr>
          <a:xfrm>
            <a:off x="3543300" y="2292350"/>
            <a:ext cx="2090737" cy="0"/>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10" name="Google Shape;1610;p66"/>
          <p:cNvCxnSpPr/>
          <p:nvPr/>
        </p:nvCxnSpPr>
        <p:spPr>
          <a:xfrm>
            <a:off x="6084887" y="2562225"/>
            <a:ext cx="776287" cy="1301750"/>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11" name="Google Shape;1611;p66"/>
          <p:cNvCxnSpPr/>
          <p:nvPr/>
        </p:nvCxnSpPr>
        <p:spPr>
          <a:xfrm flipH="1">
            <a:off x="5784850" y="4391025"/>
            <a:ext cx="1023937" cy="1241425"/>
          </a:xfrm>
          <a:prstGeom prst="straightConnector1">
            <a:avLst/>
          </a:prstGeom>
          <a:noFill/>
          <a:ln cap="flat" cmpd="sng" w="12700">
            <a:solidFill>
              <a:srgbClr val="FFFFFF"/>
            </a:solidFill>
            <a:prstDash val="solid"/>
            <a:miter lim="800000"/>
            <a:headEnd len="med" w="med" type="triangle"/>
            <a:tailEnd len="sm" w="sm" type="none"/>
          </a:ln>
          <a:effectLst>
            <a:outerShdw blurRad="63500" dir="2700000" dist="17960">
              <a:srgbClr val="000000"/>
            </a:outerShdw>
          </a:effectLst>
        </p:spPr>
      </p:cxnSp>
      <p:cxnSp>
        <p:nvCxnSpPr>
          <p:cNvPr id="1612" name="Google Shape;1612;p66"/>
          <p:cNvCxnSpPr/>
          <p:nvPr/>
        </p:nvCxnSpPr>
        <p:spPr>
          <a:xfrm rot="10800000">
            <a:off x="3530600" y="5799137"/>
            <a:ext cx="1941512" cy="0"/>
          </a:xfrm>
          <a:prstGeom prst="straightConnector1">
            <a:avLst/>
          </a:prstGeom>
          <a:noFill/>
          <a:ln cap="flat" cmpd="sng" w="12700">
            <a:solidFill>
              <a:srgbClr val="FFFFFF"/>
            </a:solidFill>
            <a:prstDash val="solid"/>
            <a:miter lim="800000"/>
            <a:headEnd len="med" w="med" type="triangle"/>
            <a:tailEnd len="sm" w="sm" type="none"/>
          </a:ln>
          <a:effectLst>
            <a:outerShdw blurRad="63500" dir="2700000" dist="17960">
              <a:srgbClr val="000000"/>
            </a:outerShdw>
          </a:effectLst>
        </p:spPr>
      </p:cxnSp>
      <p:cxnSp>
        <p:nvCxnSpPr>
          <p:cNvPr id="1613" name="Google Shape;1613;p66"/>
          <p:cNvCxnSpPr/>
          <p:nvPr/>
        </p:nvCxnSpPr>
        <p:spPr>
          <a:xfrm rot="10800000">
            <a:off x="2128837" y="4214812"/>
            <a:ext cx="1065212" cy="1327150"/>
          </a:xfrm>
          <a:prstGeom prst="straightConnector1">
            <a:avLst/>
          </a:prstGeom>
          <a:noFill/>
          <a:ln cap="flat" cmpd="sng" w="12700">
            <a:solidFill>
              <a:srgbClr val="FFFFFF"/>
            </a:solidFill>
            <a:prstDash val="solid"/>
            <a:miter lim="800000"/>
            <a:headEnd len="med" w="med" type="triangle"/>
            <a:tailEnd len="sm" w="sm" type="none"/>
          </a:ln>
          <a:effectLst>
            <a:outerShdw blurRad="63500" dir="2700000" dist="17960">
              <a:srgbClr val="000000"/>
            </a:outerShdw>
          </a:effectLst>
        </p:spPr>
      </p:cxnSp>
      <p:cxnSp>
        <p:nvCxnSpPr>
          <p:cNvPr id="1614" name="Google Shape;1614;p66"/>
          <p:cNvCxnSpPr/>
          <p:nvPr/>
        </p:nvCxnSpPr>
        <p:spPr>
          <a:xfrm>
            <a:off x="3281362" y="2562225"/>
            <a:ext cx="950912" cy="1389062"/>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15" name="Google Shape;1615;p66"/>
          <p:cNvCxnSpPr/>
          <p:nvPr/>
        </p:nvCxnSpPr>
        <p:spPr>
          <a:xfrm flipH="1" rot="10800000">
            <a:off x="4595812" y="2549525"/>
            <a:ext cx="1125537" cy="1414462"/>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16" name="Google Shape;1616;p66"/>
          <p:cNvCxnSpPr/>
          <p:nvPr/>
        </p:nvCxnSpPr>
        <p:spPr>
          <a:xfrm>
            <a:off x="4595812" y="4314825"/>
            <a:ext cx="950912" cy="1214437"/>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sp>
        <p:nvSpPr>
          <p:cNvPr id="1617" name="Google Shape;1617;p66"/>
          <p:cNvSpPr txBox="1"/>
          <p:nvPr/>
        </p:nvSpPr>
        <p:spPr>
          <a:xfrm>
            <a:off x="2109787" y="2881312"/>
            <a:ext cx="395287"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1618" name="Google Shape;1618;p66"/>
          <p:cNvSpPr txBox="1"/>
          <p:nvPr/>
        </p:nvSpPr>
        <p:spPr>
          <a:xfrm>
            <a:off x="4213225" y="1917700"/>
            <a:ext cx="40957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D</a:t>
            </a:r>
            <a:endParaRPr b="0" i="0" sz="1400" u="none" cap="none" strike="noStrike">
              <a:solidFill>
                <a:srgbClr val="000000"/>
              </a:solidFill>
              <a:latin typeface="Arial"/>
              <a:ea typeface="Arial"/>
              <a:cs typeface="Arial"/>
              <a:sym typeface="Arial"/>
            </a:endParaRPr>
          </a:p>
        </p:txBody>
      </p:sp>
      <p:sp>
        <p:nvSpPr>
          <p:cNvPr id="1619" name="Google Shape;1619;p66"/>
          <p:cNvSpPr txBox="1"/>
          <p:nvPr/>
        </p:nvSpPr>
        <p:spPr>
          <a:xfrm>
            <a:off x="3336925" y="3933825"/>
            <a:ext cx="40957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1620" name="Google Shape;1620;p66"/>
          <p:cNvSpPr txBox="1"/>
          <p:nvPr/>
        </p:nvSpPr>
        <p:spPr>
          <a:xfrm>
            <a:off x="2547937" y="4470400"/>
            <a:ext cx="395287"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1621" name="Google Shape;1621;p66"/>
          <p:cNvSpPr txBox="1"/>
          <p:nvPr/>
        </p:nvSpPr>
        <p:spPr>
          <a:xfrm>
            <a:off x="3951287" y="4810125"/>
            <a:ext cx="381000"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a:t>
            </a:r>
            <a:endParaRPr b="0" i="0" sz="1400" u="none" cap="none" strike="noStrike">
              <a:solidFill>
                <a:srgbClr val="000000"/>
              </a:solidFill>
              <a:latin typeface="Arial"/>
              <a:ea typeface="Arial"/>
              <a:cs typeface="Arial"/>
              <a:sym typeface="Arial"/>
            </a:endParaRPr>
          </a:p>
        </p:txBody>
      </p:sp>
      <p:sp>
        <p:nvSpPr>
          <p:cNvPr id="1622" name="Google Shape;1622;p66"/>
          <p:cNvSpPr txBox="1"/>
          <p:nvPr/>
        </p:nvSpPr>
        <p:spPr>
          <a:xfrm>
            <a:off x="3687762" y="2881312"/>
            <a:ext cx="395287"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E</a:t>
            </a:r>
            <a:endParaRPr b="0" i="0" sz="1400" u="none" cap="none" strike="noStrike">
              <a:solidFill>
                <a:srgbClr val="000000"/>
              </a:solidFill>
              <a:latin typeface="Arial"/>
              <a:ea typeface="Arial"/>
              <a:cs typeface="Arial"/>
              <a:sym typeface="Arial"/>
            </a:endParaRPr>
          </a:p>
        </p:txBody>
      </p:sp>
      <p:sp>
        <p:nvSpPr>
          <p:cNvPr id="1623" name="Google Shape;1623;p66"/>
          <p:cNvSpPr txBox="1"/>
          <p:nvPr/>
        </p:nvSpPr>
        <p:spPr>
          <a:xfrm>
            <a:off x="4300537" y="5346700"/>
            <a:ext cx="42227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G</a:t>
            </a:r>
            <a:endParaRPr b="0" i="0" sz="1400" u="none" cap="none" strike="noStrike">
              <a:solidFill>
                <a:srgbClr val="000000"/>
              </a:solidFill>
              <a:latin typeface="Arial"/>
              <a:ea typeface="Arial"/>
              <a:cs typeface="Arial"/>
              <a:sym typeface="Arial"/>
            </a:endParaRPr>
          </a:p>
        </p:txBody>
      </p:sp>
      <p:sp>
        <p:nvSpPr>
          <p:cNvPr id="1624" name="Google Shape;1624;p66"/>
          <p:cNvSpPr txBox="1"/>
          <p:nvPr/>
        </p:nvSpPr>
        <p:spPr>
          <a:xfrm>
            <a:off x="5078412" y="4546600"/>
            <a:ext cx="29527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I</a:t>
            </a:r>
            <a:endParaRPr b="0" i="0" sz="1400" u="none" cap="none" strike="noStrike">
              <a:solidFill>
                <a:srgbClr val="000000"/>
              </a:solidFill>
              <a:latin typeface="Arial"/>
              <a:ea typeface="Arial"/>
              <a:cs typeface="Arial"/>
              <a:sym typeface="Arial"/>
            </a:endParaRPr>
          </a:p>
        </p:txBody>
      </p:sp>
      <p:sp>
        <p:nvSpPr>
          <p:cNvPr id="1625" name="Google Shape;1625;p66"/>
          <p:cNvSpPr txBox="1"/>
          <p:nvPr/>
        </p:nvSpPr>
        <p:spPr>
          <a:xfrm>
            <a:off x="4827587" y="2881312"/>
            <a:ext cx="40957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H</a:t>
            </a:r>
            <a:endParaRPr b="0" i="0" sz="1400" u="none" cap="none" strike="noStrike">
              <a:solidFill>
                <a:srgbClr val="000000"/>
              </a:solidFill>
              <a:latin typeface="Arial"/>
              <a:ea typeface="Arial"/>
              <a:cs typeface="Arial"/>
              <a:sym typeface="Arial"/>
            </a:endParaRPr>
          </a:p>
        </p:txBody>
      </p:sp>
      <p:sp>
        <p:nvSpPr>
          <p:cNvPr id="1626" name="Google Shape;1626;p66"/>
          <p:cNvSpPr txBox="1"/>
          <p:nvPr/>
        </p:nvSpPr>
        <p:spPr>
          <a:xfrm>
            <a:off x="5978525" y="4646612"/>
            <a:ext cx="395287"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K</a:t>
            </a:r>
            <a:endParaRPr b="0" i="0" sz="1400" u="none" cap="none" strike="noStrike">
              <a:solidFill>
                <a:srgbClr val="000000"/>
              </a:solidFill>
              <a:latin typeface="Arial"/>
              <a:ea typeface="Arial"/>
              <a:cs typeface="Arial"/>
              <a:sym typeface="Arial"/>
            </a:endParaRPr>
          </a:p>
        </p:txBody>
      </p:sp>
      <p:sp>
        <p:nvSpPr>
          <p:cNvPr id="1627" name="Google Shape;1627;p66"/>
          <p:cNvSpPr txBox="1"/>
          <p:nvPr/>
        </p:nvSpPr>
        <p:spPr>
          <a:xfrm>
            <a:off x="6492875" y="2881312"/>
            <a:ext cx="352425" cy="422275"/>
          </a:xfrm>
          <a:prstGeom prst="rect">
            <a:avLst/>
          </a:prstGeom>
          <a:noFill/>
          <a:ln>
            <a:noFill/>
          </a:ln>
        </p:spPr>
        <p:txBody>
          <a:bodyPr anchorCtr="0" anchor="t" bIns="52375" lIns="106350" spcFirstLastPara="1" rIns="106350" wrap="square" tIns="52375">
            <a:spAutoFit/>
          </a:bodyPr>
          <a:lstStyle/>
          <a:p>
            <a:pPr indent="0" lvl="0" marL="0" marR="0" rtl="0" algn="l">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J</a:t>
            </a:r>
            <a:endParaRPr b="0" i="0" sz="1400" u="none" cap="none" strike="noStrike">
              <a:solidFill>
                <a:srgbClr val="000000"/>
              </a:solidFill>
              <a:latin typeface="Arial"/>
              <a:ea typeface="Arial"/>
              <a:cs typeface="Arial"/>
              <a:sym typeface="Arial"/>
            </a:endParaRPr>
          </a:p>
        </p:txBody>
      </p:sp>
      <p:cxnSp>
        <p:nvCxnSpPr>
          <p:cNvPr id="1628" name="Google Shape;1628;p66"/>
          <p:cNvCxnSpPr/>
          <p:nvPr/>
        </p:nvCxnSpPr>
        <p:spPr>
          <a:xfrm>
            <a:off x="3275012" y="2562225"/>
            <a:ext cx="0" cy="2967037"/>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cxnSp>
        <p:nvCxnSpPr>
          <p:cNvPr id="1629" name="Google Shape;1629;p66"/>
          <p:cNvCxnSpPr/>
          <p:nvPr/>
        </p:nvCxnSpPr>
        <p:spPr>
          <a:xfrm flipH="1" rot="10800000">
            <a:off x="3455987" y="4302125"/>
            <a:ext cx="776287" cy="1239837"/>
          </a:xfrm>
          <a:prstGeom prst="straightConnector1">
            <a:avLst/>
          </a:prstGeom>
          <a:noFill/>
          <a:ln cap="flat" cmpd="sng" w="12700">
            <a:solidFill>
              <a:srgbClr val="FFFFFF"/>
            </a:solidFill>
            <a:prstDash val="solid"/>
            <a:miter lim="800000"/>
            <a:headEnd len="sm" w="sm" type="none"/>
            <a:tailEnd len="med" w="med" type="triangle"/>
          </a:ln>
          <a:effectLst>
            <a:outerShdw blurRad="63500" dir="2700000" dist="17960">
              <a:srgbClr val="000000"/>
            </a:outerShdw>
          </a:effectLst>
        </p:spPr>
      </p:cxnSp>
      <p:sp>
        <p:nvSpPr>
          <p:cNvPr id="1630" name="Google Shape;1630;p66"/>
          <p:cNvSpPr/>
          <p:nvPr/>
        </p:nvSpPr>
        <p:spPr>
          <a:xfrm>
            <a:off x="1703387" y="3876675"/>
            <a:ext cx="512762" cy="536575"/>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1" name="Google Shape;1631;p66"/>
          <p:cNvSpPr/>
          <p:nvPr/>
        </p:nvSpPr>
        <p:spPr>
          <a:xfrm>
            <a:off x="5472112" y="5541962"/>
            <a:ext cx="512762" cy="547687"/>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2" name="Google Shape;1632;p66"/>
          <p:cNvSpPr/>
          <p:nvPr/>
        </p:nvSpPr>
        <p:spPr>
          <a:xfrm>
            <a:off x="4157662" y="3876675"/>
            <a:ext cx="512762" cy="536575"/>
          </a:xfrm>
          <a:prstGeom prst="ellipse">
            <a:avLst/>
          </a:prstGeom>
          <a:solidFill>
            <a:srgbClr val="0000FF"/>
          </a:solidFill>
          <a:ln cap="flat" cmpd="sng" w="12700">
            <a:solidFill>
              <a:srgbClr val="FFFFFF"/>
            </a:solidFill>
            <a:prstDash val="solid"/>
            <a:miter lim="800000"/>
            <a:headEnd len="sm" w="sm" type="none"/>
            <a:tailEnd len="sm" w="sm" type="none"/>
          </a:ln>
          <a:effectLst>
            <a:outerShdw blurRad="63500" dir="2700000" dist="17960">
              <a:srgbClr val="000000"/>
            </a:outerShdw>
          </a:effectLst>
        </p:spPr>
        <p:txBody>
          <a:bodyPr anchorCtr="0" anchor="ctr" bIns="52375" lIns="106350" spcFirstLastPara="1" rIns="106350" wrap="square" tIns="52375">
            <a:noAutofit/>
          </a:bodyPr>
          <a:lstStyle/>
          <a:p>
            <a:pPr indent="0" lvl="0" marL="0" marR="0" rtl="0" algn="ct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3" name="Google Shape;1633;p66"/>
          <p:cNvSpPr txBox="1"/>
          <p:nvPr/>
        </p:nvSpPr>
        <p:spPr>
          <a:xfrm>
            <a:off x="533400" y="914400"/>
            <a:ext cx="304800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PERT Network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33"/>
                                        </p:tgtEl>
                                        <p:attrNameLst>
                                          <p:attrName>style.visibility</p:attrName>
                                        </p:attrNameLst>
                                      </p:cBhvr>
                                      <p:to>
                                        <p:strVal val="visible"/>
                                      </p:to>
                                    </p:set>
                                    <p:anim calcmode="lin" valueType="num">
                                      <p:cBhvr additive="base">
                                        <p:cTn dur="500"/>
                                        <p:tgtEl>
                                          <p:spTgt spid="16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07"/>
                                        </p:tgtEl>
                                        <p:attrNameLst>
                                          <p:attrName>style.visibility</p:attrName>
                                        </p:attrNameLst>
                                      </p:cBhvr>
                                      <p:to>
                                        <p:strVal val="visible"/>
                                      </p:to>
                                    </p:set>
                                    <p:anim calcmode="lin" valueType="num">
                                      <p:cBhvr additive="base">
                                        <p:cTn dur="500"/>
                                        <p:tgtEl>
                                          <p:spTgt spid="16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08"/>
                                        </p:tgtEl>
                                        <p:attrNameLst>
                                          <p:attrName>style.visibility</p:attrName>
                                        </p:attrNameLst>
                                      </p:cBhvr>
                                      <p:to>
                                        <p:strVal val="visible"/>
                                      </p:to>
                                    </p:set>
                                    <p:anim calcmode="lin" valueType="num">
                                      <p:cBhvr additive="base">
                                        <p:cTn dur="500"/>
                                        <p:tgtEl>
                                          <p:spTgt spid="160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8" name="Shape 1638"/>
        <p:cNvGrpSpPr/>
        <p:nvPr/>
      </p:nvGrpSpPr>
      <p:grpSpPr>
        <a:xfrm>
          <a:off x="0" y="0"/>
          <a:ext cx="0" cy="0"/>
          <a:chOff x="0" y="0"/>
          <a:chExt cx="0" cy="0"/>
        </a:xfrm>
      </p:grpSpPr>
      <p:sp>
        <p:nvSpPr>
          <p:cNvPr id="1639" name="Google Shape;1639;p67"/>
          <p:cNvSpPr txBox="1"/>
          <p:nvPr>
            <p:ph type="title"/>
          </p:nvPr>
        </p:nvSpPr>
        <p:spPr>
          <a:xfrm>
            <a:off x="304800" y="152400"/>
            <a:ext cx="7361237" cy="5207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PERT Example</a:t>
            </a:r>
            <a:endParaRPr/>
          </a:p>
        </p:txBody>
      </p:sp>
      <p:sp>
        <p:nvSpPr>
          <p:cNvPr id="1640" name="Google Shape;1640;p67"/>
          <p:cNvSpPr txBox="1"/>
          <p:nvPr>
            <p:ph idx="1" type="body"/>
          </p:nvPr>
        </p:nvSpPr>
        <p:spPr>
          <a:xfrm>
            <a:off x="746125" y="685800"/>
            <a:ext cx="8016875" cy="5867400"/>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a:t>
            </a:r>
            <a:r>
              <a:rPr b="0" i="0" lang="en-US" sz="2600" u="sng">
                <a:solidFill>
                  <a:schemeClr val="dk1"/>
                </a:solidFill>
                <a:latin typeface="Garamond"/>
                <a:ea typeface="Garamond"/>
                <a:cs typeface="Garamond"/>
                <a:sym typeface="Garamond"/>
              </a:rPr>
              <a:t>Activity</a:t>
            </a:r>
            <a:r>
              <a:rPr b="0" i="0" lang="en-US" sz="2600" u="none">
                <a:solidFill>
                  <a:schemeClr val="dk1"/>
                </a:solidFill>
                <a:latin typeface="Garamond"/>
                <a:ea typeface="Garamond"/>
                <a:cs typeface="Garamond"/>
                <a:sym typeface="Garamond"/>
              </a:rPr>
              <a:t>     </a:t>
            </a:r>
            <a:r>
              <a:rPr b="0" i="0" lang="en-US" sz="2600" u="sng">
                <a:solidFill>
                  <a:schemeClr val="dk1"/>
                </a:solidFill>
                <a:latin typeface="Garamond"/>
                <a:ea typeface="Garamond"/>
                <a:cs typeface="Garamond"/>
                <a:sym typeface="Garamond"/>
              </a:rPr>
              <a:t>Expected Time</a:t>
            </a:r>
            <a:r>
              <a:rPr b="0" i="0" lang="en-US" sz="2600" u="none">
                <a:solidFill>
                  <a:schemeClr val="dk1"/>
                </a:solidFill>
                <a:latin typeface="Garamond"/>
                <a:ea typeface="Garamond"/>
                <a:cs typeface="Garamond"/>
                <a:sym typeface="Garamond"/>
              </a:rPr>
              <a:t>     </a:t>
            </a:r>
            <a:r>
              <a:rPr b="0" i="0" lang="en-US" sz="2600" u="sng">
                <a:solidFill>
                  <a:schemeClr val="dk1"/>
                </a:solidFill>
                <a:latin typeface="Garamond"/>
                <a:ea typeface="Garamond"/>
                <a:cs typeface="Garamond"/>
                <a:sym typeface="Garamond"/>
              </a:rPr>
              <a:t>Variance</a:t>
            </a:r>
            <a:endParaRPr b="0" i="0" sz="2600" u="none">
              <a:solidFill>
                <a:schemeClr val="dk1"/>
              </a:solidFill>
              <a:latin typeface="Garamond"/>
              <a:ea typeface="Garamond"/>
              <a:cs typeface="Garamond"/>
              <a:sym typeface="Garamond"/>
            </a:endParaRPr>
          </a:p>
          <a:p>
            <a:pPr indent="-342900" lvl="0" marL="342900" marR="0" rtl="0" algn="l">
              <a:lnSpc>
                <a:spcPct val="80000"/>
              </a:lnSpc>
              <a:spcBef>
                <a:spcPts val="520"/>
              </a:spcBef>
              <a:spcAft>
                <a:spcPts val="0"/>
              </a:spcAft>
              <a:buClr>
                <a:schemeClr val="dk1"/>
              </a:buClr>
              <a:buSzPts val="2600"/>
              <a:buFont typeface="Garamond"/>
              <a:buNone/>
            </a:pPr>
            <a:r>
              <a:rPr b="0" i="0" lang="en-US" sz="2600" u="none">
                <a:solidFill>
                  <a:schemeClr val="dk1"/>
                </a:solidFill>
                <a:latin typeface="Garamond"/>
                <a:ea typeface="Garamond"/>
                <a:cs typeface="Garamond"/>
                <a:sym typeface="Garamond"/>
              </a:rPr>
              <a:t>	  		</a:t>
            </a:r>
            <a:r>
              <a:rPr b="0" i="0" lang="en-US" sz="2400" u="none">
                <a:solidFill>
                  <a:schemeClr val="dk1"/>
                </a:solidFill>
                <a:latin typeface="Garamond"/>
                <a:ea typeface="Garamond"/>
                <a:cs typeface="Garamond"/>
                <a:sym typeface="Garamond"/>
              </a:rPr>
              <a:t>A            	   6            	   4/9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B            	   4            	   4/9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C            	   3             	     0</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D            	   5            	   1/9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E            	   1            	  1/36</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F            	   4            	   1/9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G            	   2            	   4/9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H            	   6            	   1/9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I            	   5             	     1</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J            	   3            	   1/9</a:t>
            </a:r>
            <a:endParaRPr/>
          </a:p>
          <a:p>
            <a:pPr indent="-342900" lvl="0" marL="342900" marR="0" rtl="0" algn="l">
              <a:lnSpc>
                <a:spcPct val="80000"/>
              </a:lnSpc>
              <a:spcBef>
                <a:spcPts val="48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K            	   5            	   4/9</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0" st="0"/>
                                            </p:txEl>
                                          </p:spTgt>
                                        </p:tgtEl>
                                        <p:attrNameLst>
                                          <p:attrName>style.visibility</p:attrName>
                                        </p:attrNameLst>
                                      </p:cBhvr>
                                      <p:to>
                                        <p:strVal val="visible"/>
                                      </p:to>
                                    </p:set>
                                    <p:anim calcmode="lin" valueType="num">
                                      <p:cBhvr additive="base">
                                        <p:cTn dur="500"/>
                                        <p:tgtEl>
                                          <p:spTgt spid="1640">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1" st="1"/>
                                            </p:txEl>
                                          </p:spTgt>
                                        </p:tgtEl>
                                        <p:attrNameLst>
                                          <p:attrName>style.visibility</p:attrName>
                                        </p:attrNameLst>
                                      </p:cBhvr>
                                      <p:to>
                                        <p:strVal val="visible"/>
                                      </p:to>
                                    </p:set>
                                    <p:anim calcmode="lin" valueType="num">
                                      <p:cBhvr additive="base">
                                        <p:cTn dur="500"/>
                                        <p:tgtEl>
                                          <p:spTgt spid="1640">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2" st="2"/>
                                            </p:txEl>
                                          </p:spTgt>
                                        </p:tgtEl>
                                        <p:attrNameLst>
                                          <p:attrName>style.visibility</p:attrName>
                                        </p:attrNameLst>
                                      </p:cBhvr>
                                      <p:to>
                                        <p:strVal val="visible"/>
                                      </p:to>
                                    </p:set>
                                    <p:anim calcmode="lin" valueType="num">
                                      <p:cBhvr additive="base">
                                        <p:cTn dur="500"/>
                                        <p:tgtEl>
                                          <p:spTgt spid="1640">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3" st="3"/>
                                            </p:txEl>
                                          </p:spTgt>
                                        </p:tgtEl>
                                        <p:attrNameLst>
                                          <p:attrName>style.visibility</p:attrName>
                                        </p:attrNameLst>
                                      </p:cBhvr>
                                      <p:to>
                                        <p:strVal val="visible"/>
                                      </p:to>
                                    </p:set>
                                    <p:anim calcmode="lin" valueType="num">
                                      <p:cBhvr additive="base">
                                        <p:cTn dur="500"/>
                                        <p:tgtEl>
                                          <p:spTgt spid="1640">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4" st="4"/>
                                            </p:txEl>
                                          </p:spTgt>
                                        </p:tgtEl>
                                        <p:attrNameLst>
                                          <p:attrName>style.visibility</p:attrName>
                                        </p:attrNameLst>
                                      </p:cBhvr>
                                      <p:to>
                                        <p:strVal val="visible"/>
                                      </p:to>
                                    </p:set>
                                    <p:anim calcmode="lin" valueType="num">
                                      <p:cBhvr additive="base">
                                        <p:cTn dur="500"/>
                                        <p:tgtEl>
                                          <p:spTgt spid="1640">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5" st="5"/>
                                            </p:txEl>
                                          </p:spTgt>
                                        </p:tgtEl>
                                        <p:attrNameLst>
                                          <p:attrName>style.visibility</p:attrName>
                                        </p:attrNameLst>
                                      </p:cBhvr>
                                      <p:to>
                                        <p:strVal val="visible"/>
                                      </p:to>
                                    </p:set>
                                    <p:anim calcmode="lin" valueType="num">
                                      <p:cBhvr additive="base">
                                        <p:cTn dur="500"/>
                                        <p:tgtEl>
                                          <p:spTgt spid="1640">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6" st="6"/>
                                            </p:txEl>
                                          </p:spTgt>
                                        </p:tgtEl>
                                        <p:attrNameLst>
                                          <p:attrName>style.visibility</p:attrName>
                                        </p:attrNameLst>
                                      </p:cBhvr>
                                      <p:to>
                                        <p:strVal val="visible"/>
                                      </p:to>
                                    </p:set>
                                    <p:anim calcmode="lin" valueType="num">
                                      <p:cBhvr additive="base">
                                        <p:cTn dur="500"/>
                                        <p:tgtEl>
                                          <p:spTgt spid="1640">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7" st="7"/>
                                            </p:txEl>
                                          </p:spTgt>
                                        </p:tgtEl>
                                        <p:attrNameLst>
                                          <p:attrName>style.visibility</p:attrName>
                                        </p:attrNameLst>
                                      </p:cBhvr>
                                      <p:to>
                                        <p:strVal val="visible"/>
                                      </p:to>
                                    </p:set>
                                    <p:anim calcmode="lin" valueType="num">
                                      <p:cBhvr additive="base">
                                        <p:cTn dur="500"/>
                                        <p:tgtEl>
                                          <p:spTgt spid="1640">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8" st="8"/>
                                            </p:txEl>
                                          </p:spTgt>
                                        </p:tgtEl>
                                        <p:attrNameLst>
                                          <p:attrName>style.visibility</p:attrName>
                                        </p:attrNameLst>
                                      </p:cBhvr>
                                      <p:to>
                                        <p:strVal val="visible"/>
                                      </p:to>
                                    </p:set>
                                    <p:anim calcmode="lin" valueType="num">
                                      <p:cBhvr additive="base">
                                        <p:cTn dur="500"/>
                                        <p:tgtEl>
                                          <p:spTgt spid="1640">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9" st="9"/>
                                            </p:txEl>
                                          </p:spTgt>
                                        </p:tgtEl>
                                        <p:attrNameLst>
                                          <p:attrName>style.visibility</p:attrName>
                                        </p:attrNameLst>
                                      </p:cBhvr>
                                      <p:to>
                                        <p:strVal val="visible"/>
                                      </p:to>
                                    </p:set>
                                    <p:anim calcmode="lin" valueType="num">
                                      <p:cBhvr additive="base">
                                        <p:cTn dur="500"/>
                                        <p:tgtEl>
                                          <p:spTgt spid="1640">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10" st="10"/>
                                            </p:txEl>
                                          </p:spTgt>
                                        </p:tgtEl>
                                        <p:attrNameLst>
                                          <p:attrName>style.visibility</p:attrName>
                                        </p:attrNameLst>
                                      </p:cBhvr>
                                      <p:to>
                                        <p:strVal val="visible"/>
                                      </p:to>
                                    </p:set>
                                    <p:anim calcmode="lin" valueType="num">
                                      <p:cBhvr additive="base">
                                        <p:cTn dur="500"/>
                                        <p:tgtEl>
                                          <p:spTgt spid="1640">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0">
                                            <p:txEl>
                                              <p:pRg end="11" st="11"/>
                                            </p:txEl>
                                          </p:spTgt>
                                        </p:tgtEl>
                                        <p:attrNameLst>
                                          <p:attrName>style.visibility</p:attrName>
                                        </p:attrNameLst>
                                      </p:cBhvr>
                                      <p:to>
                                        <p:strVal val="visible"/>
                                      </p:to>
                                    </p:set>
                                    <p:anim calcmode="lin" valueType="num">
                                      <p:cBhvr additive="base">
                                        <p:cTn dur="500"/>
                                        <p:tgtEl>
                                          <p:spTgt spid="1640">
                                            <p:txEl>
                                              <p:pRg end="11" st="11"/>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5" name="Shape 1645"/>
        <p:cNvGrpSpPr/>
        <p:nvPr/>
      </p:nvGrpSpPr>
      <p:grpSpPr>
        <a:xfrm>
          <a:off x="0" y="0"/>
          <a:ext cx="0" cy="0"/>
          <a:chOff x="0" y="0"/>
          <a:chExt cx="0" cy="0"/>
        </a:xfrm>
      </p:grpSpPr>
      <p:sp>
        <p:nvSpPr>
          <p:cNvPr id="1646" name="Google Shape;1646;p68"/>
          <p:cNvSpPr txBox="1"/>
          <p:nvPr>
            <p:ph type="title"/>
          </p:nvPr>
        </p:nvSpPr>
        <p:spPr>
          <a:xfrm>
            <a:off x="890587" y="304800"/>
            <a:ext cx="7361237" cy="9779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PERT Example</a:t>
            </a:r>
            <a:endParaRPr/>
          </a:p>
        </p:txBody>
      </p:sp>
      <p:sp>
        <p:nvSpPr>
          <p:cNvPr id="1647" name="Google Shape;1647;p68"/>
          <p:cNvSpPr txBox="1"/>
          <p:nvPr>
            <p:ph idx="1" type="body"/>
          </p:nvPr>
        </p:nvSpPr>
        <p:spPr>
          <a:xfrm>
            <a:off x="533400" y="1295400"/>
            <a:ext cx="8101012" cy="5538787"/>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400"/>
              <a:buFont typeface="Garamond"/>
              <a:buNone/>
            </a:pPr>
            <a:r>
              <a:rPr b="0" i="0" lang="en-US" sz="24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Activity</a:t>
            </a:r>
            <a:r>
              <a:rPr b="0" i="0" lang="en-US" sz="22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ES</a:t>
            </a:r>
            <a:r>
              <a:rPr b="0" i="0" lang="en-US" sz="22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EF</a:t>
            </a:r>
            <a:r>
              <a:rPr b="0" i="0" lang="en-US" sz="22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LS</a:t>
            </a:r>
            <a:r>
              <a:rPr b="0" i="0" lang="en-US" sz="22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LF</a:t>
            </a:r>
            <a:r>
              <a:rPr b="0" i="0" lang="en-US" sz="2200" u="none">
                <a:solidFill>
                  <a:schemeClr val="dk1"/>
                </a:solidFill>
                <a:latin typeface="Garamond"/>
                <a:ea typeface="Garamond"/>
                <a:cs typeface="Garamond"/>
                <a:sym typeface="Garamond"/>
              </a:rPr>
              <a:t>     </a:t>
            </a:r>
            <a:r>
              <a:rPr b="0" i="0" lang="en-US" sz="2200" u="sng">
                <a:solidFill>
                  <a:schemeClr val="dk1"/>
                </a:solidFill>
                <a:latin typeface="Garamond"/>
                <a:ea typeface="Garamond"/>
                <a:cs typeface="Garamond"/>
                <a:sym typeface="Garamond"/>
              </a:rPr>
              <a:t>Slack</a:t>
            </a:r>
            <a:r>
              <a:rPr b="0" i="0" lang="en-US" sz="2200" u="none">
                <a:solidFill>
                  <a:schemeClr val="dk1"/>
                </a:solidFill>
                <a:latin typeface="Garamond"/>
                <a:ea typeface="Garamond"/>
                <a:cs typeface="Garamond"/>
                <a:sym typeface="Garamond"/>
              </a:rPr>
              <a:t> </a:t>
            </a:r>
            <a:endParaRPr/>
          </a:p>
          <a:p>
            <a:pPr indent="-342900" lvl="0" marL="342900" marR="0" rtl="0" algn="l">
              <a:lnSpc>
                <a:spcPct val="80000"/>
              </a:lnSpc>
              <a:spcBef>
                <a:spcPts val="440"/>
              </a:spcBef>
              <a:spcAft>
                <a:spcPts val="0"/>
              </a:spcAft>
              <a:buClr>
                <a:schemeClr val="dk1"/>
              </a:buClr>
              <a:buSzPts val="2200"/>
              <a:buFont typeface="Garamond"/>
              <a:buNone/>
            </a:pPr>
            <a:r>
              <a:rPr b="0" i="0" lang="en-US" sz="2200" u="none">
                <a:solidFill>
                  <a:schemeClr val="dk1"/>
                </a:solidFill>
                <a:latin typeface="Garamond"/>
                <a:ea typeface="Garamond"/>
                <a:cs typeface="Garamond"/>
                <a:sym typeface="Garamond"/>
              </a:rPr>
              <a:t>			</a:t>
            </a:r>
            <a:r>
              <a:rPr b="0" i="0" lang="en-US" sz="2000" u="none">
                <a:solidFill>
                  <a:schemeClr val="dk1"/>
                </a:solidFill>
                <a:latin typeface="Garamond"/>
                <a:ea typeface="Garamond"/>
                <a:cs typeface="Garamond"/>
                <a:sym typeface="Garamond"/>
              </a:rPr>
              <a:t>A           0      	        6       	 0      	 6       	0 *critical</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B           0      	 4       	 5      	 9        	5</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C           6      	 9       	 6      	 9       	0 *</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D           6    	       11     	15    	20      	9</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E           6      	 7      	12    	13      	6</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F            9     	13      	 9        	13      	0 *</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G           9    	        11     	16    	18      	7</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H         	13    	19     	14    	20      	1</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I          	13    	18     	13    	18      	0 *</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J          	19    	22     	20    	23      	1</a:t>
            </a:r>
            <a:endParaRPr/>
          </a:p>
          <a:p>
            <a:pPr indent="-342900" lvl="0" marL="342900" marR="0" rtl="0" algn="l">
              <a:lnSpc>
                <a:spcPct val="80000"/>
              </a:lnSpc>
              <a:spcBef>
                <a:spcPts val="400"/>
              </a:spcBef>
              <a:spcAft>
                <a:spcPts val="0"/>
              </a:spcAft>
              <a:buClr>
                <a:schemeClr val="dk1"/>
              </a:buClr>
              <a:buSzPts val="2000"/>
              <a:buFont typeface="Garamond"/>
              <a:buNone/>
            </a:pPr>
            <a:r>
              <a:rPr b="0" i="0" lang="en-US" sz="2000" u="none">
                <a:solidFill>
                  <a:schemeClr val="dk1"/>
                </a:solidFill>
                <a:latin typeface="Garamond"/>
                <a:ea typeface="Garamond"/>
                <a:cs typeface="Garamond"/>
                <a:sym typeface="Garamond"/>
              </a:rPr>
              <a:t>               K    	18    	23     	18    	23    	0 *</a:t>
            </a:r>
            <a:endParaRPr/>
          </a:p>
        </p:txBody>
      </p:sp>
      <p:sp>
        <p:nvSpPr>
          <p:cNvPr id="1648" name="Google Shape;1648;p68"/>
          <p:cNvSpPr/>
          <p:nvPr/>
        </p:nvSpPr>
        <p:spPr>
          <a:xfrm>
            <a:off x="4216400" y="5486400"/>
            <a:ext cx="444500" cy="3683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0" st="0"/>
                                            </p:txEl>
                                          </p:spTgt>
                                        </p:tgtEl>
                                        <p:attrNameLst>
                                          <p:attrName>style.visibility</p:attrName>
                                        </p:attrNameLst>
                                      </p:cBhvr>
                                      <p:to>
                                        <p:strVal val="visible"/>
                                      </p:to>
                                    </p:set>
                                    <p:anim calcmode="lin" valueType="num">
                                      <p:cBhvr additive="base">
                                        <p:cTn dur="500"/>
                                        <p:tgtEl>
                                          <p:spTgt spid="1647">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1" st="1"/>
                                            </p:txEl>
                                          </p:spTgt>
                                        </p:tgtEl>
                                        <p:attrNameLst>
                                          <p:attrName>style.visibility</p:attrName>
                                        </p:attrNameLst>
                                      </p:cBhvr>
                                      <p:to>
                                        <p:strVal val="visible"/>
                                      </p:to>
                                    </p:set>
                                    <p:anim calcmode="lin" valueType="num">
                                      <p:cBhvr additive="base">
                                        <p:cTn dur="500"/>
                                        <p:tgtEl>
                                          <p:spTgt spid="1647">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2" st="2"/>
                                            </p:txEl>
                                          </p:spTgt>
                                        </p:tgtEl>
                                        <p:attrNameLst>
                                          <p:attrName>style.visibility</p:attrName>
                                        </p:attrNameLst>
                                      </p:cBhvr>
                                      <p:to>
                                        <p:strVal val="visible"/>
                                      </p:to>
                                    </p:set>
                                    <p:anim calcmode="lin" valueType="num">
                                      <p:cBhvr additive="base">
                                        <p:cTn dur="500"/>
                                        <p:tgtEl>
                                          <p:spTgt spid="1647">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3" st="3"/>
                                            </p:txEl>
                                          </p:spTgt>
                                        </p:tgtEl>
                                        <p:attrNameLst>
                                          <p:attrName>style.visibility</p:attrName>
                                        </p:attrNameLst>
                                      </p:cBhvr>
                                      <p:to>
                                        <p:strVal val="visible"/>
                                      </p:to>
                                    </p:set>
                                    <p:anim calcmode="lin" valueType="num">
                                      <p:cBhvr additive="base">
                                        <p:cTn dur="500"/>
                                        <p:tgtEl>
                                          <p:spTgt spid="1647">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4" st="4"/>
                                            </p:txEl>
                                          </p:spTgt>
                                        </p:tgtEl>
                                        <p:attrNameLst>
                                          <p:attrName>style.visibility</p:attrName>
                                        </p:attrNameLst>
                                      </p:cBhvr>
                                      <p:to>
                                        <p:strVal val="visible"/>
                                      </p:to>
                                    </p:set>
                                    <p:anim calcmode="lin" valueType="num">
                                      <p:cBhvr additive="base">
                                        <p:cTn dur="500"/>
                                        <p:tgtEl>
                                          <p:spTgt spid="1647">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5" st="5"/>
                                            </p:txEl>
                                          </p:spTgt>
                                        </p:tgtEl>
                                        <p:attrNameLst>
                                          <p:attrName>style.visibility</p:attrName>
                                        </p:attrNameLst>
                                      </p:cBhvr>
                                      <p:to>
                                        <p:strVal val="visible"/>
                                      </p:to>
                                    </p:set>
                                    <p:anim calcmode="lin" valueType="num">
                                      <p:cBhvr additive="base">
                                        <p:cTn dur="500"/>
                                        <p:tgtEl>
                                          <p:spTgt spid="1647">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6" st="6"/>
                                            </p:txEl>
                                          </p:spTgt>
                                        </p:tgtEl>
                                        <p:attrNameLst>
                                          <p:attrName>style.visibility</p:attrName>
                                        </p:attrNameLst>
                                      </p:cBhvr>
                                      <p:to>
                                        <p:strVal val="visible"/>
                                      </p:to>
                                    </p:set>
                                    <p:anim calcmode="lin" valueType="num">
                                      <p:cBhvr additive="base">
                                        <p:cTn dur="500"/>
                                        <p:tgtEl>
                                          <p:spTgt spid="1647">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7" st="7"/>
                                            </p:txEl>
                                          </p:spTgt>
                                        </p:tgtEl>
                                        <p:attrNameLst>
                                          <p:attrName>style.visibility</p:attrName>
                                        </p:attrNameLst>
                                      </p:cBhvr>
                                      <p:to>
                                        <p:strVal val="visible"/>
                                      </p:to>
                                    </p:set>
                                    <p:anim calcmode="lin" valueType="num">
                                      <p:cBhvr additive="base">
                                        <p:cTn dur="500"/>
                                        <p:tgtEl>
                                          <p:spTgt spid="1647">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8" st="8"/>
                                            </p:txEl>
                                          </p:spTgt>
                                        </p:tgtEl>
                                        <p:attrNameLst>
                                          <p:attrName>style.visibility</p:attrName>
                                        </p:attrNameLst>
                                      </p:cBhvr>
                                      <p:to>
                                        <p:strVal val="visible"/>
                                      </p:to>
                                    </p:set>
                                    <p:anim calcmode="lin" valueType="num">
                                      <p:cBhvr additive="base">
                                        <p:cTn dur="500"/>
                                        <p:tgtEl>
                                          <p:spTgt spid="1647">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9" st="9"/>
                                            </p:txEl>
                                          </p:spTgt>
                                        </p:tgtEl>
                                        <p:attrNameLst>
                                          <p:attrName>style.visibility</p:attrName>
                                        </p:attrNameLst>
                                      </p:cBhvr>
                                      <p:to>
                                        <p:strVal val="visible"/>
                                      </p:to>
                                    </p:set>
                                    <p:anim calcmode="lin" valueType="num">
                                      <p:cBhvr additive="base">
                                        <p:cTn dur="500"/>
                                        <p:tgtEl>
                                          <p:spTgt spid="1647">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10" st="10"/>
                                            </p:txEl>
                                          </p:spTgt>
                                        </p:tgtEl>
                                        <p:attrNameLst>
                                          <p:attrName>style.visibility</p:attrName>
                                        </p:attrNameLst>
                                      </p:cBhvr>
                                      <p:to>
                                        <p:strVal val="visible"/>
                                      </p:to>
                                    </p:set>
                                    <p:anim calcmode="lin" valueType="num">
                                      <p:cBhvr additive="base">
                                        <p:cTn dur="500"/>
                                        <p:tgtEl>
                                          <p:spTgt spid="1647">
                                            <p:txEl>
                                              <p:pRg end="10" st="1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7">
                                            <p:txEl>
                                              <p:pRg end="11" st="11"/>
                                            </p:txEl>
                                          </p:spTgt>
                                        </p:tgtEl>
                                        <p:attrNameLst>
                                          <p:attrName>style.visibility</p:attrName>
                                        </p:attrNameLst>
                                      </p:cBhvr>
                                      <p:to>
                                        <p:strVal val="visible"/>
                                      </p:to>
                                    </p:set>
                                    <p:anim calcmode="lin" valueType="num">
                                      <p:cBhvr additive="base">
                                        <p:cTn dur="500"/>
                                        <p:tgtEl>
                                          <p:spTgt spid="1647">
                                            <p:txEl>
                                              <p:pRg end="11" st="1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48"/>
                                        </p:tgtEl>
                                        <p:attrNameLst>
                                          <p:attrName>style.visibility</p:attrName>
                                        </p:attrNameLst>
                                      </p:cBhvr>
                                      <p:to>
                                        <p:strVal val="visible"/>
                                      </p:to>
                                    </p:set>
                                    <p:anim calcmode="lin" valueType="num">
                                      <p:cBhvr additive="base">
                                        <p:cTn dur="500"/>
                                        <p:tgtEl>
                                          <p:spTgt spid="164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3" name="Shape 1653"/>
        <p:cNvGrpSpPr/>
        <p:nvPr/>
      </p:nvGrpSpPr>
      <p:grpSpPr>
        <a:xfrm>
          <a:off x="0" y="0"/>
          <a:ext cx="0" cy="0"/>
          <a:chOff x="0" y="0"/>
          <a:chExt cx="0" cy="0"/>
        </a:xfrm>
      </p:grpSpPr>
      <p:sp>
        <p:nvSpPr>
          <p:cNvPr id="1654" name="Google Shape;1654;p69"/>
          <p:cNvSpPr txBox="1"/>
          <p:nvPr>
            <p:ph type="title"/>
          </p:nvPr>
        </p:nvSpPr>
        <p:spPr>
          <a:xfrm>
            <a:off x="381000" y="381000"/>
            <a:ext cx="7361237" cy="749300"/>
          </a:xfrm>
          <a:prstGeom prst="rect">
            <a:avLst/>
          </a:prstGeom>
          <a:noFill/>
          <a:ln>
            <a:noFill/>
          </a:ln>
        </p:spPr>
        <p:txBody>
          <a:bodyPr anchorCtr="0" anchor="ctr" bIns="44450" lIns="90475" spcFirstLastPara="1" rIns="90475" wrap="square" tIns="4445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PERT Example</a:t>
            </a:r>
            <a:endParaRPr/>
          </a:p>
        </p:txBody>
      </p:sp>
      <p:sp>
        <p:nvSpPr>
          <p:cNvPr id="1655" name="Google Shape;1655;p69"/>
          <p:cNvSpPr txBox="1"/>
          <p:nvPr>
            <p:ph idx="1" type="body"/>
          </p:nvPr>
        </p:nvSpPr>
        <p:spPr>
          <a:xfrm>
            <a:off x="304800" y="1295400"/>
            <a:ext cx="8610600" cy="5005387"/>
          </a:xfrm>
          <a:prstGeom prst="rect">
            <a:avLst/>
          </a:prstGeom>
          <a:noFill/>
          <a:ln>
            <a:noFill/>
          </a:ln>
        </p:spPr>
        <p:txBody>
          <a:bodyPr anchorCtr="0" anchor="t" bIns="44450" lIns="90475" spcFirstLastPara="1" rIns="90475" wrap="square" tIns="44450">
            <a:noAutofit/>
          </a:bodyPr>
          <a:lstStyle/>
          <a:p>
            <a:pPr indent="-342900" lvl="0" marL="342900" marR="0" rtl="0" algn="l">
              <a:lnSpc>
                <a:spcPct val="100000"/>
              </a:lnSpc>
              <a:spcBef>
                <a:spcPts val="0"/>
              </a:spcBef>
              <a:spcAft>
                <a:spcPts val="0"/>
              </a:spcAft>
              <a:buClr>
                <a:schemeClr val="dk1"/>
              </a:buClr>
              <a:buSzPts val="2800"/>
              <a:buFont typeface="Garamond"/>
              <a:buNone/>
            </a:pPr>
            <a:r>
              <a:rPr b="0" i="1" lang="en-US" sz="2800" u="none">
                <a:solidFill>
                  <a:schemeClr val="dk1"/>
                </a:solidFill>
                <a:latin typeface="Garamond"/>
                <a:ea typeface="Garamond"/>
                <a:cs typeface="Garamond"/>
                <a:sym typeface="Garamond"/>
              </a:rPr>
              <a:t>	</a:t>
            </a:r>
            <a:r>
              <a:rPr b="0" i="0" lang="en-US" sz="2800" u="none">
                <a:solidFill>
                  <a:schemeClr val="dk1"/>
                </a:solidFill>
                <a:latin typeface="Garamond"/>
                <a:ea typeface="Garamond"/>
                <a:cs typeface="Garamond"/>
                <a:sym typeface="Garamond"/>
              </a:rPr>
              <a:t>		V</a:t>
            </a:r>
            <a:r>
              <a:rPr b="0" baseline="-25000" i="0" lang="en-US" sz="2800" u="none">
                <a:solidFill>
                  <a:schemeClr val="dk1"/>
                </a:solidFill>
                <a:latin typeface="Garamond"/>
                <a:ea typeface="Garamond"/>
                <a:cs typeface="Garamond"/>
                <a:sym typeface="Garamond"/>
              </a:rPr>
              <a:t>path</a:t>
            </a:r>
            <a:r>
              <a:rPr b="0" i="0" lang="en-US" sz="2800" u="none">
                <a:solidFill>
                  <a:schemeClr val="dk1"/>
                </a:solidFill>
                <a:latin typeface="Garamond"/>
                <a:ea typeface="Garamond"/>
                <a:cs typeface="Garamond"/>
                <a:sym typeface="Garamond"/>
              </a:rPr>
              <a:t> =  V</a:t>
            </a:r>
            <a:r>
              <a:rPr b="0" baseline="-25000" i="0" lang="en-US" sz="2800" u="none">
                <a:solidFill>
                  <a:schemeClr val="dk1"/>
                </a:solidFill>
                <a:latin typeface="Garamond"/>
                <a:ea typeface="Garamond"/>
                <a:cs typeface="Garamond"/>
                <a:sym typeface="Garamond"/>
              </a:rPr>
              <a:t>A</a:t>
            </a:r>
            <a:r>
              <a:rPr b="0" i="0" lang="en-US" sz="2800" u="none">
                <a:solidFill>
                  <a:schemeClr val="dk1"/>
                </a:solidFill>
                <a:latin typeface="Garamond"/>
                <a:ea typeface="Garamond"/>
                <a:cs typeface="Garamond"/>
                <a:sym typeface="Garamond"/>
              </a:rPr>
              <a:t> + V</a:t>
            </a:r>
            <a:r>
              <a:rPr b="0" baseline="-25000" i="0" lang="en-US" sz="2800" u="none">
                <a:solidFill>
                  <a:schemeClr val="dk1"/>
                </a:solidFill>
                <a:latin typeface="Garamond"/>
                <a:ea typeface="Garamond"/>
                <a:cs typeface="Garamond"/>
                <a:sym typeface="Garamond"/>
              </a:rPr>
              <a:t>C</a:t>
            </a:r>
            <a:r>
              <a:rPr b="0" i="0" lang="en-US" sz="2800" u="none">
                <a:solidFill>
                  <a:schemeClr val="dk1"/>
                </a:solidFill>
                <a:latin typeface="Garamond"/>
                <a:ea typeface="Garamond"/>
                <a:cs typeface="Garamond"/>
                <a:sym typeface="Garamond"/>
              </a:rPr>
              <a:t> + V</a:t>
            </a:r>
            <a:r>
              <a:rPr b="0" baseline="-25000" i="0" lang="en-US" sz="2800" u="none">
                <a:solidFill>
                  <a:schemeClr val="dk1"/>
                </a:solidFill>
                <a:latin typeface="Garamond"/>
                <a:ea typeface="Garamond"/>
                <a:cs typeface="Garamond"/>
                <a:sym typeface="Garamond"/>
              </a:rPr>
              <a:t>F</a:t>
            </a:r>
            <a:r>
              <a:rPr b="0" i="0" lang="en-US" sz="2800" u="none">
                <a:solidFill>
                  <a:schemeClr val="dk1"/>
                </a:solidFill>
                <a:latin typeface="Garamond"/>
                <a:ea typeface="Garamond"/>
                <a:cs typeface="Garamond"/>
                <a:sym typeface="Garamond"/>
              </a:rPr>
              <a:t> + V</a:t>
            </a:r>
            <a:r>
              <a:rPr b="0" baseline="-25000" i="0" lang="en-US" sz="2800" u="none">
                <a:solidFill>
                  <a:schemeClr val="dk1"/>
                </a:solidFill>
                <a:latin typeface="Garamond"/>
                <a:ea typeface="Garamond"/>
                <a:cs typeface="Garamond"/>
                <a:sym typeface="Garamond"/>
              </a:rPr>
              <a:t>I</a:t>
            </a:r>
            <a:r>
              <a:rPr b="0" i="0" lang="en-US" sz="2800" u="none">
                <a:solidFill>
                  <a:schemeClr val="dk1"/>
                </a:solidFill>
                <a:latin typeface="Garamond"/>
                <a:ea typeface="Garamond"/>
                <a:cs typeface="Garamond"/>
                <a:sym typeface="Garamond"/>
              </a:rPr>
              <a:t> + V</a:t>
            </a:r>
            <a:r>
              <a:rPr b="0" baseline="-25000" i="0" lang="en-US" sz="2800" u="none">
                <a:solidFill>
                  <a:schemeClr val="dk1"/>
                </a:solidFill>
                <a:latin typeface="Garamond"/>
                <a:ea typeface="Garamond"/>
                <a:cs typeface="Garamond"/>
                <a:sym typeface="Garamond"/>
              </a:rPr>
              <a:t>K</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  4/9 + 0 + 1/9 + 1 + 4/9 </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  2</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a:t>
            </a:r>
            <a:r>
              <a:rPr b="0" i="0" lang="en-US" sz="2800" u="none">
                <a:solidFill>
                  <a:schemeClr val="dk1"/>
                </a:solidFill>
                <a:latin typeface="Noto Sans Symbols"/>
                <a:ea typeface="Noto Sans Symbols"/>
                <a:cs typeface="Noto Sans Symbols"/>
                <a:sym typeface="Noto Sans Symbols"/>
              </a:rPr>
              <a:t>σ</a:t>
            </a:r>
            <a:r>
              <a:rPr b="0" baseline="-25000" i="0" lang="en-US" sz="2800" u="none">
                <a:solidFill>
                  <a:schemeClr val="dk1"/>
                </a:solidFill>
                <a:latin typeface="Garamond"/>
                <a:ea typeface="Garamond"/>
                <a:cs typeface="Garamond"/>
                <a:sym typeface="Garamond"/>
              </a:rPr>
              <a:t>path</a:t>
            </a:r>
            <a:r>
              <a:rPr b="0" i="0" lang="en-US" sz="2800" u="none">
                <a:solidFill>
                  <a:schemeClr val="dk1"/>
                </a:solidFill>
                <a:latin typeface="Garamond"/>
                <a:ea typeface="Garamond"/>
                <a:cs typeface="Garamond"/>
                <a:sym typeface="Garamond"/>
              </a:rPr>
              <a:t>  =  1.414</a:t>
            </a:r>
            <a:endParaRPr/>
          </a:p>
          <a:p>
            <a:pPr indent="-342900" lvl="0" marL="342900" marR="0" rtl="0" algn="l">
              <a:lnSpc>
                <a:spcPct val="100000"/>
              </a:lnSpc>
              <a:spcBef>
                <a:spcPts val="560"/>
              </a:spcBef>
              <a:spcAft>
                <a:spcPts val="0"/>
              </a:spcAft>
              <a:buClr>
                <a:schemeClr val="dk1"/>
              </a:buClr>
              <a:buSzPts val="2800"/>
              <a:buFont typeface="Garamond"/>
              <a:buNone/>
            </a:pPr>
            <a:r>
              <a:rPr b="0" i="1" lang="en-US" sz="2800" u="none">
                <a:solidFill>
                  <a:schemeClr val="dk1"/>
                </a:solidFill>
                <a:latin typeface="Garamond"/>
                <a:ea typeface="Garamond"/>
                <a:cs typeface="Garamond"/>
                <a:sym typeface="Garamond"/>
              </a:rPr>
              <a:t>		       z</a:t>
            </a:r>
            <a:r>
              <a:rPr b="0" i="0" lang="en-US" sz="2800" u="none">
                <a:solidFill>
                  <a:schemeClr val="dk1"/>
                </a:solidFill>
                <a:latin typeface="Garamond"/>
                <a:ea typeface="Garamond"/>
                <a:cs typeface="Garamond"/>
                <a:sym typeface="Garamond"/>
              </a:rPr>
              <a:t> = (24 - 23)/</a:t>
            </a:r>
            <a:r>
              <a:rPr b="0" i="0" lang="en-US" sz="2800" u="none">
                <a:solidFill>
                  <a:schemeClr val="dk1"/>
                </a:solidFill>
                <a:latin typeface="Noto Sans Symbols"/>
                <a:ea typeface="Noto Sans Symbols"/>
                <a:cs typeface="Noto Sans Symbols"/>
                <a:sym typeface="Noto Sans Symbols"/>
              </a:rPr>
              <a:t>σ = </a:t>
            </a:r>
            <a:r>
              <a:rPr b="0" i="0" lang="en-US" sz="2800" u="none">
                <a:solidFill>
                  <a:schemeClr val="dk1"/>
                </a:solidFill>
                <a:latin typeface="Garamond"/>
                <a:ea typeface="Garamond"/>
                <a:cs typeface="Garamond"/>
                <a:sym typeface="Garamond"/>
              </a:rPr>
              <a:t>(24-23)/1.414 = .71</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From the Standard Normal Distribution table: </a:t>
            </a:r>
            <a:endParaRPr/>
          </a:p>
          <a:p>
            <a:pPr indent="-342900" lvl="0" marL="342900" marR="0" rtl="0" algn="l">
              <a:lnSpc>
                <a:spcPct val="100000"/>
              </a:lnSpc>
              <a:spcBef>
                <a:spcPts val="560"/>
              </a:spcBef>
              <a:spcAft>
                <a:spcPts val="0"/>
              </a:spcAft>
              <a:buClr>
                <a:schemeClr val="dk1"/>
              </a:buClr>
              <a:buSzPts val="2800"/>
              <a:buFont typeface="Garamond"/>
              <a:buNone/>
            </a:pPr>
            <a:r>
              <a:rPr b="0" i="0" lang="en-US" sz="2800" u="none">
                <a:solidFill>
                  <a:schemeClr val="dk1"/>
                </a:solidFill>
                <a:latin typeface="Garamond"/>
                <a:ea typeface="Garamond"/>
                <a:cs typeface="Garamond"/>
                <a:sym typeface="Garamond"/>
              </a:rPr>
              <a:t>			 P(z </a:t>
            </a:r>
            <a:r>
              <a:rPr b="0" i="0" lang="en-US" sz="2800" u="sng">
                <a:solidFill>
                  <a:schemeClr val="dk1"/>
                </a:solidFill>
                <a:latin typeface="Garamond"/>
                <a:ea typeface="Garamond"/>
                <a:cs typeface="Garamond"/>
                <a:sym typeface="Garamond"/>
              </a:rPr>
              <a:t>&lt;</a:t>
            </a:r>
            <a:r>
              <a:rPr b="0" i="0" lang="en-US" sz="2800" u="none">
                <a:solidFill>
                  <a:schemeClr val="dk1"/>
                </a:solidFill>
                <a:latin typeface="Garamond"/>
                <a:ea typeface="Garamond"/>
                <a:cs typeface="Garamond"/>
                <a:sym typeface="Garamond"/>
              </a:rPr>
              <a:t> .71) = .5 + .2612 =  .7612</a:t>
            </a:r>
            <a:endParaRPr/>
          </a:p>
          <a:p>
            <a:pPr indent="-165100" lvl="0" marL="342900" marR="0" rtl="0" algn="l">
              <a:lnSpc>
                <a:spcPct val="100000"/>
              </a:lnSpc>
              <a:spcBef>
                <a:spcPts val="560"/>
              </a:spcBef>
              <a:spcAft>
                <a:spcPts val="0"/>
              </a:spcAft>
              <a:buClr>
                <a:schemeClr val="dk1"/>
              </a:buClr>
              <a:buSzPts val="2800"/>
              <a:buFont typeface="Garamond"/>
              <a:buNone/>
            </a:pPr>
            <a:r>
              <a:t/>
            </a:r>
            <a:endParaRPr b="0" i="0" sz="2800" u="none">
              <a:solidFill>
                <a:schemeClr val="dk1"/>
              </a:solidFill>
              <a:latin typeface="Garamond"/>
              <a:ea typeface="Garamond"/>
              <a:cs typeface="Garamond"/>
              <a:sym typeface="Garamond"/>
            </a:endParaRPr>
          </a:p>
        </p:txBody>
      </p:sp>
      <p:sp>
        <p:nvSpPr>
          <p:cNvPr id="1656" name="Google Shape;1656;p69"/>
          <p:cNvSpPr/>
          <p:nvPr/>
        </p:nvSpPr>
        <p:spPr>
          <a:xfrm>
            <a:off x="6553200" y="4876800"/>
            <a:ext cx="977900" cy="4445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0" st="0"/>
                                            </p:txEl>
                                          </p:spTgt>
                                        </p:tgtEl>
                                        <p:attrNameLst>
                                          <p:attrName>style.visibility</p:attrName>
                                        </p:attrNameLst>
                                      </p:cBhvr>
                                      <p:to>
                                        <p:strVal val="visible"/>
                                      </p:to>
                                    </p:set>
                                    <p:anim calcmode="lin" valueType="num">
                                      <p:cBhvr additive="base">
                                        <p:cTn dur="500"/>
                                        <p:tgtEl>
                                          <p:spTgt spid="165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1" st="1"/>
                                            </p:txEl>
                                          </p:spTgt>
                                        </p:tgtEl>
                                        <p:attrNameLst>
                                          <p:attrName>style.visibility</p:attrName>
                                        </p:attrNameLst>
                                      </p:cBhvr>
                                      <p:to>
                                        <p:strVal val="visible"/>
                                      </p:to>
                                    </p:set>
                                    <p:anim calcmode="lin" valueType="num">
                                      <p:cBhvr additive="base">
                                        <p:cTn dur="500"/>
                                        <p:tgtEl>
                                          <p:spTgt spid="165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2" st="2"/>
                                            </p:txEl>
                                          </p:spTgt>
                                        </p:tgtEl>
                                        <p:attrNameLst>
                                          <p:attrName>style.visibility</p:attrName>
                                        </p:attrNameLst>
                                      </p:cBhvr>
                                      <p:to>
                                        <p:strVal val="visible"/>
                                      </p:to>
                                    </p:set>
                                    <p:anim calcmode="lin" valueType="num">
                                      <p:cBhvr additive="base">
                                        <p:cTn dur="500"/>
                                        <p:tgtEl>
                                          <p:spTgt spid="165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3" st="3"/>
                                            </p:txEl>
                                          </p:spTgt>
                                        </p:tgtEl>
                                        <p:attrNameLst>
                                          <p:attrName>style.visibility</p:attrName>
                                        </p:attrNameLst>
                                      </p:cBhvr>
                                      <p:to>
                                        <p:strVal val="visible"/>
                                      </p:to>
                                    </p:set>
                                    <p:anim calcmode="lin" valueType="num">
                                      <p:cBhvr additive="base">
                                        <p:cTn dur="500"/>
                                        <p:tgtEl>
                                          <p:spTgt spid="165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4" st="4"/>
                                            </p:txEl>
                                          </p:spTgt>
                                        </p:tgtEl>
                                        <p:attrNameLst>
                                          <p:attrName>style.visibility</p:attrName>
                                        </p:attrNameLst>
                                      </p:cBhvr>
                                      <p:to>
                                        <p:strVal val="visible"/>
                                      </p:to>
                                    </p:set>
                                    <p:anim calcmode="lin" valueType="num">
                                      <p:cBhvr additive="base">
                                        <p:cTn dur="500"/>
                                        <p:tgtEl>
                                          <p:spTgt spid="165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5" st="5"/>
                                            </p:txEl>
                                          </p:spTgt>
                                        </p:tgtEl>
                                        <p:attrNameLst>
                                          <p:attrName>style.visibility</p:attrName>
                                        </p:attrNameLst>
                                      </p:cBhvr>
                                      <p:to>
                                        <p:strVal val="visible"/>
                                      </p:to>
                                    </p:set>
                                    <p:anim calcmode="lin" valueType="num">
                                      <p:cBhvr additive="base">
                                        <p:cTn dur="500"/>
                                        <p:tgtEl>
                                          <p:spTgt spid="1655">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6" st="6"/>
                                            </p:txEl>
                                          </p:spTgt>
                                        </p:tgtEl>
                                        <p:attrNameLst>
                                          <p:attrName>style.visibility</p:attrName>
                                        </p:attrNameLst>
                                      </p:cBhvr>
                                      <p:to>
                                        <p:strVal val="visible"/>
                                      </p:to>
                                    </p:set>
                                    <p:anim calcmode="lin" valueType="num">
                                      <p:cBhvr additive="base">
                                        <p:cTn dur="500"/>
                                        <p:tgtEl>
                                          <p:spTgt spid="1655">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5">
                                            <p:txEl>
                                              <p:pRg end="7" st="7"/>
                                            </p:txEl>
                                          </p:spTgt>
                                        </p:tgtEl>
                                        <p:attrNameLst>
                                          <p:attrName>style.visibility</p:attrName>
                                        </p:attrNameLst>
                                      </p:cBhvr>
                                      <p:to>
                                        <p:strVal val="visible"/>
                                      </p:to>
                                    </p:set>
                                    <p:anim calcmode="lin" valueType="num">
                                      <p:cBhvr additive="base">
                                        <p:cTn dur="500"/>
                                        <p:tgtEl>
                                          <p:spTgt spid="1655">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56"/>
                                        </p:tgtEl>
                                        <p:attrNameLst>
                                          <p:attrName>style.visibility</p:attrName>
                                        </p:attrNameLst>
                                      </p:cBhvr>
                                      <p:to>
                                        <p:strVal val="visible"/>
                                      </p:to>
                                    </p:set>
                                    <p:anim calcmode="lin" valueType="num">
                                      <p:cBhvr additive="base">
                                        <p:cTn dur="500"/>
                                        <p:tgtEl>
                                          <p:spTgt spid="165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0" name="Shape 1660"/>
        <p:cNvGrpSpPr/>
        <p:nvPr/>
      </p:nvGrpSpPr>
      <p:grpSpPr>
        <a:xfrm>
          <a:off x="0" y="0"/>
          <a:ext cx="0" cy="0"/>
          <a:chOff x="0" y="0"/>
          <a:chExt cx="0" cy="0"/>
        </a:xfrm>
      </p:grpSpPr>
      <p:sp>
        <p:nvSpPr>
          <p:cNvPr id="1661" name="Google Shape;1661;p70"/>
          <p:cNvSpPr txBox="1"/>
          <p:nvPr>
            <p:ph type="title"/>
          </p:nvPr>
        </p:nvSpPr>
        <p:spPr>
          <a:xfrm>
            <a:off x="685800" y="304800"/>
            <a:ext cx="7772400" cy="762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Project Crashing</a:t>
            </a:r>
            <a:endParaRPr/>
          </a:p>
        </p:txBody>
      </p:sp>
      <p:sp>
        <p:nvSpPr>
          <p:cNvPr id="1662" name="Google Shape;1662;p70"/>
          <p:cNvSpPr txBox="1"/>
          <p:nvPr>
            <p:ph idx="1" type="body"/>
          </p:nvPr>
        </p:nvSpPr>
        <p:spPr>
          <a:xfrm>
            <a:off x="592137" y="1066800"/>
            <a:ext cx="7958137" cy="38814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Crashing</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reducing project time by expending additional resources</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Crash time</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an amount of time an activity is reduced</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Crash cost</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cost of reducing activity time</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Goal</a:t>
            </a:r>
            <a:endParaRPr/>
          </a:p>
          <a:p>
            <a:pPr indent="-285750" lvl="1" marL="742950" marR="0" rtl="0" algn="l">
              <a:lnSpc>
                <a:spcPct val="100000"/>
              </a:lnSpc>
              <a:spcBef>
                <a:spcPts val="480"/>
              </a:spcBef>
              <a:spcAft>
                <a:spcPts val="0"/>
              </a:spcAft>
              <a:buClr>
                <a:schemeClr val="dk1"/>
              </a:buClr>
              <a:buSzPts val="2400"/>
              <a:buFont typeface="Garamond"/>
              <a:buChar char="–"/>
            </a:pPr>
            <a:r>
              <a:rPr b="0" i="0" lang="en-US" sz="2400" u="none" cap="none" strike="noStrike">
                <a:solidFill>
                  <a:schemeClr val="dk1"/>
                </a:solidFill>
                <a:latin typeface="Garamond"/>
                <a:ea typeface="Garamond"/>
                <a:cs typeface="Garamond"/>
                <a:sym typeface="Garamond"/>
              </a:rPr>
              <a:t>reduce project duration at minimum cost</a:t>
            </a:r>
            <a:endParaRPr/>
          </a:p>
          <a:p>
            <a:pPr indent="-190500" lvl="0" marL="342900" marR="0" rtl="0" algn="l">
              <a:lnSpc>
                <a:spcPct val="100000"/>
              </a:lnSpc>
              <a:spcBef>
                <a:spcPts val="480"/>
              </a:spcBef>
              <a:spcAft>
                <a:spcPts val="0"/>
              </a:spcAft>
              <a:buClr>
                <a:schemeClr val="dk1"/>
              </a:buClr>
              <a:buSzPts val="2400"/>
              <a:buFont typeface="Garamond"/>
              <a:buNone/>
            </a:pPr>
            <a:r>
              <a:t/>
            </a:r>
            <a:endParaRPr b="0" i="0" sz="2400" u="none" cap="none" strike="noStrike">
              <a:solidFill>
                <a:schemeClr val="dk1"/>
              </a:solidFill>
              <a:latin typeface="Garamond"/>
              <a:ea typeface="Garamond"/>
              <a:cs typeface="Garamond"/>
              <a:sym typeface="Garamo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0" st="0"/>
                                            </p:txEl>
                                          </p:spTgt>
                                        </p:tgtEl>
                                        <p:attrNameLst>
                                          <p:attrName>style.visibility</p:attrName>
                                        </p:attrNameLst>
                                      </p:cBhvr>
                                      <p:to>
                                        <p:strVal val="visible"/>
                                      </p:to>
                                    </p:set>
                                    <p:anim calcmode="lin" valueType="num">
                                      <p:cBhvr additive="base">
                                        <p:cTn dur="500"/>
                                        <p:tgtEl>
                                          <p:spTgt spid="166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1" st="1"/>
                                            </p:txEl>
                                          </p:spTgt>
                                        </p:tgtEl>
                                        <p:attrNameLst>
                                          <p:attrName>style.visibility</p:attrName>
                                        </p:attrNameLst>
                                      </p:cBhvr>
                                      <p:to>
                                        <p:strVal val="visible"/>
                                      </p:to>
                                    </p:set>
                                    <p:anim calcmode="lin" valueType="num">
                                      <p:cBhvr additive="base">
                                        <p:cTn dur="500"/>
                                        <p:tgtEl>
                                          <p:spTgt spid="166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2" st="2"/>
                                            </p:txEl>
                                          </p:spTgt>
                                        </p:tgtEl>
                                        <p:attrNameLst>
                                          <p:attrName>style.visibility</p:attrName>
                                        </p:attrNameLst>
                                      </p:cBhvr>
                                      <p:to>
                                        <p:strVal val="visible"/>
                                      </p:to>
                                    </p:set>
                                    <p:anim calcmode="lin" valueType="num">
                                      <p:cBhvr additive="base">
                                        <p:cTn dur="500"/>
                                        <p:tgtEl>
                                          <p:spTgt spid="166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3" st="3"/>
                                            </p:txEl>
                                          </p:spTgt>
                                        </p:tgtEl>
                                        <p:attrNameLst>
                                          <p:attrName>style.visibility</p:attrName>
                                        </p:attrNameLst>
                                      </p:cBhvr>
                                      <p:to>
                                        <p:strVal val="visible"/>
                                      </p:to>
                                    </p:set>
                                    <p:anim calcmode="lin" valueType="num">
                                      <p:cBhvr additive="base">
                                        <p:cTn dur="500"/>
                                        <p:tgtEl>
                                          <p:spTgt spid="166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4" st="4"/>
                                            </p:txEl>
                                          </p:spTgt>
                                        </p:tgtEl>
                                        <p:attrNameLst>
                                          <p:attrName>style.visibility</p:attrName>
                                        </p:attrNameLst>
                                      </p:cBhvr>
                                      <p:to>
                                        <p:strVal val="visible"/>
                                      </p:to>
                                    </p:set>
                                    <p:anim calcmode="lin" valueType="num">
                                      <p:cBhvr additive="base">
                                        <p:cTn dur="500"/>
                                        <p:tgtEl>
                                          <p:spTgt spid="166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5" st="5"/>
                                            </p:txEl>
                                          </p:spTgt>
                                        </p:tgtEl>
                                        <p:attrNameLst>
                                          <p:attrName>style.visibility</p:attrName>
                                        </p:attrNameLst>
                                      </p:cBhvr>
                                      <p:to>
                                        <p:strVal val="visible"/>
                                      </p:to>
                                    </p:set>
                                    <p:anim calcmode="lin" valueType="num">
                                      <p:cBhvr additive="base">
                                        <p:cTn dur="500"/>
                                        <p:tgtEl>
                                          <p:spTgt spid="166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6" st="6"/>
                                            </p:txEl>
                                          </p:spTgt>
                                        </p:tgtEl>
                                        <p:attrNameLst>
                                          <p:attrName>style.visibility</p:attrName>
                                        </p:attrNameLst>
                                      </p:cBhvr>
                                      <p:to>
                                        <p:strVal val="visible"/>
                                      </p:to>
                                    </p:set>
                                    <p:anim calcmode="lin" valueType="num">
                                      <p:cBhvr additive="base">
                                        <p:cTn dur="500"/>
                                        <p:tgtEl>
                                          <p:spTgt spid="1662">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7" st="7"/>
                                            </p:txEl>
                                          </p:spTgt>
                                        </p:tgtEl>
                                        <p:attrNameLst>
                                          <p:attrName>style.visibility</p:attrName>
                                        </p:attrNameLst>
                                      </p:cBhvr>
                                      <p:to>
                                        <p:strVal val="visible"/>
                                      </p:to>
                                    </p:set>
                                    <p:anim calcmode="lin" valueType="num">
                                      <p:cBhvr additive="base">
                                        <p:cTn dur="500"/>
                                        <p:tgtEl>
                                          <p:spTgt spid="1662">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2">
                                            <p:txEl>
                                              <p:pRg end="8" st="8"/>
                                            </p:txEl>
                                          </p:spTgt>
                                        </p:tgtEl>
                                        <p:attrNameLst>
                                          <p:attrName>style.visibility</p:attrName>
                                        </p:attrNameLst>
                                      </p:cBhvr>
                                      <p:to>
                                        <p:strVal val="visible"/>
                                      </p:to>
                                    </p:set>
                                    <p:anim calcmode="lin" valueType="num">
                                      <p:cBhvr additive="base">
                                        <p:cTn dur="500"/>
                                        <p:tgtEl>
                                          <p:spTgt spid="1662">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66" name="Shape 1666"/>
        <p:cNvGrpSpPr/>
        <p:nvPr/>
      </p:nvGrpSpPr>
      <p:grpSpPr>
        <a:xfrm>
          <a:off x="0" y="0"/>
          <a:ext cx="0" cy="0"/>
          <a:chOff x="0" y="0"/>
          <a:chExt cx="0" cy="0"/>
        </a:xfrm>
      </p:grpSpPr>
      <p:sp>
        <p:nvSpPr>
          <p:cNvPr id="1667" name="Google Shape;1667;p71"/>
          <p:cNvSpPr txBox="1"/>
          <p:nvPr>
            <p:ph type="title"/>
          </p:nvPr>
        </p:nvSpPr>
        <p:spPr>
          <a:xfrm>
            <a:off x="685800" y="304800"/>
            <a:ext cx="7772400" cy="685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Activity crashing</a:t>
            </a:r>
            <a:endParaRPr/>
          </a:p>
        </p:txBody>
      </p:sp>
      <p:cxnSp>
        <p:nvCxnSpPr>
          <p:cNvPr id="1668" name="Google Shape;1668;p71"/>
          <p:cNvCxnSpPr/>
          <p:nvPr/>
        </p:nvCxnSpPr>
        <p:spPr>
          <a:xfrm>
            <a:off x="2438400" y="3048000"/>
            <a:ext cx="2819400" cy="1219200"/>
          </a:xfrm>
          <a:prstGeom prst="straightConnector1">
            <a:avLst/>
          </a:prstGeom>
          <a:noFill/>
          <a:ln cap="flat" cmpd="sng" w="28575">
            <a:solidFill>
              <a:schemeClr val="dk1"/>
            </a:solidFill>
            <a:prstDash val="solid"/>
            <a:miter lim="800000"/>
            <a:headEnd len="sm" w="sm" type="none"/>
            <a:tailEnd len="sm" w="sm" type="none"/>
          </a:ln>
        </p:spPr>
      </p:cxnSp>
      <p:grpSp>
        <p:nvGrpSpPr>
          <p:cNvPr id="1669" name="Google Shape;1669;p71"/>
          <p:cNvGrpSpPr/>
          <p:nvPr/>
        </p:nvGrpSpPr>
        <p:grpSpPr>
          <a:xfrm>
            <a:off x="457200" y="2209800"/>
            <a:ext cx="8001000" cy="4114800"/>
            <a:chOff x="288" y="1392"/>
            <a:chExt cx="5040" cy="2592"/>
          </a:xfrm>
        </p:grpSpPr>
        <p:cxnSp>
          <p:nvCxnSpPr>
            <p:cNvPr id="1670" name="Google Shape;1670;p71"/>
            <p:cNvCxnSpPr/>
            <p:nvPr/>
          </p:nvCxnSpPr>
          <p:spPr>
            <a:xfrm>
              <a:off x="730" y="3600"/>
              <a:ext cx="4272" cy="0"/>
            </a:xfrm>
            <a:prstGeom prst="straightConnector1">
              <a:avLst/>
            </a:prstGeom>
            <a:noFill/>
            <a:ln cap="flat" cmpd="sng" w="9525">
              <a:solidFill>
                <a:schemeClr val="dk1"/>
              </a:solidFill>
              <a:prstDash val="solid"/>
              <a:miter lim="800000"/>
              <a:headEnd len="sm" w="sm" type="none"/>
              <a:tailEnd len="med" w="med" type="triangle"/>
            </a:ln>
          </p:spPr>
        </p:cxnSp>
        <p:cxnSp>
          <p:nvCxnSpPr>
            <p:cNvPr id="1671" name="Google Shape;1671;p71"/>
            <p:cNvCxnSpPr/>
            <p:nvPr/>
          </p:nvCxnSpPr>
          <p:spPr>
            <a:xfrm rot="10800000">
              <a:off x="720" y="1392"/>
              <a:ext cx="0" cy="2208"/>
            </a:xfrm>
            <a:prstGeom prst="straightConnector1">
              <a:avLst/>
            </a:prstGeom>
            <a:noFill/>
            <a:ln cap="flat" cmpd="sng" w="9525">
              <a:solidFill>
                <a:schemeClr val="dk1"/>
              </a:solidFill>
              <a:prstDash val="solid"/>
              <a:miter lim="800000"/>
              <a:headEnd len="sm" w="sm" type="none"/>
              <a:tailEnd len="med" w="med" type="triangle"/>
            </a:ln>
          </p:spPr>
        </p:cxnSp>
        <p:sp>
          <p:nvSpPr>
            <p:cNvPr id="1672" name="Google Shape;1672;p71"/>
            <p:cNvSpPr txBox="1"/>
            <p:nvPr/>
          </p:nvSpPr>
          <p:spPr>
            <a:xfrm rot="-5400000">
              <a:off x="-216" y="2184"/>
              <a:ext cx="1296"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Activity cost</a:t>
              </a:r>
              <a:endParaRPr b="0" i="0" sz="1400" u="none" cap="none" strike="noStrike">
                <a:solidFill>
                  <a:srgbClr val="000000"/>
                </a:solidFill>
                <a:latin typeface="Arial"/>
                <a:ea typeface="Arial"/>
                <a:cs typeface="Arial"/>
                <a:sym typeface="Arial"/>
              </a:endParaRPr>
            </a:p>
          </p:txBody>
        </p:sp>
        <p:sp>
          <p:nvSpPr>
            <p:cNvPr id="1673" name="Google Shape;1673;p71"/>
            <p:cNvSpPr txBox="1"/>
            <p:nvPr/>
          </p:nvSpPr>
          <p:spPr>
            <a:xfrm>
              <a:off x="4128" y="3696"/>
              <a:ext cx="120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Activity time</a:t>
              </a:r>
              <a:endParaRPr b="0" i="0" sz="1400" u="none" cap="none" strike="noStrike">
                <a:solidFill>
                  <a:srgbClr val="000000"/>
                </a:solidFill>
                <a:latin typeface="Arial"/>
                <a:ea typeface="Arial"/>
                <a:cs typeface="Arial"/>
                <a:sym typeface="Arial"/>
              </a:endParaRPr>
            </a:p>
          </p:txBody>
        </p:sp>
      </p:grpSp>
      <p:grpSp>
        <p:nvGrpSpPr>
          <p:cNvPr id="1674" name="Google Shape;1674;p71"/>
          <p:cNvGrpSpPr/>
          <p:nvPr/>
        </p:nvGrpSpPr>
        <p:grpSpPr>
          <a:xfrm>
            <a:off x="1066800" y="2286000"/>
            <a:ext cx="3657600" cy="4327525"/>
            <a:chOff x="672" y="1440"/>
            <a:chExt cx="2304" cy="2726"/>
          </a:xfrm>
        </p:grpSpPr>
        <p:sp>
          <p:nvSpPr>
            <p:cNvPr id="1675" name="Google Shape;1675;p71"/>
            <p:cNvSpPr txBox="1"/>
            <p:nvPr/>
          </p:nvSpPr>
          <p:spPr>
            <a:xfrm>
              <a:off x="1536" y="1584"/>
              <a:ext cx="144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cap="none" strike="noStrike">
                  <a:solidFill>
                    <a:srgbClr val="FF3300"/>
                  </a:solidFill>
                  <a:latin typeface="Times New Roman"/>
                  <a:ea typeface="Times New Roman"/>
                  <a:cs typeface="Times New Roman"/>
                  <a:sym typeface="Times New Roman"/>
                </a:rPr>
                <a:t>Crashing activity</a:t>
              </a:r>
              <a:endParaRPr b="0" i="0" sz="1400" u="none" cap="none" strike="noStrike">
                <a:solidFill>
                  <a:srgbClr val="000000"/>
                </a:solidFill>
                <a:latin typeface="Arial"/>
                <a:ea typeface="Arial"/>
                <a:cs typeface="Arial"/>
                <a:sym typeface="Arial"/>
              </a:endParaRPr>
            </a:p>
          </p:txBody>
        </p:sp>
        <p:cxnSp>
          <p:nvCxnSpPr>
            <p:cNvPr id="1676" name="Google Shape;1676;p71"/>
            <p:cNvCxnSpPr/>
            <p:nvPr/>
          </p:nvCxnSpPr>
          <p:spPr>
            <a:xfrm rot="10800000">
              <a:off x="720" y="1920"/>
              <a:ext cx="816" cy="0"/>
            </a:xfrm>
            <a:prstGeom prst="straightConnector1">
              <a:avLst/>
            </a:prstGeom>
            <a:noFill/>
            <a:ln cap="flat" cmpd="sng" w="19050">
              <a:solidFill>
                <a:srgbClr val="FF3300"/>
              </a:solidFill>
              <a:prstDash val="solid"/>
              <a:miter lim="800000"/>
              <a:headEnd len="sm" w="sm" type="none"/>
              <a:tailEnd len="sm" w="sm" type="none"/>
            </a:ln>
          </p:spPr>
        </p:cxnSp>
        <p:cxnSp>
          <p:nvCxnSpPr>
            <p:cNvPr id="1677" name="Google Shape;1677;p71"/>
            <p:cNvCxnSpPr/>
            <p:nvPr/>
          </p:nvCxnSpPr>
          <p:spPr>
            <a:xfrm>
              <a:off x="1536" y="1920"/>
              <a:ext cx="0" cy="1680"/>
            </a:xfrm>
            <a:prstGeom prst="straightConnector1">
              <a:avLst/>
            </a:prstGeom>
            <a:noFill/>
            <a:ln cap="flat" cmpd="sng" w="19050">
              <a:solidFill>
                <a:srgbClr val="FF3300"/>
              </a:solidFill>
              <a:prstDash val="solid"/>
              <a:miter lim="800000"/>
              <a:headEnd len="sm" w="sm" type="none"/>
              <a:tailEnd len="sm" w="sm" type="none"/>
            </a:ln>
          </p:spPr>
        </p:cxnSp>
        <p:sp>
          <p:nvSpPr>
            <p:cNvPr id="1678" name="Google Shape;1678;p71"/>
            <p:cNvSpPr txBox="1"/>
            <p:nvPr/>
          </p:nvSpPr>
          <p:spPr>
            <a:xfrm>
              <a:off x="1344" y="3648"/>
              <a:ext cx="816"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cap="none" strike="noStrike">
                  <a:solidFill>
                    <a:srgbClr val="FF3300"/>
                  </a:solidFill>
                  <a:latin typeface="Times New Roman"/>
                  <a:ea typeface="Times New Roman"/>
                  <a:cs typeface="Times New Roman"/>
                  <a:sym typeface="Times New Roman"/>
                </a:rPr>
                <a:t>Crash time</a:t>
              </a:r>
              <a:endParaRPr b="0" i="0" sz="1400" u="none" cap="none" strike="noStrike">
                <a:solidFill>
                  <a:srgbClr val="000000"/>
                </a:solidFill>
                <a:latin typeface="Arial"/>
                <a:ea typeface="Arial"/>
                <a:cs typeface="Arial"/>
                <a:sym typeface="Arial"/>
              </a:endParaRPr>
            </a:p>
          </p:txBody>
        </p:sp>
        <p:sp>
          <p:nvSpPr>
            <p:cNvPr id="1679" name="Google Shape;1679;p71"/>
            <p:cNvSpPr txBox="1"/>
            <p:nvPr/>
          </p:nvSpPr>
          <p:spPr>
            <a:xfrm>
              <a:off x="672" y="1440"/>
              <a:ext cx="816"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cap="none" strike="noStrike">
                  <a:solidFill>
                    <a:srgbClr val="FF3300"/>
                  </a:solidFill>
                  <a:latin typeface="Times New Roman"/>
                  <a:ea typeface="Times New Roman"/>
                  <a:cs typeface="Times New Roman"/>
                  <a:sym typeface="Times New Roman"/>
                </a:rPr>
                <a:t>Crash cost</a:t>
              </a:r>
              <a:endParaRPr b="0" i="0" sz="1400" u="none" cap="none" strike="noStrike">
                <a:solidFill>
                  <a:srgbClr val="000000"/>
                </a:solidFill>
                <a:latin typeface="Arial"/>
                <a:ea typeface="Arial"/>
                <a:cs typeface="Arial"/>
                <a:sym typeface="Arial"/>
              </a:endParaRPr>
            </a:p>
          </p:txBody>
        </p:sp>
        <p:sp>
          <p:nvSpPr>
            <p:cNvPr id="1680" name="Google Shape;1680;p71"/>
            <p:cNvSpPr/>
            <p:nvPr/>
          </p:nvSpPr>
          <p:spPr>
            <a:xfrm>
              <a:off x="1488" y="1872"/>
              <a:ext cx="96" cy="96"/>
            </a:xfrm>
            <a:prstGeom prst="ellipse">
              <a:avLst/>
            </a:prstGeom>
            <a:solidFill>
              <a:srgbClr val="FF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681" name="Google Shape;1681;p71"/>
          <p:cNvGrpSpPr/>
          <p:nvPr/>
        </p:nvGrpSpPr>
        <p:grpSpPr>
          <a:xfrm>
            <a:off x="1143000" y="4038600"/>
            <a:ext cx="6553200" cy="1736725"/>
            <a:chOff x="720" y="2544"/>
            <a:chExt cx="4128" cy="1094"/>
          </a:xfrm>
        </p:grpSpPr>
        <p:sp>
          <p:nvSpPr>
            <p:cNvPr id="1682" name="Google Shape;1682;p71"/>
            <p:cNvSpPr txBox="1"/>
            <p:nvPr/>
          </p:nvSpPr>
          <p:spPr>
            <a:xfrm>
              <a:off x="3408" y="2544"/>
              <a:ext cx="144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Times New Roman"/>
                <a:buNone/>
              </a:pPr>
              <a:r>
                <a:rPr b="0" i="0" lang="en-US" sz="2400" u="none" cap="none" strike="noStrike">
                  <a:solidFill>
                    <a:schemeClr val="accent1"/>
                  </a:solidFill>
                  <a:latin typeface="Times New Roman"/>
                  <a:ea typeface="Times New Roman"/>
                  <a:cs typeface="Times New Roman"/>
                  <a:sym typeface="Times New Roman"/>
                </a:rPr>
                <a:t>Normal Activity</a:t>
              </a:r>
              <a:endParaRPr b="0" i="0" sz="1400" u="none" cap="none" strike="noStrike">
                <a:solidFill>
                  <a:srgbClr val="000000"/>
                </a:solidFill>
                <a:latin typeface="Arial"/>
                <a:ea typeface="Arial"/>
                <a:cs typeface="Arial"/>
                <a:sym typeface="Arial"/>
              </a:endParaRPr>
            </a:p>
          </p:txBody>
        </p:sp>
        <p:cxnSp>
          <p:nvCxnSpPr>
            <p:cNvPr id="1683" name="Google Shape;1683;p71"/>
            <p:cNvCxnSpPr/>
            <p:nvPr/>
          </p:nvCxnSpPr>
          <p:spPr>
            <a:xfrm rot="10800000">
              <a:off x="720" y="2688"/>
              <a:ext cx="2592" cy="0"/>
            </a:xfrm>
            <a:prstGeom prst="straightConnector1">
              <a:avLst/>
            </a:prstGeom>
            <a:noFill/>
            <a:ln cap="flat" cmpd="sng" w="19050">
              <a:solidFill>
                <a:schemeClr val="accent1"/>
              </a:solidFill>
              <a:prstDash val="solid"/>
              <a:miter lim="800000"/>
              <a:headEnd len="sm" w="sm" type="none"/>
              <a:tailEnd len="sm" w="sm" type="none"/>
            </a:ln>
          </p:spPr>
        </p:cxnSp>
        <p:cxnSp>
          <p:nvCxnSpPr>
            <p:cNvPr id="1684" name="Google Shape;1684;p71"/>
            <p:cNvCxnSpPr/>
            <p:nvPr/>
          </p:nvCxnSpPr>
          <p:spPr>
            <a:xfrm>
              <a:off x="3312" y="2688"/>
              <a:ext cx="0" cy="912"/>
            </a:xfrm>
            <a:prstGeom prst="straightConnector1">
              <a:avLst/>
            </a:prstGeom>
            <a:noFill/>
            <a:ln cap="flat" cmpd="sng" w="19050">
              <a:solidFill>
                <a:schemeClr val="accent1"/>
              </a:solidFill>
              <a:prstDash val="solid"/>
              <a:miter lim="800000"/>
              <a:headEnd len="sm" w="sm" type="none"/>
              <a:tailEnd len="sm" w="sm" type="none"/>
            </a:ln>
          </p:spPr>
        </p:cxnSp>
        <p:sp>
          <p:nvSpPr>
            <p:cNvPr id="1685" name="Google Shape;1685;p71"/>
            <p:cNvSpPr txBox="1"/>
            <p:nvPr/>
          </p:nvSpPr>
          <p:spPr>
            <a:xfrm>
              <a:off x="3312" y="3120"/>
              <a:ext cx="720"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Times New Roman"/>
                <a:buNone/>
              </a:pPr>
              <a:r>
                <a:rPr b="0" i="0" lang="en-US" sz="2400" u="none" cap="none" strike="noStrike">
                  <a:solidFill>
                    <a:schemeClr val="accent1"/>
                  </a:solidFill>
                  <a:latin typeface="Times New Roman"/>
                  <a:ea typeface="Times New Roman"/>
                  <a:cs typeface="Times New Roman"/>
                  <a:sym typeface="Times New Roman"/>
                </a:rPr>
                <a:t>Normal time</a:t>
              </a:r>
              <a:endParaRPr b="0" i="0" sz="1400" u="none" cap="none" strike="noStrike">
                <a:solidFill>
                  <a:srgbClr val="000000"/>
                </a:solidFill>
                <a:latin typeface="Arial"/>
                <a:ea typeface="Arial"/>
                <a:cs typeface="Arial"/>
                <a:sym typeface="Arial"/>
              </a:endParaRPr>
            </a:p>
          </p:txBody>
        </p:sp>
        <p:sp>
          <p:nvSpPr>
            <p:cNvPr id="1686" name="Google Shape;1686;p71"/>
            <p:cNvSpPr txBox="1"/>
            <p:nvPr/>
          </p:nvSpPr>
          <p:spPr>
            <a:xfrm>
              <a:off x="720" y="2688"/>
              <a:ext cx="720" cy="5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Times New Roman"/>
                <a:buNone/>
              </a:pPr>
              <a:r>
                <a:rPr b="0" i="0" lang="en-US" sz="2400" u="none" cap="none" strike="noStrike">
                  <a:solidFill>
                    <a:schemeClr val="accent1"/>
                  </a:solidFill>
                  <a:latin typeface="Times New Roman"/>
                  <a:ea typeface="Times New Roman"/>
                  <a:cs typeface="Times New Roman"/>
                  <a:sym typeface="Times New Roman"/>
                </a:rPr>
                <a:t>Normal cost</a:t>
              </a:r>
              <a:endParaRPr b="0" i="0" sz="1400" u="none" cap="none" strike="noStrike">
                <a:solidFill>
                  <a:srgbClr val="000000"/>
                </a:solidFill>
                <a:latin typeface="Arial"/>
                <a:ea typeface="Arial"/>
                <a:cs typeface="Arial"/>
                <a:sym typeface="Arial"/>
              </a:endParaRPr>
            </a:p>
          </p:txBody>
        </p:sp>
        <p:sp>
          <p:nvSpPr>
            <p:cNvPr id="1687" name="Google Shape;1687;p71"/>
            <p:cNvSpPr/>
            <p:nvPr/>
          </p:nvSpPr>
          <p:spPr>
            <a:xfrm>
              <a:off x="3264" y="2640"/>
              <a:ext cx="96" cy="96"/>
            </a:xfrm>
            <a:prstGeom prst="ellipse">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1688" name="Google Shape;1688;p71"/>
          <p:cNvSpPr txBox="1"/>
          <p:nvPr/>
        </p:nvSpPr>
        <p:spPr>
          <a:xfrm>
            <a:off x="3581400" y="3200400"/>
            <a:ext cx="4114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Slope = crash cost per unit time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68"/>
                                        </p:tgtEl>
                                        <p:attrNameLst>
                                          <p:attrName>style.visibility</p:attrName>
                                        </p:attrNameLst>
                                      </p:cBhvr>
                                      <p:to>
                                        <p:strVal val="visible"/>
                                      </p:to>
                                    </p:set>
                                    <p:anim calcmode="lin" valueType="num">
                                      <p:cBhvr additive="base">
                                        <p:cTn dur="500"/>
                                        <p:tgtEl>
                                          <p:spTgt spid="166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88"/>
                                        </p:tgtEl>
                                        <p:attrNameLst>
                                          <p:attrName>style.visibility</p:attrName>
                                        </p:attrNameLst>
                                      </p:cBhvr>
                                      <p:to>
                                        <p:strVal val="visible"/>
                                      </p:to>
                                    </p:set>
                                    <p:anim calcmode="lin" valueType="num">
                                      <p:cBhvr additive="base">
                                        <p:cTn dur="500"/>
                                        <p:tgtEl>
                                          <p:spTgt spid="168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92" name="Shape 1692"/>
        <p:cNvGrpSpPr/>
        <p:nvPr/>
      </p:nvGrpSpPr>
      <p:grpSpPr>
        <a:xfrm>
          <a:off x="0" y="0"/>
          <a:ext cx="0" cy="0"/>
          <a:chOff x="0" y="0"/>
          <a:chExt cx="0" cy="0"/>
        </a:xfrm>
      </p:grpSpPr>
      <p:sp>
        <p:nvSpPr>
          <p:cNvPr id="1693" name="Google Shape;1693;p72"/>
          <p:cNvSpPr txBox="1"/>
          <p:nvPr>
            <p:ph type="title"/>
          </p:nvPr>
        </p:nvSpPr>
        <p:spPr>
          <a:xfrm>
            <a:off x="152400" y="0"/>
            <a:ext cx="8686800" cy="533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Benefits of CPM/PERT</a:t>
            </a:r>
            <a:endParaRPr/>
          </a:p>
        </p:txBody>
      </p:sp>
      <p:sp>
        <p:nvSpPr>
          <p:cNvPr id="1694" name="Google Shape;1694;p72"/>
          <p:cNvSpPr txBox="1"/>
          <p:nvPr>
            <p:ph idx="1" type="body"/>
          </p:nvPr>
        </p:nvSpPr>
        <p:spPr>
          <a:xfrm>
            <a:off x="304800" y="457200"/>
            <a:ext cx="7772400" cy="2362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Garamond"/>
              <a:buChar char="•"/>
            </a:pPr>
            <a:r>
              <a:rPr b="0" i="0" lang="en-US" sz="2000" u="none">
                <a:solidFill>
                  <a:schemeClr val="dk1"/>
                </a:solidFill>
                <a:latin typeface="Garamond"/>
                <a:ea typeface="Garamond"/>
                <a:cs typeface="Garamond"/>
                <a:sym typeface="Garamond"/>
              </a:rPr>
              <a:t>Useful at many stages of project management</a:t>
            </a:r>
            <a:endParaRPr/>
          </a:p>
          <a:p>
            <a:pPr indent="-342900" lvl="0" marL="342900" marR="0" rtl="0" algn="l">
              <a:lnSpc>
                <a:spcPct val="100000"/>
              </a:lnSpc>
              <a:spcBef>
                <a:spcPts val="400"/>
              </a:spcBef>
              <a:spcAft>
                <a:spcPts val="0"/>
              </a:spcAft>
              <a:buClr>
                <a:schemeClr val="dk1"/>
              </a:buClr>
              <a:buSzPts val="2000"/>
              <a:buFont typeface="Garamond"/>
              <a:buChar char="•"/>
            </a:pPr>
            <a:r>
              <a:rPr b="0" i="0" lang="en-US" sz="2000" u="none">
                <a:solidFill>
                  <a:schemeClr val="dk1"/>
                </a:solidFill>
                <a:latin typeface="Garamond"/>
                <a:ea typeface="Garamond"/>
                <a:cs typeface="Garamond"/>
                <a:sym typeface="Garamond"/>
              </a:rPr>
              <a:t>Mathematically simple</a:t>
            </a:r>
            <a:endParaRPr/>
          </a:p>
          <a:p>
            <a:pPr indent="-342900" lvl="0" marL="342900" marR="0" rtl="0" algn="l">
              <a:lnSpc>
                <a:spcPct val="100000"/>
              </a:lnSpc>
              <a:spcBef>
                <a:spcPts val="400"/>
              </a:spcBef>
              <a:spcAft>
                <a:spcPts val="0"/>
              </a:spcAft>
              <a:buClr>
                <a:schemeClr val="dk1"/>
              </a:buClr>
              <a:buSzPts val="2000"/>
              <a:buFont typeface="Garamond"/>
              <a:buChar char="•"/>
            </a:pPr>
            <a:r>
              <a:rPr b="0" i="0" lang="en-US" sz="2000" u="none">
                <a:solidFill>
                  <a:schemeClr val="dk1"/>
                </a:solidFill>
                <a:latin typeface="Garamond"/>
                <a:ea typeface="Garamond"/>
                <a:cs typeface="Garamond"/>
                <a:sym typeface="Garamond"/>
              </a:rPr>
              <a:t>Give critical path and slack time</a:t>
            </a:r>
            <a:endParaRPr/>
          </a:p>
          <a:p>
            <a:pPr indent="-342900" lvl="0" marL="342900" marR="0" rtl="0" algn="l">
              <a:lnSpc>
                <a:spcPct val="100000"/>
              </a:lnSpc>
              <a:spcBef>
                <a:spcPts val="400"/>
              </a:spcBef>
              <a:spcAft>
                <a:spcPts val="0"/>
              </a:spcAft>
              <a:buClr>
                <a:schemeClr val="dk1"/>
              </a:buClr>
              <a:buSzPts val="2000"/>
              <a:buFont typeface="Garamond"/>
              <a:buChar char="•"/>
            </a:pPr>
            <a:r>
              <a:rPr b="0" i="0" lang="en-US" sz="2000" u="none">
                <a:solidFill>
                  <a:schemeClr val="dk1"/>
                </a:solidFill>
                <a:latin typeface="Garamond"/>
                <a:ea typeface="Garamond"/>
                <a:cs typeface="Garamond"/>
                <a:sym typeface="Garamond"/>
              </a:rPr>
              <a:t>Provide project documentation</a:t>
            </a:r>
            <a:endParaRPr/>
          </a:p>
          <a:p>
            <a:pPr indent="-342900" lvl="0" marL="342900" marR="0" rtl="0" algn="l">
              <a:lnSpc>
                <a:spcPct val="100000"/>
              </a:lnSpc>
              <a:spcBef>
                <a:spcPts val="400"/>
              </a:spcBef>
              <a:spcAft>
                <a:spcPts val="0"/>
              </a:spcAft>
              <a:buClr>
                <a:schemeClr val="dk1"/>
              </a:buClr>
              <a:buSzPts val="2000"/>
              <a:buFont typeface="Garamond"/>
              <a:buChar char="•"/>
            </a:pPr>
            <a:r>
              <a:rPr b="0" i="0" lang="en-US" sz="2000" u="none">
                <a:solidFill>
                  <a:schemeClr val="dk1"/>
                </a:solidFill>
                <a:latin typeface="Garamond"/>
                <a:ea typeface="Garamond"/>
                <a:cs typeface="Garamond"/>
                <a:sym typeface="Garamond"/>
              </a:rPr>
              <a:t>Useful in monitoring costs</a:t>
            </a:r>
            <a:endParaRPr/>
          </a:p>
        </p:txBody>
      </p:sp>
      <p:sp>
        <p:nvSpPr>
          <p:cNvPr id="1695" name="Google Shape;1695;p72"/>
          <p:cNvSpPr txBox="1"/>
          <p:nvPr/>
        </p:nvSpPr>
        <p:spPr>
          <a:xfrm>
            <a:off x="152400" y="3886200"/>
            <a:ext cx="8839200" cy="2743200"/>
          </a:xfrm>
          <a:prstGeom prst="rect">
            <a:avLst/>
          </a:prstGeom>
          <a:noFill/>
          <a:ln>
            <a:noFill/>
          </a:ln>
        </p:spPr>
        <p:txBody>
          <a:bodyPr anchorCtr="0" anchor="ctr" bIns="45700" lIns="91425" spcFirstLastPara="1" rIns="91425" wrap="square" tIns="45700">
            <a:noAutofit/>
          </a:bodyPr>
          <a:lstStyle/>
          <a:p>
            <a:pPr indent="-152400" lvl="0" marL="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How long will the entire project take to be completed? What are the risks involved? </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Which are the critical activities or tasks in the project which could delay the entire project if they were not completed on time? </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Is the project on schedule, behind schedule or ahead of schedule? </a:t>
            </a:r>
            <a:endParaRPr b="0" i="0" sz="1400" u="none" cap="none" strike="noStrike">
              <a:solidFill>
                <a:srgbClr val="000000"/>
              </a:solidFill>
              <a:latin typeface="Arial"/>
              <a:ea typeface="Arial"/>
              <a:cs typeface="Arial"/>
              <a:sym typeface="Arial"/>
            </a:endParaRPr>
          </a:p>
          <a:p>
            <a:pPr indent="-152400" lvl="0" marL="0" marR="0" rtl="0" algn="l">
              <a:lnSpc>
                <a:spcPct val="10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If the project has to be finished earlier than planned, what is the best way to do this at the least cost? </a:t>
            </a:r>
            <a:endParaRPr b="0" i="0" sz="1400" u="none" cap="none" strike="noStrike">
              <a:solidFill>
                <a:srgbClr val="000000"/>
              </a:solidFill>
              <a:latin typeface="Arial"/>
              <a:ea typeface="Arial"/>
              <a:cs typeface="Arial"/>
              <a:sym typeface="Arial"/>
            </a:endParaRPr>
          </a:p>
        </p:txBody>
      </p:sp>
      <p:sp>
        <p:nvSpPr>
          <p:cNvPr id="1696" name="Google Shape;1696;p72"/>
          <p:cNvSpPr txBox="1"/>
          <p:nvPr/>
        </p:nvSpPr>
        <p:spPr>
          <a:xfrm>
            <a:off x="304800" y="2743200"/>
            <a:ext cx="8610600" cy="1066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3200"/>
              <a:buFont typeface="Times New Roman"/>
              <a:buNone/>
            </a:pPr>
            <a:r>
              <a:rPr b="0" i="0" lang="en-US" sz="3200" u="none" cap="none" strike="noStrike">
                <a:solidFill>
                  <a:schemeClr val="dk2"/>
                </a:solidFill>
                <a:latin typeface="Times New Roman"/>
                <a:ea typeface="Times New Roman"/>
                <a:cs typeface="Times New Roman"/>
                <a:sym typeface="Times New Roman"/>
              </a:rPr>
              <a:t>CPM/PERT can answer the following important questions: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4">
                                            <p:txEl>
                                              <p:pRg end="0" st="0"/>
                                            </p:txEl>
                                          </p:spTgt>
                                        </p:tgtEl>
                                        <p:attrNameLst>
                                          <p:attrName>style.visibility</p:attrName>
                                        </p:attrNameLst>
                                      </p:cBhvr>
                                      <p:to>
                                        <p:strVal val="visible"/>
                                      </p:to>
                                    </p:set>
                                    <p:anim calcmode="lin" valueType="num">
                                      <p:cBhvr additive="base">
                                        <p:cTn dur="500"/>
                                        <p:tgtEl>
                                          <p:spTgt spid="169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4">
                                            <p:txEl>
                                              <p:pRg end="1" st="1"/>
                                            </p:txEl>
                                          </p:spTgt>
                                        </p:tgtEl>
                                        <p:attrNameLst>
                                          <p:attrName>style.visibility</p:attrName>
                                        </p:attrNameLst>
                                      </p:cBhvr>
                                      <p:to>
                                        <p:strVal val="visible"/>
                                      </p:to>
                                    </p:set>
                                    <p:anim calcmode="lin" valueType="num">
                                      <p:cBhvr additive="base">
                                        <p:cTn dur="500"/>
                                        <p:tgtEl>
                                          <p:spTgt spid="1694">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4">
                                            <p:txEl>
                                              <p:pRg end="2" st="2"/>
                                            </p:txEl>
                                          </p:spTgt>
                                        </p:tgtEl>
                                        <p:attrNameLst>
                                          <p:attrName>style.visibility</p:attrName>
                                        </p:attrNameLst>
                                      </p:cBhvr>
                                      <p:to>
                                        <p:strVal val="visible"/>
                                      </p:to>
                                    </p:set>
                                    <p:anim calcmode="lin" valueType="num">
                                      <p:cBhvr additive="base">
                                        <p:cTn dur="500"/>
                                        <p:tgtEl>
                                          <p:spTgt spid="1694">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4">
                                            <p:txEl>
                                              <p:pRg end="3" st="3"/>
                                            </p:txEl>
                                          </p:spTgt>
                                        </p:tgtEl>
                                        <p:attrNameLst>
                                          <p:attrName>style.visibility</p:attrName>
                                        </p:attrNameLst>
                                      </p:cBhvr>
                                      <p:to>
                                        <p:strVal val="visible"/>
                                      </p:to>
                                    </p:set>
                                    <p:anim calcmode="lin" valueType="num">
                                      <p:cBhvr additive="base">
                                        <p:cTn dur="500"/>
                                        <p:tgtEl>
                                          <p:spTgt spid="1694">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4">
                                            <p:txEl>
                                              <p:pRg end="4" st="4"/>
                                            </p:txEl>
                                          </p:spTgt>
                                        </p:tgtEl>
                                        <p:attrNameLst>
                                          <p:attrName>style.visibility</p:attrName>
                                        </p:attrNameLst>
                                      </p:cBhvr>
                                      <p:to>
                                        <p:strVal val="visible"/>
                                      </p:to>
                                    </p:set>
                                    <p:anim calcmode="lin" valueType="num">
                                      <p:cBhvr additive="base">
                                        <p:cTn dur="500"/>
                                        <p:tgtEl>
                                          <p:spTgt spid="1694">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6"/>
                                        </p:tgtEl>
                                        <p:attrNameLst>
                                          <p:attrName>style.visibility</p:attrName>
                                        </p:attrNameLst>
                                      </p:cBhvr>
                                      <p:to>
                                        <p:strVal val="visible"/>
                                      </p:to>
                                    </p:set>
                                    <p:anim calcmode="lin" valueType="num">
                                      <p:cBhvr additive="base">
                                        <p:cTn dur="500"/>
                                        <p:tgtEl>
                                          <p:spTgt spid="169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5">
                                            <p:txEl>
                                              <p:pRg end="0" st="0"/>
                                            </p:txEl>
                                          </p:spTgt>
                                        </p:tgtEl>
                                        <p:attrNameLst>
                                          <p:attrName>style.visibility</p:attrName>
                                        </p:attrNameLst>
                                      </p:cBhvr>
                                      <p:to>
                                        <p:strVal val="visible"/>
                                      </p:to>
                                    </p:set>
                                    <p:anim calcmode="lin" valueType="num">
                                      <p:cBhvr additive="base">
                                        <p:cTn dur="500"/>
                                        <p:tgtEl>
                                          <p:spTgt spid="169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5">
                                            <p:txEl>
                                              <p:pRg end="1" st="1"/>
                                            </p:txEl>
                                          </p:spTgt>
                                        </p:tgtEl>
                                        <p:attrNameLst>
                                          <p:attrName>style.visibility</p:attrName>
                                        </p:attrNameLst>
                                      </p:cBhvr>
                                      <p:to>
                                        <p:strVal val="visible"/>
                                      </p:to>
                                    </p:set>
                                    <p:anim calcmode="lin" valueType="num">
                                      <p:cBhvr additive="base">
                                        <p:cTn dur="500"/>
                                        <p:tgtEl>
                                          <p:spTgt spid="169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5">
                                            <p:txEl>
                                              <p:pRg end="2" st="2"/>
                                            </p:txEl>
                                          </p:spTgt>
                                        </p:tgtEl>
                                        <p:attrNameLst>
                                          <p:attrName>style.visibility</p:attrName>
                                        </p:attrNameLst>
                                      </p:cBhvr>
                                      <p:to>
                                        <p:strVal val="visible"/>
                                      </p:to>
                                    </p:set>
                                    <p:anim calcmode="lin" valueType="num">
                                      <p:cBhvr additive="base">
                                        <p:cTn dur="500"/>
                                        <p:tgtEl>
                                          <p:spTgt spid="169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95">
                                            <p:txEl>
                                              <p:pRg end="3" st="3"/>
                                            </p:txEl>
                                          </p:spTgt>
                                        </p:tgtEl>
                                        <p:attrNameLst>
                                          <p:attrName>style.visibility</p:attrName>
                                        </p:attrNameLst>
                                      </p:cBhvr>
                                      <p:to>
                                        <p:strVal val="visible"/>
                                      </p:to>
                                    </p:set>
                                    <p:anim calcmode="lin" valueType="num">
                                      <p:cBhvr additive="base">
                                        <p:cTn dur="500"/>
                                        <p:tgtEl>
                                          <p:spTgt spid="169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0" name="Shape 1700"/>
        <p:cNvGrpSpPr/>
        <p:nvPr/>
      </p:nvGrpSpPr>
      <p:grpSpPr>
        <a:xfrm>
          <a:off x="0" y="0"/>
          <a:ext cx="0" cy="0"/>
          <a:chOff x="0" y="0"/>
          <a:chExt cx="0" cy="0"/>
        </a:xfrm>
      </p:grpSpPr>
      <p:sp>
        <p:nvSpPr>
          <p:cNvPr id="1701" name="Google Shape;1701;p73"/>
          <p:cNvSpPr txBox="1"/>
          <p:nvPr>
            <p:ph type="title"/>
          </p:nvPr>
        </p:nvSpPr>
        <p:spPr>
          <a:xfrm>
            <a:off x="342900" y="0"/>
            <a:ext cx="84582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400"/>
              <a:buFont typeface="Garamond"/>
              <a:buNone/>
            </a:pPr>
            <a:r>
              <a:rPr b="0" i="0" lang="en-US" sz="2400" u="none">
                <a:solidFill>
                  <a:schemeClr val="dk2"/>
                </a:solidFill>
                <a:latin typeface="Garamond"/>
                <a:ea typeface="Garamond"/>
                <a:cs typeface="Garamond"/>
                <a:sym typeface="Garamond"/>
              </a:rPr>
              <a:t>Limitations to CPM/PERT</a:t>
            </a:r>
            <a:endParaRPr/>
          </a:p>
        </p:txBody>
      </p:sp>
      <p:sp>
        <p:nvSpPr>
          <p:cNvPr id="1702" name="Google Shape;1702;p73"/>
          <p:cNvSpPr txBox="1"/>
          <p:nvPr>
            <p:ph idx="1" type="body"/>
          </p:nvPr>
        </p:nvSpPr>
        <p:spPr>
          <a:xfrm>
            <a:off x="476250" y="533400"/>
            <a:ext cx="8362950" cy="3962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Clearly defined, independent and stable activities</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Specified precedence relationships</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Over emphasis on critical paths</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Deterministic CPM model</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Activity time estimates are subjective and depend on judgment</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PERT assumes a beta distribution for these time estimates, but the actual distribution may be different</a:t>
            </a:r>
            <a:endParaRPr/>
          </a:p>
          <a:p>
            <a:pPr indent="-342900" lvl="0" marL="342900" marR="0" rtl="0" algn="l">
              <a:lnSpc>
                <a:spcPct val="100000"/>
              </a:lnSpc>
              <a:spcBef>
                <a:spcPts val="480"/>
              </a:spcBef>
              <a:spcAft>
                <a:spcPts val="0"/>
              </a:spcAft>
              <a:buClr>
                <a:schemeClr val="dk1"/>
              </a:buClr>
              <a:buSzPts val="2400"/>
              <a:buFont typeface="Garamond"/>
              <a:buChar char="•"/>
            </a:pPr>
            <a:r>
              <a:rPr b="0" i="0" lang="en-US" sz="2400" u="none">
                <a:solidFill>
                  <a:schemeClr val="dk1"/>
                </a:solidFill>
                <a:latin typeface="Garamond"/>
                <a:ea typeface="Garamond"/>
                <a:cs typeface="Garamond"/>
                <a:sym typeface="Garamond"/>
              </a:rPr>
              <a:t>PERT consistently underestimates the expected project completion time due to alternate paths becoming critical</a:t>
            </a:r>
            <a:endParaRPr/>
          </a:p>
        </p:txBody>
      </p:sp>
      <p:sp>
        <p:nvSpPr>
          <p:cNvPr id="1703" name="Google Shape;1703;p73"/>
          <p:cNvSpPr txBox="1"/>
          <p:nvPr/>
        </p:nvSpPr>
        <p:spPr>
          <a:xfrm>
            <a:off x="419100" y="5029200"/>
            <a:ext cx="8305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To overcome the limitation, Monte Carlo simulations can be performed on the network to eliminate the optimistic bias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0" st="0"/>
                                            </p:txEl>
                                          </p:spTgt>
                                        </p:tgtEl>
                                        <p:attrNameLst>
                                          <p:attrName>style.visibility</p:attrName>
                                        </p:attrNameLst>
                                      </p:cBhvr>
                                      <p:to>
                                        <p:strVal val="visible"/>
                                      </p:to>
                                    </p:set>
                                    <p:anim calcmode="lin" valueType="num">
                                      <p:cBhvr additive="base">
                                        <p:cTn dur="500"/>
                                        <p:tgtEl>
                                          <p:spTgt spid="170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1" st="1"/>
                                            </p:txEl>
                                          </p:spTgt>
                                        </p:tgtEl>
                                        <p:attrNameLst>
                                          <p:attrName>style.visibility</p:attrName>
                                        </p:attrNameLst>
                                      </p:cBhvr>
                                      <p:to>
                                        <p:strVal val="visible"/>
                                      </p:to>
                                    </p:set>
                                    <p:anim calcmode="lin" valueType="num">
                                      <p:cBhvr additive="base">
                                        <p:cTn dur="500"/>
                                        <p:tgtEl>
                                          <p:spTgt spid="170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2" st="2"/>
                                            </p:txEl>
                                          </p:spTgt>
                                        </p:tgtEl>
                                        <p:attrNameLst>
                                          <p:attrName>style.visibility</p:attrName>
                                        </p:attrNameLst>
                                      </p:cBhvr>
                                      <p:to>
                                        <p:strVal val="visible"/>
                                      </p:to>
                                    </p:set>
                                    <p:anim calcmode="lin" valueType="num">
                                      <p:cBhvr additive="base">
                                        <p:cTn dur="500"/>
                                        <p:tgtEl>
                                          <p:spTgt spid="170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3" st="3"/>
                                            </p:txEl>
                                          </p:spTgt>
                                        </p:tgtEl>
                                        <p:attrNameLst>
                                          <p:attrName>style.visibility</p:attrName>
                                        </p:attrNameLst>
                                      </p:cBhvr>
                                      <p:to>
                                        <p:strVal val="visible"/>
                                      </p:to>
                                    </p:set>
                                    <p:anim calcmode="lin" valueType="num">
                                      <p:cBhvr additive="base">
                                        <p:cTn dur="500"/>
                                        <p:tgtEl>
                                          <p:spTgt spid="170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4" st="4"/>
                                            </p:txEl>
                                          </p:spTgt>
                                        </p:tgtEl>
                                        <p:attrNameLst>
                                          <p:attrName>style.visibility</p:attrName>
                                        </p:attrNameLst>
                                      </p:cBhvr>
                                      <p:to>
                                        <p:strVal val="visible"/>
                                      </p:to>
                                    </p:set>
                                    <p:anim calcmode="lin" valueType="num">
                                      <p:cBhvr additive="base">
                                        <p:cTn dur="500"/>
                                        <p:tgtEl>
                                          <p:spTgt spid="170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5" st="5"/>
                                            </p:txEl>
                                          </p:spTgt>
                                        </p:tgtEl>
                                        <p:attrNameLst>
                                          <p:attrName>style.visibility</p:attrName>
                                        </p:attrNameLst>
                                      </p:cBhvr>
                                      <p:to>
                                        <p:strVal val="visible"/>
                                      </p:to>
                                    </p:set>
                                    <p:anim calcmode="lin" valueType="num">
                                      <p:cBhvr additive="base">
                                        <p:cTn dur="500"/>
                                        <p:tgtEl>
                                          <p:spTgt spid="170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2">
                                            <p:txEl>
                                              <p:pRg end="6" st="6"/>
                                            </p:txEl>
                                          </p:spTgt>
                                        </p:tgtEl>
                                        <p:attrNameLst>
                                          <p:attrName>style.visibility</p:attrName>
                                        </p:attrNameLst>
                                      </p:cBhvr>
                                      <p:to>
                                        <p:strVal val="visible"/>
                                      </p:to>
                                    </p:set>
                                    <p:anim calcmode="lin" valueType="num">
                                      <p:cBhvr additive="base">
                                        <p:cTn dur="500"/>
                                        <p:tgtEl>
                                          <p:spTgt spid="1702">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3"/>
                                        </p:tgtEl>
                                        <p:attrNameLst>
                                          <p:attrName>style.visibility</p:attrName>
                                        </p:attrNameLst>
                                      </p:cBhvr>
                                      <p:to>
                                        <p:strVal val="visible"/>
                                      </p:to>
                                    </p:set>
                                    <p:anim calcmode="lin" valueType="num">
                                      <p:cBhvr additive="base">
                                        <p:cTn dur="500"/>
                                        <p:tgtEl>
                                          <p:spTgt spid="17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7" name="Shape 1707"/>
        <p:cNvGrpSpPr/>
        <p:nvPr/>
      </p:nvGrpSpPr>
      <p:grpSpPr>
        <a:xfrm>
          <a:off x="0" y="0"/>
          <a:ext cx="0" cy="0"/>
          <a:chOff x="0" y="0"/>
          <a:chExt cx="0" cy="0"/>
        </a:xfrm>
      </p:grpSpPr>
      <p:sp>
        <p:nvSpPr>
          <p:cNvPr id="1708" name="Google Shape;1708;p74"/>
          <p:cNvSpPr txBox="1"/>
          <p:nvPr>
            <p:ph type="title"/>
          </p:nvPr>
        </p:nvSpPr>
        <p:spPr>
          <a:xfrm>
            <a:off x="685800" y="0"/>
            <a:ext cx="7772400" cy="609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Garamond"/>
              <a:buNone/>
            </a:pPr>
            <a:r>
              <a:rPr b="0" i="0" lang="en-US" sz="3200" u="none">
                <a:solidFill>
                  <a:schemeClr val="dk2"/>
                </a:solidFill>
                <a:latin typeface="Garamond"/>
                <a:ea typeface="Garamond"/>
                <a:cs typeface="Garamond"/>
                <a:sym typeface="Garamond"/>
              </a:rPr>
              <a:t>Practice Example</a:t>
            </a:r>
            <a:endParaRPr/>
          </a:p>
        </p:txBody>
      </p:sp>
      <p:sp>
        <p:nvSpPr>
          <p:cNvPr id="1709" name="Google Shape;1709;p74"/>
          <p:cNvSpPr txBox="1"/>
          <p:nvPr/>
        </p:nvSpPr>
        <p:spPr>
          <a:xfrm>
            <a:off x="381000" y="533400"/>
            <a:ext cx="83820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 social project manager is faced with a project with the following activities:</a:t>
            </a:r>
            <a:endParaRPr b="0" i="0" sz="1400" u="none" cap="none" strike="noStrike">
              <a:solidFill>
                <a:srgbClr val="000000"/>
              </a:solidFill>
              <a:latin typeface="Arial"/>
              <a:ea typeface="Arial"/>
              <a:cs typeface="Arial"/>
              <a:sym typeface="Arial"/>
            </a:endParaRPr>
          </a:p>
        </p:txBody>
      </p:sp>
      <p:graphicFrame>
        <p:nvGraphicFramePr>
          <p:cNvPr id="1710" name="Google Shape;1710;p74"/>
          <p:cNvGraphicFramePr/>
          <p:nvPr/>
        </p:nvGraphicFramePr>
        <p:xfrm>
          <a:off x="533400" y="1397000"/>
          <a:ext cx="3000000" cy="3000000"/>
        </p:xfrm>
        <a:graphic>
          <a:graphicData uri="http://schemas.openxmlformats.org/drawingml/2006/table">
            <a:tbl>
              <a:tblPr>
                <a:noFill/>
                <a:tableStyleId>{0C748D7D-4720-4B89-A903-5095EC961F0C}</a:tableStyleId>
              </a:tblPr>
              <a:tblGrid>
                <a:gridCol w="5562600"/>
                <a:gridCol w="1371600"/>
              </a:tblGrid>
              <a:tr h="581025">
                <a:tc>
                  <a:txBody>
                    <a:bodyPr/>
                    <a:lstStyle/>
                    <a:p>
                      <a:pPr indent="0" lvl="0" marL="0" marR="0" rtl="0" algn="l">
                        <a:lnSpc>
                          <a:spcPct val="100000"/>
                        </a:lnSpc>
                        <a:spcBef>
                          <a:spcPts val="0"/>
                        </a:spcBef>
                        <a:spcAft>
                          <a:spcPts val="0"/>
                        </a:spcAft>
                        <a:buClr>
                          <a:schemeClr val="dk1"/>
                        </a:buClr>
                        <a:buSzPts val="2000"/>
                        <a:buFont typeface="Garamond"/>
                        <a:buNone/>
                      </a:pPr>
                      <a:r>
                        <a:rPr b="1" i="0" lang="en-US" sz="2000" u="none" cap="none" strike="noStrike">
                          <a:solidFill>
                            <a:schemeClr val="dk1"/>
                          </a:solidFill>
                          <a:latin typeface="Garamond"/>
                          <a:ea typeface="Garamond"/>
                          <a:cs typeface="Garamond"/>
                          <a:sym typeface="Garamond"/>
                        </a:rPr>
                        <a:t>Activity Description</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1" i="0" lang="en-US" sz="2000" u="none" cap="none" strike="noStrike">
                          <a:solidFill>
                            <a:schemeClr val="dk1"/>
                          </a:solidFill>
                          <a:latin typeface="Garamond"/>
                          <a:ea typeface="Garamond"/>
                          <a:cs typeface="Garamond"/>
                          <a:sym typeface="Garamond"/>
                        </a:rPr>
                        <a:t>Duration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94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Social work team to live in village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10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Social research team to do survey</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12w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10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Analyse results of survey</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10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Establish mother &amp; child health program</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14w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94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Establish rural credit programme</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10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Carry out immunization of under fives</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4w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711" name="Google Shape;1711;p74"/>
          <p:cNvSpPr txBox="1"/>
          <p:nvPr/>
        </p:nvSpPr>
        <p:spPr>
          <a:xfrm>
            <a:off x="609600" y="5638800"/>
            <a:ext cx="74676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Draw network diagram and show the critical path. Calculate project duration.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09"/>
                                        </p:tgtEl>
                                        <p:attrNameLst>
                                          <p:attrName>style.visibility</p:attrName>
                                        </p:attrNameLst>
                                      </p:cBhvr>
                                      <p:to>
                                        <p:strVal val="visible"/>
                                      </p:to>
                                    </p:set>
                                    <p:anim calcmode="lin" valueType="num">
                                      <p:cBhvr additive="base">
                                        <p:cTn dur="500"/>
                                        <p:tgtEl>
                                          <p:spTgt spid="170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11"/>
                                        </p:tgtEl>
                                        <p:attrNameLst>
                                          <p:attrName>style.visibility</p:attrName>
                                        </p:attrNameLst>
                                      </p:cBhvr>
                                      <p:to>
                                        <p:strVal val="visible"/>
                                      </p:to>
                                    </p:set>
                                    <p:anim calcmode="lin" valueType="num">
                                      <p:cBhvr additive="base">
                                        <p:cTn dur="500"/>
                                        <p:tgtEl>
                                          <p:spTgt spid="17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5" name="Shape 1715"/>
        <p:cNvGrpSpPr/>
        <p:nvPr/>
      </p:nvGrpSpPr>
      <p:grpSpPr>
        <a:xfrm>
          <a:off x="0" y="0"/>
          <a:ext cx="0" cy="0"/>
          <a:chOff x="0" y="0"/>
          <a:chExt cx="0" cy="0"/>
        </a:xfrm>
      </p:grpSpPr>
      <p:sp>
        <p:nvSpPr>
          <p:cNvPr id="1716" name="Google Shape;1716;p75"/>
          <p:cNvSpPr txBox="1"/>
          <p:nvPr>
            <p:ph type="title"/>
          </p:nvPr>
        </p:nvSpPr>
        <p:spPr>
          <a:xfrm>
            <a:off x="685800" y="152400"/>
            <a:ext cx="7772400" cy="30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Garamond"/>
              <a:buNone/>
            </a:pPr>
            <a:r>
              <a:rPr b="0" i="0" lang="en-US" sz="2800" u="none">
                <a:solidFill>
                  <a:schemeClr val="dk2"/>
                </a:solidFill>
                <a:latin typeface="Garamond"/>
                <a:ea typeface="Garamond"/>
                <a:cs typeface="Garamond"/>
                <a:sym typeface="Garamond"/>
              </a:rPr>
              <a:t>Practice problem</a:t>
            </a:r>
            <a:endParaRPr/>
          </a:p>
        </p:txBody>
      </p:sp>
      <p:graphicFrame>
        <p:nvGraphicFramePr>
          <p:cNvPr id="1717" name="Google Shape;1717;p75"/>
          <p:cNvGraphicFramePr/>
          <p:nvPr/>
        </p:nvGraphicFramePr>
        <p:xfrm>
          <a:off x="457200" y="609600"/>
          <a:ext cx="3000000" cy="3000000"/>
        </p:xfrm>
        <a:graphic>
          <a:graphicData uri="http://schemas.openxmlformats.org/drawingml/2006/table">
            <a:tbl>
              <a:tblPr>
                <a:noFill/>
                <a:tableStyleId>{0C748D7D-4720-4B89-A903-5095EC961F0C}</a:tableStyleId>
              </a:tblPr>
              <a:tblGrid>
                <a:gridCol w="1295400"/>
                <a:gridCol w="5562600"/>
                <a:gridCol w="1371600"/>
              </a:tblGrid>
              <a:tr h="395275">
                <a:tc>
                  <a:txBody>
                    <a:bodyPr/>
                    <a:lstStyle/>
                    <a:p>
                      <a:pPr indent="0" lvl="0" marL="0" marR="0" rtl="0" algn="l">
                        <a:lnSpc>
                          <a:spcPct val="100000"/>
                        </a:lnSpc>
                        <a:spcBef>
                          <a:spcPts val="0"/>
                        </a:spcBef>
                        <a:spcAft>
                          <a:spcPts val="0"/>
                        </a:spcAft>
                        <a:buClr>
                          <a:schemeClr val="dk1"/>
                        </a:buClr>
                        <a:buSzPts val="2000"/>
                        <a:buFont typeface="Garamond"/>
                        <a:buNone/>
                      </a:pPr>
                      <a:r>
                        <a:rPr b="1" i="0" lang="en-US" sz="2000" u="none" cap="none" strike="noStrike">
                          <a:solidFill>
                            <a:schemeClr val="dk1"/>
                          </a:solidFill>
                          <a:latin typeface="Garamond"/>
                          <a:ea typeface="Garamond"/>
                          <a:cs typeface="Garamond"/>
                          <a:sym typeface="Garamond"/>
                        </a:rPr>
                        <a:t>Activity</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1" i="0" lang="en-US" sz="2000" u="none" cap="none" strike="noStrike">
                          <a:solidFill>
                            <a:schemeClr val="dk1"/>
                          </a:solidFill>
                          <a:latin typeface="Garamond"/>
                          <a:ea typeface="Garamond"/>
                          <a:cs typeface="Garamond"/>
                          <a:sym typeface="Garamond"/>
                        </a:rPr>
                        <a:t>Description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1" i="0" lang="en-US" sz="2000" u="none" cap="none" strike="noStrike">
                          <a:solidFill>
                            <a:schemeClr val="dk1"/>
                          </a:solidFill>
                          <a:latin typeface="Garamond"/>
                          <a:ea typeface="Garamond"/>
                          <a:cs typeface="Garamond"/>
                          <a:sym typeface="Garamond"/>
                        </a:rPr>
                        <a:t>Duration</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250">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1-2</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Social work team to live in village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0850">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1-3</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Social research team to do survey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12w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2425">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3-4</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Analyse results of survey</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0850">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2-4</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Establish mother &amp; child health program</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14w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0850">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3-5</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Establish rural credit programme</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15w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50850">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4-5</a:t>
                      </a:r>
                      <a:endParaRPr sz="1400" u="none" cap="none" strike="noStrike"/>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Carry out immunization of under fives</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Garamond"/>
                        <a:buNone/>
                      </a:pPr>
                      <a:r>
                        <a:rPr b="0" i="0" lang="en-US" sz="2000" u="none" cap="none" strike="noStrike">
                          <a:solidFill>
                            <a:schemeClr val="dk1"/>
                          </a:solidFill>
                          <a:latin typeface="Garamond"/>
                          <a:ea typeface="Garamond"/>
                          <a:cs typeface="Garamond"/>
                          <a:sym typeface="Garamond"/>
                        </a:rPr>
                        <a:t>4w</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grpSp>
        <p:nvGrpSpPr>
          <p:cNvPr id="1718" name="Google Shape;1718;p75"/>
          <p:cNvGrpSpPr/>
          <p:nvPr/>
        </p:nvGrpSpPr>
        <p:grpSpPr>
          <a:xfrm>
            <a:off x="1676400" y="4800600"/>
            <a:ext cx="3352800" cy="1600200"/>
            <a:chOff x="1056" y="3024"/>
            <a:chExt cx="2112" cy="1008"/>
          </a:xfrm>
        </p:grpSpPr>
        <p:grpSp>
          <p:nvGrpSpPr>
            <p:cNvPr id="1719" name="Google Shape;1719;p75"/>
            <p:cNvGrpSpPr/>
            <p:nvPr/>
          </p:nvGrpSpPr>
          <p:grpSpPr>
            <a:xfrm>
              <a:off x="1056" y="3456"/>
              <a:ext cx="1440" cy="576"/>
              <a:chOff x="1056" y="3456"/>
              <a:chExt cx="1440" cy="576"/>
            </a:xfrm>
          </p:grpSpPr>
          <p:sp>
            <p:nvSpPr>
              <p:cNvPr id="1720" name="Google Shape;1720;p75"/>
              <p:cNvSpPr/>
              <p:nvPr/>
            </p:nvSpPr>
            <p:spPr>
              <a:xfrm>
                <a:off x="2112" y="3648"/>
                <a:ext cx="384" cy="38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p:txBody>
          </p:sp>
          <p:cxnSp>
            <p:nvCxnSpPr>
              <p:cNvPr id="1721" name="Google Shape;1721;p75"/>
              <p:cNvCxnSpPr/>
              <p:nvPr/>
            </p:nvCxnSpPr>
            <p:spPr>
              <a:xfrm>
                <a:off x="1056" y="3456"/>
                <a:ext cx="1104" cy="288"/>
              </a:xfrm>
              <a:prstGeom prst="straightConnector1">
                <a:avLst/>
              </a:prstGeom>
              <a:noFill/>
              <a:ln cap="flat" cmpd="sng" w="9525">
                <a:solidFill>
                  <a:schemeClr val="dk1"/>
                </a:solidFill>
                <a:prstDash val="solid"/>
                <a:miter lim="800000"/>
                <a:headEnd len="sm" w="sm" type="none"/>
                <a:tailEnd len="med" w="med" type="triangle"/>
              </a:ln>
            </p:spPr>
          </p:cxnSp>
        </p:grpSp>
        <p:cxnSp>
          <p:nvCxnSpPr>
            <p:cNvPr id="1722" name="Google Shape;1722;p75"/>
            <p:cNvCxnSpPr/>
            <p:nvPr/>
          </p:nvCxnSpPr>
          <p:spPr>
            <a:xfrm flipH="1" rot="10800000">
              <a:off x="2352" y="3024"/>
              <a:ext cx="816" cy="672"/>
            </a:xfrm>
            <a:prstGeom prst="straightConnector1">
              <a:avLst/>
            </a:prstGeom>
            <a:noFill/>
            <a:ln cap="flat" cmpd="sng" w="9525">
              <a:solidFill>
                <a:schemeClr val="dk1"/>
              </a:solidFill>
              <a:prstDash val="solid"/>
              <a:miter lim="800000"/>
              <a:headEnd len="sm" w="sm" type="none"/>
              <a:tailEnd len="med" w="med" type="triangle"/>
            </a:ln>
          </p:spPr>
        </p:cxnSp>
      </p:grpSp>
      <p:grpSp>
        <p:nvGrpSpPr>
          <p:cNvPr id="1723" name="Google Shape;1723;p75"/>
          <p:cNvGrpSpPr/>
          <p:nvPr/>
        </p:nvGrpSpPr>
        <p:grpSpPr>
          <a:xfrm>
            <a:off x="1066800" y="4267200"/>
            <a:ext cx="4343400" cy="1447800"/>
            <a:chOff x="672" y="2688"/>
            <a:chExt cx="2736" cy="912"/>
          </a:xfrm>
        </p:grpSpPr>
        <p:grpSp>
          <p:nvGrpSpPr>
            <p:cNvPr id="1724" name="Google Shape;1724;p75"/>
            <p:cNvGrpSpPr/>
            <p:nvPr/>
          </p:nvGrpSpPr>
          <p:grpSpPr>
            <a:xfrm>
              <a:off x="672" y="2832"/>
              <a:ext cx="1296" cy="768"/>
              <a:chOff x="672" y="2832"/>
              <a:chExt cx="1296" cy="768"/>
            </a:xfrm>
          </p:grpSpPr>
          <p:sp>
            <p:nvSpPr>
              <p:cNvPr id="1725" name="Google Shape;1725;p75"/>
              <p:cNvSpPr/>
              <p:nvPr/>
            </p:nvSpPr>
            <p:spPr>
              <a:xfrm>
                <a:off x="672" y="3216"/>
                <a:ext cx="384" cy="38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1726" name="Google Shape;1726;p75"/>
              <p:cNvSpPr/>
              <p:nvPr/>
            </p:nvSpPr>
            <p:spPr>
              <a:xfrm>
                <a:off x="1584" y="2832"/>
                <a:ext cx="384" cy="38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p:txBody>
          </p:sp>
          <p:cxnSp>
            <p:nvCxnSpPr>
              <p:cNvPr id="1727" name="Google Shape;1727;p75"/>
              <p:cNvCxnSpPr/>
              <p:nvPr/>
            </p:nvCxnSpPr>
            <p:spPr>
              <a:xfrm flipH="1" rot="10800000">
                <a:off x="1008" y="3120"/>
                <a:ext cx="624" cy="240"/>
              </a:xfrm>
              <a:prstGeom prst="straightConnector1">
                <a:avLst/>
              </a:prstGeom>
              <a:noFill/>
              <a:ln cap="flat" cmpd="sng" w="9525">
                <a:solidFill>
                  <a:schemeClr val="dk1"/>
                </a:solidFill>
                <a:prstDash val="solid"/>
                <a:miter lim="800000"/>
                <a:headEnd len="sm" w="sm" type="none"/>
                <a:tailEnd len="med" w="med" type="triangle"/>
              </a:ln>
            </p:spPr>
          </p:cxnSp>
        </p:grpSp>
        <p:grpSp>
          <p:nvGrpSpPr>
            <p:cNvPr id="1728" name="Google Shape;1728;p75"/>
            <p:cNvGrpSpPr/>
            <p:nvPr/>
          </p:nvGrpSpPr>
          <p:grpSpPr>
            <a:xfrm>
              <a:off x="1968" y="2688"/>
              <a:ext cx="1440" cy="384"/>
              <a:chOff x="1968" y="2688"/>
              <a:chExt cx="1440" cy="384"/>
            </a:xfrm>
          </p:grpSpPr>
          <p:sp>
            <p:nvSpPr>
              <p:cNvPr id="1729" name="Google Shape;1729;p75"/>
              <p:cNvSpPr/>
              <p:nvPr/>
            </p:nvSpPr>
            <p:spPr>
              <a:xfrm>
                <a:off x="3024" y="2688"/>
                <a:ext cx="384" cy="38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4</a:t>
                </a:r>
                <a:endParaRPr b="0" i="0" sz="1400" u="none" cap="none" strike="noStrike">
                  <a:solidFill>
                    <a:srgbClr val="000000"/>
                  </a:solidFill>
                  <a:latin typeface="Arial"/>
                  <a:ea typeface="Arial"/>
                  <a:cs typeface="Arial"/>
                  <a:sym typeface="Arial"/>
                </a:endParaRPr>
              </a:p>
            </p:txBody>
          </p:sp>
          <p:cxnSp>
            <p:nvCxnSpPr>
              <p:cNvPr id="1730" name="Google Shape;1730;p75"/>
              <p:cNvCxnSpPr/>
              <p:nvPr/>
            </p:nvCxnSpPr>
            <p:spPr>
              <a:xfrm flipH="1" rot="10800000">
                <a:off x="1968" y="2880"/>
                <a:ext cx="1104" cy="144"/>
              </a:xfrm>
              <a:prstGeom prst="straightConnector1">
                <a:avLst/>
              </a:prstGeom>
              <a:noFill/>
              <a:ln cap="flat" cmpd="sng" w="9525">
                <a:solidFill>
                  <a:schemeClr val="dk1"/>
                </a:solidFill>
                <a:prstDash val="solid"/>
                <a:miter lim="800000"/>
                <a:headEnd len="sm" w="sm" type="none"/>
                <a:tailEnd len="med" w="med" type="triangle"/>
              </a:ln>
            </p:spPr>
          </p:cxnSp>
        </p:grpSp>
      </p:grpSp>
      <p:grpSp>
        <p:nvGrpSpPr>
          <p:cNvPr id="1731" name="Google Shape;1731;p75"/>
          <p:cNvGrpSpPr/>
          <p:nvPr/>
        </p:nvGrpSpPr>
        <p:grpSpPr>
          <a:xfrm>
            <a:off x="3962400" y="5181600"/>
            <a:ext cx="3124200" cy="914400"/>
            <a:chOff x="2496" y="3264"/>
            <a:chExt cx="1968" cy="576"/>
          </a:xfrm>
        </p:grpSpPr>
        <p:sp>
          <p:nvSpPr>
            <p:cNvPr id="1732" name="Google Shape;1732;p75"/>
            <p:cNvSpPr/>
            <p:nvPr/>
          </p:nvSpPr>
          <p:spPr>
            <a:xfrm>
              <a:off x="4080" y="3264"/>
              <a:ext cx="384" cy="384"/>
            </a:xfrm>
            <a:prstGeom prst="ellipse">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5</a:t>
              </a:r>
              <a:endParaRPr b="0" i="0" sz="1400" u="none" cap="none" strike="noStrike">
                <a:solidFill>
                  <a:srgbClr val="000000"/>
                </a:solidFill>
                <a:latin typeface="Arial"/>
                <a:ea typeface="Arial"/>
                <a:cs typeface="Arial"/>
                <a:sym typeface="Arial"/>
              </a:endParaRPr>
            </a:p>
          </p:txBody>
        </p:sp>
        <p:cxnSp>
          <p:nvCxnSpPr>
            <p:cNvPr id="1733" name="Google Shape;1733;p75"/>
            <p:cNvCxnSpPr/>
            <p:nvPr/>
          </p:nvCxnSpPr>
          <p:spPr>
            <a:xfrm flipH="1" rot="10800000">
              <a:off x="2496" y="3504"/>
              <a:ext cx="1584" cy="336"/>
            </a:xfrm>
            <a:prstGeom prst="straightConnector1">
              <a:avLst/>
            </a:prstGeom>
            <a:noFill/>
            <a:ln cap="flat" cmpd="sng" w="9525">
              <a:solidFill>
                <a:schemeClr val="dk1"/>
              </a:solidFill>
              <a:prstDash val="solid"/>
              <a:miter lim="800000"/>
              <a:headEnd len="sm" w="sm" type="none"/>
              <a:tailEnd len="med" w="med" type="triangle"/>
            </a:ln>
          </p:spPr>
        </p:cxnSp>
      </p:grpSp>
      <p:cxnSp>
        <p:nvCxnSpPr>
          <p:cNvPr id="1734" name="Google Shape;1734;p75"/>
          <p:cNvCxnSpPr/>
          <p:nvPr/>
        </p:nvCxnSpPr>
        <p:spPr>
          <a:xfrm>
            <a:off x="5410200" y="4648200"/>
            <a:ext cx="1143000" cy="609600"/>
          </a:xfrm>
          <a:prstGeom prst="straightConnector1">
            <a:avLst/>
          </a:prstGeom>
          <a:noFill/>
          <a:ln cap="flat" cmpd="sng" w="9525">
            <a:solidFill>
              <a:schemeClr val="dk1"/>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34"/>
                                        </p:tgtEl>
                                        <p:attrNameLst>
                                          <p:attrName>style.visibility</p:attrName>
                                        </p:attrNameLst>
                                      </p:cBhvr>
                                      <p:to>
                                        <p:strVal val="visible"/>
                                      </p:to>
                                    </p:set>
                                    <p:anim calcmode="lin" valueType="num">
                                      <p:cBhvr additive="base">
                                        <p:cTn dur="500"/>
                                        <p:tgtEl>
                                          <p:spTgt spid="173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a:dk1>
        <a:srgbClr val="000000"/>
      </a:dk1>
      <a:lt1>
        <a:srgbClr val="DDDDDD"/>
      </a:lt1>
      <a:dk2>
        <a:srgbClr val="0000FF"/>
      </a:dk2>
      <a:lt2>
        <a:srgbClr val="C0C0C0"/>
      </a:lt2>
      <a:accent1>
        <a:srgbClr val="339933"/>
      </a:accent1>
      <a:accent2>
        <a:srgbClr val="800000"/>
      </a:accent2>
      <a:accent3>
        <a:srgbClr val="DDDDDD"/>
      </a:accent3>
      <a:accent4>
        <a:srgbClr val="339933"/>
      </a:accent4>
      <a:accent5>
        <a:srgbClr val="800000"/>
      </a:accent5>
      <a:accent6>
        <a:srgbClr val="DDDDDD"/>
      </a:accent6>
      <a:hlink>
        <a:srgbClr val="0033CC"/>
      </a:hlink>
      <a:folHlink>
        <a:srgbClr val="FFCC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